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63" r:id="rId1"/>
  </p:sldMasterIdLst>
  <p:notesMasterIdLst>
    <p:notesMasterId r:id="rId100"/>
  </p:notesMasterIdLst>
  <p:handoutMasterIdLst>
    <p:handoutMasterId r:id="rId101"/>
  </p:handoutMasterIdLst>
  <p:sldIdLst>
    <p:sldId id="364" r:id="rId2"/>
    <p:sldId id="390" r:id="rId3"/>
    <p:sldId id="381" r:id="rId4"/>
    <p:sldId id="382" r:id="rId5"/>
    <p:sldId id="372" r:id="rId6"/>
    <p:sldId id="378" r:id="rId7"/>
    <p:sldId id="377" r:id="rId8"/>
    <p:sldId id="405" r:id="rId9"/>
    <p:sldId id="406" r:id="rId10"/>
    <p:sldId id="407" r:id="rId11"/>
    <p:sldId id="359" r:id="rId12"/>
    <p:sldId id="376" r:id="rId13"/>
    <p:sldId id="536" r:id="rId14"/>
    <p:sldId id="362" r:id="rId15"/>
    <p:sldId id="363" r:id="rId16"/>
    <p:sldId id="465" r:id="rId17"/>
    <p:sldId id="466" r:id="rId18"/>
    <p:sldId id="467" r:id="rId19"/>
    <p:sldId id="468" r:id="rId20"/>
    <p:sldId id="469" r:id="rId21"/>
    <p:sldId id="470" r:id="rId22"/>
    <p:sldId id="471" r:id="rId23"/>
    <p:sldId id="472" r:id="rId24"/>
    <p:sldId id="473" r:id="rId25"/>
    <p:sldId id="474" r:id="rId26"/>
    <p:sldId id="475" r:id="rId27"/>
    <p:sldId id="476" r:id="rId28"/>
    <p:sldId id="392" r:id="rId29"/>
    <p:sldId id="437" r:id="rId30"/>
    <p:sldId id="403" r:id="rId31"/>
    <p:sldId id="446" r:id="rId32"/>
    <p:sldId id="450" r:id="rId33"/>
    <p:sldId id="447" r:id="rId34"/>
    <p:sldId id="448" r:id="rId35"/>
    <p:sldId id="449" r:id="rId36"/>
    <p:sldId id="451" r:id="rId37"/>
    <p:sldId id="452" r:id="rId38"/>
    <p:sldId id="478" r:id="rId39"/>
    <p:sldId id="479" r:id="rId40"/>
    <p:sldId id="480" r:id="rId41"/>
    <p:sldId id="481" r:id="rId42"/>
    <p:sldId id="483" r:id="rId43"/>
    <p:sldId id="486" r:id="rId44"/>
    <p:sldId id="485" r:id="rId45"/>
    <p:sldId id="488" r:id="rId46"/>
    <p:sldId id="487" r:id="rId47"/>
    <p:sldId id="423" r:id="rId48"/>
    <p:sldId id="441" r:id="rId49"/>
    <p:sldId id="489" r:id="rId50"/>
    <p:sldId id="435" r:id="rId51"/>
    <p:sldId id="477" r:id="rId52"/>
    <p:sldId id="436" r:id="rId53"/>
    <p:sldId id="453" r:id="rId54"/>
    <p:sldId id="454" r:id="rId55"/>
    <p:sldId id="499" r:id="rId56"/>
    <p:sldId id="425" r:id="rId57"/>
    <p:sldId id="490" r:id="rId58"/>
    <p:sldId id="491" r:id="rId59"/>
    <p:sldId id="492" r:id="rId60"/>
    <p:sldId id="501" r:id="rId61"/>
    <p:sldId id="493" r:id="rId62"/>
    <p:sldId id="494" r:id="rId63"/>
    <p:sldId id="495" r:id="rId64"/>
    <p:sldId id="496" r:id="rId65"/>
    <p:sldId id="497" r:id="rId66"/>
    <p:sldId id="500" r:id="rId67"/>
    <p:sldId id="502" r:id="rId68"/>
    <p:sldId id="505" r:id="rId69"/>
    <p:sldId id="506" r:id="rId70"/>
    <p:sldId id="498" r:id="rId71"/>
    <p:sldId id="503" r:id="rId72"/>
    <p:sldId id="504" r:id="rId73"/>
    <p:sldId id="442" r:id="rId74"/>
    <p:sldId id="507" r:id="rId75"/>
    <p:sldId id="508" r:id="rId76"/>
    <p:sldId id="516" r:id="rId77"/>
    <p:sldId id="458" r:id="rId78"/>
    <p:sldId id="517" r:id="rId79"/>
    <p:sldId id="520" r:id="rId80"/>
    <p:sldId id="509" r:id="rId81"/>
    <p:sldId id="521" r:id="rId82"/>
    <p:sldId id="522" r:id="rId83"/>
    <p:sldId id="524" r:id="rId84"/>
    <p:sldId id="525" r:id="rId85"/>
    <p:sldId id="401" r:id="rId86"/>
    <p:sldId id="402" r:id="rId87"/>
    <p:sldId id="455" r:id="rId88"/>
    <p:sldId id="456" r:id="rId89"/>
    <p:sldId id="526" r:id="rId90"/>
    <p:sldId id="527" r:id="rId91"/>
    <p:sldId id="532" r:id="rId92"/>
    <p:sldId id="533" r:id="rId93"/>
    <p:sldId id="531" r:id="rId94"/>
    <p:sldId id="534" r:id="rId95"/>
    <p:sldId id="535" r:id="rId96"/>
    <p:sldId id="348" r:id="rId97"/>
    <p:sldId id="510" r:id="rId98"/>
    <p:sldId id="515" r:id="rId99"/>
  </p:sldIdLst>
  <p:sldSz cx="9144000" cy="6858000" type="screen4x3"/>
  <p:notesSz cx="6743700" cy="98679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b="1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b="1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b="1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b="1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opis" id="{AA66254B-73EE-4EF0-9AE6-0743C7C73B2B}">
          <p14:sldIdLst>
            <p14:sldId id="364"/>
            <p14:sldId id="390"/>
            <p14:sldId id="381"/>
          </p14:sldIdLst>
        </p14:section>
        <p14:section name="Instrukční soubor" id="{FFA0774B-8C12-44DD-AA83-FCC5524B9311}">
          <p14:sldIdLst>
            <p14:sldId id="382"/>
          </p14:sldIdLst>
        </p14:section>
        <p14:section name="Ch 1 Instrukční soubor" id="{69F1180F-7BA7-4DED-9CE4-5E70A0B01957}">
          <p14:sldIdLst>
            <p14:sldId id="372"/>
            <p14:sldId id="378"/>
            <p14:sldId id="377"/>
          </p14:sldIdLst>
        </p14:section>
        <p14:section name="Charakteristika programování" id="{BCD752FD-8210-49DE-8B16-53977091AA16}">
          <p14:sldIdLst>
            <p14:sldId id="405"/>
            <p14:sldId id="406"/>
            <p14:sldId id="407"/>
            <p14:sldId id="359"/>
            <p14:sldId id="376"/>
            <p14:sldId id="536"/>
            <p14:sldId id="362"/>
            <p14:sldId id="363"/>
          </p14:sldIdLst>
        </p14:section>
        <p14:section name="Adresace" id="{BD1501A7-0BBE-4D1C-A828-6FF96FC55359}">
          <p14:sldIdLst>
            <p14:sldId id="465"/>
            <p14:sldId id="466"/>
            <p14:sldId id="467"/>
            <p14:sldId id="468"/>
            <p14:sldId id="469"/>
            <p14:sldId id="470"/>
            <p14:sldId id="471"/>
            <p14:sldId id="472"/>
            <p14:sldId id="473"/>
            <p14:sldId id="474"/>
            <p14:sldId id="475"/>
            <p14:sldId id="476"/>
          </p14:sldIdLst>
        </p14:section>
        <p14:section name="Ch 2 Typy instrukcí" id="{52A6380A-544C-4277-8DF2-86F4773F3B37}">
          <p14:sldIdLst>
            <p14:sldId id="392"/>
          </p14:sldIdLst>
        </p14:section>
        <p14:section name="Instrukce přesunu" id="{0FFAA321-71C1-4317-A6D6-C3FCC836E2BB}">
          <p14:sldIdLst>
            <p14:sldId id="437"/>
            <p14:sldId id="403"/>
            <p14:sldId id="446"/>
            <p14:sldId id="450"/>
            <p14:sldId id="447"/>
            <p14:sldId id="448"/>
            <p14:sldId id="449"/>
            <p14:sldId id="451"/>
            <p14:sldId id="452"/>
          </p14:sldIdLst>
        </p14:section>
        <p14:section name="Stavový registr" id="{09589522-DC7C-42DC-8E5C-7F000EF7A10A}">
          <p14:sldIdLst>
            <p14:sldId id="478"/>
            <p14:sldId id="479"/>
            <p14:sldId id="480"/>
            <p14:sldId id="481"/>
            <p14:sldId id="483"/>
            <p14:sldId id="486"/>
            <p14:sldId id="485"/>
            <p14:sldId id="488"/>
            <p14:sldId id="487"/>
          </p14:sldIdLst>
        </p14:section>
        <p14:section name="Aritmetické instrukce" id="{BB4D89E7-81E8-4E5F-8592-98CE76820FD3}">
          <p14:sldIdLst>
            <p14:sldId id="423"/>
            <p14:sldId id="441"/>
            <p14:sldId id="489"/>
          </p14:sldIdLst>
        </p14:section>
        <p14:section name="Logické a bitové instrukce" id="{38F60457-5A75-416A-B640-8C486463D83C}">
          <p14:sldIdLst>
            <p14:sldId id="435"/>
            <p14:sldId id="477"/>
            <p14:sldId id="436"/>
            <p14:sldId id="453"/>
            <p14:sldId id="454"/>
            <p14:sldId id="499"/>
          </p14:sldIdLst>
        </p14:section>
        <p14:section name="Ch 3 Instrukce řízení programu" id="{50D3B09B-427E-495D-9A67-399FCB1C52B1}">
          <p14:sldIdLst>
            <p14:sldId id="425"/>
          </p14:sldIdLst>
        </p14:section>
        <p14:section name="Skoky" id="{A13F6C78-D936-4F3B-8917-7F6D9216D3BD}">
          <p14:sldIdLst>
            <p14:sldId id="490"/>
            <p14:sldId id="491"/>
            <p14:sldId id="492"/>
          </p14:sldIdLst>
        </p14:section>
        <p14:section name="Branch" id="{00A4B8EE-49DE-44CB-8945-72BC108503DE}">
          <p14:sldIdLst>
            <p14:sldId id="501"/>
            <p14:sldId id="493"/>
            <p14:sldId id="494"/>
            <p14:sldId id="495"/>
            <p14:sldId id="496"/>
          </p14:sldIdLst>
        </p14:section>
        <p14:section name="Skip" id="{C244373D-8334-4544-A995-A4091ADA0C7E}">
          <p14:sldIdLst>
            <p14:sldId id="497"/>
            <p14:sldId id="500"/>
            <p14:sldId id="502"/>
            <p14:sldId id="505"/>
            <p14:sldId id="506"/>
          </p14:sldIdLst>
        </p14:section>
        <p14:section name="Jump" id="{8D62F891-225B-4530-9C61-F06EF3283498}">
          <p14:sldIdLst>
            <p14:sldId id="498"/>
            <p14:sldId id="503"/>
            <p14:sldId id="504"/>
            <p14:sldId id="442"/>
          </p14:sldIdLst>
        </p14:section>
        <p14:section name="Podprogramy" id="{52F9C997-3097-42FE-B84C-CEC49ED472EF}">
          <p14:sldIdLst>
            <p14:sldId id="507"/>
            <p14:sldId id="508"/>
            <p14:sldId id="516"/>
            <p14:sldId id="458"/>
            <p14:sldId id="517"/>
            <p14:sldId id="520"/>
            <p14:sldId id="509"/>
            <p14:sldId id="521"/>
            <p14:sldId id="522"/>
            <p14:sldId id="524"/>
            <p14:sldId id="525"/>
          </p14:sldIdLst>
        </p14:section>
        <p14:section name="Direktivy" id="{93289F20-A07A-407B-B179-53362AE06FC2}">
          <p14:sldIdLst>
            <p14:sldId id="401"/>
            <p14:sldId id="402"/>
          </p14:sldIdLst>
        </p14:section>
        <p14:section name="Evaluace" id="{6100D854-8655-43AD-9DF5-EC3A2A41C6F4}">
          <p14:sldIdLst>
            <p14:sldId id="455"/>
            <p14:sldId id="456"/>
            <p14:sldId id="526"/>
            <p14:sldId id="527"/>
          </p14:sldIdLst>
        </p14:section>
        <p14:section name="Program v ASM" id="{CFE11C8D-6C8A-4062-BB7A-A0797CFB9738}">
          <p14:sldIdLst>
            <p14:sldId id="532"/>
            <p14:sldId id="533"/>
            <p14:sldId id="531"/>
            <p14:sldId id="534"/>
            <p14:sldId id="535"/>
          </p14:sldIdLst>
        </p14:section>
        <p14:section name="Konec" id="{63B836BD-4B19-4109-ABEB-6D3F7950B204}">
          <p14:sldIdLst>
            <p14:sldId id="348"/>
          </p14:sldIdLst>
        </p14:section>
        <p14:section name="Oddíl bez názvu" id="{4F2DEA0E-2A8C-4292-B8A4-5E826659B1FA}">
          <p14:sldIdLst>
            <p14:sldId id="510"/>
            <p14:sldId id="515"/>
          </p14:sldIdLst>
        </p14:section>
        <p14:section name="Rozšíření" id="{0E578361-5304-4400-B9F0-40E1A8CB8DC4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08">
          <p15:clr>
            <a:srgbClr val="A4A3A4"/>
          </p15:clr>
        </p15:guide>
        <p15:guide id="2" pos="2124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08000"/>
    <a:srgbClr val="000066"/>
    <a:srgbClr val="0066FF"/>
    <a:srgbClr val="0000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řední styl 2 – zvýraznění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>
    <p:restoredLeft sz="34571" autoAdjust="0"/>
    <p:restoredTop sz="86347" autoAdjust="0"/>
  </p:normalViewPr>
  <p:slideViewPr>
    <p:cSldViewPr>
      <p:cViewPr varScale="1">
        <p:scale>
          <a:sx n="95" d="100"/>
          <a:sy n="95" d="100"/>
        </p:scale>
        <p:origin x="1638" y="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-17292"/>
    </p:cViewPr>
    <p:sldLst>
      <p:sld r:id="rId1" collapse="1"/>
      <p:sld r:id="rId2" collapse="1"/>
      <p:sld r:id="rId3" collapse="1"/>
      <p:sld r:id="rId4" collapse="1"/>
      <p:sld r:id="rId5" collapse="1"/>
      <p:sld r:id="rId6" collapse="1"/>
      <p:sld r:id="rId7" collapse="1"/>
      <p:sld r:id="rId8" collapse="1"/>
      <p:sld r:id="rId9" collapse="1"/>
      <p:sld r:id="rId10" collapse="1"/>
      <p:sld r:id="rId11" collapse="1"/>
      <p:sld r:id="rId12" collapse="1"/>
      <p:sld r:id="rId13" collapse="1"/>
      <p:sld r:id="rId14" collapse="1"/>
      <p:sld r:id="rId15" collapse="1"/>
      <p:sld r:id="rId16" collapse="1"/>
      <p:sld r:id="rId17" collapse="1"/>
      <p:sld r:id="rId18" collapse="1"/>
      <p:sld r:id="rId19" collapse="1"/>
      <p:sld r:id="rId20" collapse="1"/>
      <p:sld r:id="rId21" collapse="1"/>
      <p:sld r:id="rId22" collapse="1"/>
    </p:sldLst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-26874"/>
    </p:cViewPr>
  </p:sorterViewPr>
  <p:notesViewPr>
    <p:cSldViewPr>
      <p:cViewPr varScale="1">
        <p:scale>
          <a:sx n="53" d="100"/>
          <a:sy n="53" d="100"/>
        </p:scale>
        <p:origin x="-2958" y="-84"/>
      </p:cViewPr>
      <p:guideLst>
        <p:guide orient="horz" pos="3108"/>
        <p:guide pos="2124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presProps" Target="presProps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theme" Target="theme/theme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notesMaster" Target="notesMasters/notesMaster1.xml"/><Relationship Id="rId105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/Relationships>
</file>

<file path=ppt/_rels/viewProps.xml.rels><?xml version="1.0" encoding="UTF-8" standalone="yes"?>
<Relationships xmlns="http://schemas.openxmlformats.org/package/2006/relationships"><Relationship Id="rId8" Type="http://schemas.openxmlformats.org/officeDocument/2006/relationships/slide" Target="slides/slide23.xml"/><Relationship Id="rId13" Type="http://schemas.openxmlformats.org/officeDocument/2006/relationships/slide" Target="slides/slide66.xml"/><Relationship Id="rId18" Type="http://schemas.openxmlformats.org/officeDocument/2006/relationships/slide" Target="slides/slide77.xml"/><Relationship Id="rId3" Type="http://schemas.openxmlformats.org/officeDocument/2006/relationships/slide" Target="slides/slide18.xml"/><Relationship Id="rId21" Type="http://schemas.openxmlformats.org/officeDocument/2006/relationships/slide" Target="slides/slide83.xml"/><Relationship Id="rId7" Type="http://schemas.openxmlformats.org/officeDocument/2006/relationships/slide" Target="slides/slide22.xml"/><Relationship Id="rId12" Type="http://schemas.openxmlformats.org/officeDocument/2006/relationships/slide" Target="slides/slide62.xml"/><Relationship Id="rId17" Type="http://schemas.openxmlformats.org/officeDocument/2006/relationships/slide" Target="slides/slide72.xml"/><Relationship Id="rId2" Type="http://schemas.openxmlformats.org/officeDocument/2006/relationships/slide" Target="slides/slide17.xml"/><Relationship Id="rId16" Type="http://schemas.openxmlformats.org/officeDocument/2006/relationships/slide" Target="slides/slide71.xml"/><Relationship Id="rId20" Type="http://schemas.openxmlformats.org/officeDocument/2006/relationships/slide" Target="slides/slide82.xml"/><Relationship Id="rId1" Type="http://schemas.openxmlformats.org/officeDocument/2006/relationships/slide" Target="slides/slide16.xml"/><Relationship Id="rId6" Type="http://schemas.openxmlformats.org/officeDocument/2006/relationships/slide" Target="slides/slide21.xml"/><Relationship Id="rId11" Type="http://schemas.openxmlformats.org/officeDocument/2006/relationships/slide" Target="slides/slide61.xml"/><Relationship Id="rId5" Type="http://schemas.openxmlformats.org/officeDocument/2006/relationships/slide" Target="slides/slide20.xml"/><Relationship Id="rId15" Type="http://schemas.openxmlformats.org/officeDocument/2006/relationships/slide" Target="slides/slide70.xml"/><Relationship Id="rId10" Type="http://schemas.openxmlformats.org/officeDocument/2006/relationships/slide" Target="slides/slide25.xml"/><Relationship Id="rId19" Type="http://schemas.openxmlformats.org/officeDocument/2006/relationships/slide" Target="slides/slide81.xml"/><Relationship Id="rId4" Type="http://schemas.openxmlformats.org/officeDocument/2006/relationships/slide" Target="slides/slide19.xml"/><Relationship Id="rId9" Type="http://schemas.openxmlformats.org/officeDocument/2006/relationships/slide" Target="slides/slide24.xml"/><Relationship Id="rId14" Type="http://schemas.openxmlformats.org/officeDocument/2006/relationships/slide" Target="slides/slide67.xml"/><Relationship Id="rId22" Type="http://schemas.openxmlformats.org/officeDocument/2006/relationships/slide" Target="slides/slide84.xml"/></Relationships>
</file>

<file path=ppt/diagrams/_rels/data1.xml.rels><?xml version="1.0" encoding="UTF-8" standalone="yes"?>
<Relationships xmlns="http://schemas.openxmlformats.org/package/2006/relationships"><Relationship Id="rId1" Type="http://schemas.openxmlformats.org/officeDocument/2006/relationships/slide" Target="../slides/slide85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D7443ED-A511-4545-A915-6A39DC4E1205}" type="doc">
      <dgm:prSet loTypeId="urn:microsoft.com/office/officeart/2005/8/layout/hierarchy5" loCatId="hierarchy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cs-CZ"/>
        </a:p>
      </dgm:t>
    </dgm:pt>
    <dgm:pt modelId="{1539470D-1772-405F-912B-B86251B3FC3B}">
      <dgm:prSet phldrT="[Text]" custT="1"/>
      <dgm:spPr/>
      <dgm:t>
        <a:bodyPr/>
        <a:lstStyle/>
        <a:p>
          <a:r>
            <a:rPr lang="cs-CZ" sz="24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rPr>
            <a:t>Skoky</a:t>
          </a:r>
        </a:p>
      </dgm:t>
    </dgm:pt>
    <dgm:pt modelId="{A2712BB7-5105-4FFB-82FC-03F951744300}" type="parTrans" cxnId="{8234A287-2275-4DBE-90B4-C63DB9A8F0AD}">
      <dgm:prSet/>
      <dgm:spPr/>
      <dgm:t>
        <a:bodyPr/>
        <a:lstStyle/>
        <a:p>
          <a:endParaRPr lang="cs-CZ" sz="2000" b="1">
            <a:solidFill>
              <a:schemeClr val="tx1"/>
            </a:solidFill>
            <a:effectLst/>
            <a:latin typeface="Verdana" panose="020B0604030504040204" pitchFamily="34" charset="0"/>
            <a:ea typeface="Verdana" panose="020B0604030504040204" pitchFamily="34" charset="0"/>
            <a:cs typeface="Verdana" panose="020B0604030504040204" pitchFamily="34" charset="0"/>
          </a:endParaRPr>
        </a:p>
      </dgm:t>
    </dgm:pt>
    <dgm:pt modelId="{155D418C-A6E9-4720-9A40-FD7D9309E092}" type="sibTrans" cxnId="{8234A287-2275-4DBE-90B4-C63DB9A8F0AD}">
      <dgm:prSet/>
      <dgm:spPr/>
      <dgm:t>
        <a:bodyPr/>
        <a:lstStyle/>
        <a:p>
          <a:endParaRPr lang="cs-CZ" sz="2000" b="1">
            <a:solidFill>
              <a:schemeClr val="tx1"/>
            </a:solidFill>
            <a:effectLst/>
            <a:latin typeface="Verdana" panose="020B0604030504040204" pitchFamily="34" charset="0"/>
            <a:ea typeface="Verdana" panose="020B0604030504040204" pitchFamily="34" charset="0"/>
            <a:cs typeface="Verdana" panose="020B0604030504040204" pitchFamily="34" charset="0"/>
          </a:endParaRPr>
        </a:p>
      </dgm:t>
    </dgm:pt>
    <dgm:pt modelId="{309F5235-4DC0-42BF-8F2F-2B0FB396490F}">
      <dgm:prSet phldrT="[Text]" custT="1"/>
      <dgm:spPr>
        <a:solidFill>
          <a:schemeClr val="accent5">
            <a:lumMod val="90000"/>
          </a:schemeClr>
        </a:solidFill>
      </dgm:spPr>
      <dgm:t>
        <a:bodyPr/>
        <a:lstStyle/>
        <a:p>
          <a:r>
            <a:rPr lang="cs-CZ" sz="20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rPr>
            <a:t>Podmíněné</a:t>
          </a:r>
        </a:p>
      </dgm:t>
      <dgm:extLst>
        <a:ext uri="{E40237B7-FDA0-4F09-8148-C483321AD2D9}">
          <dgm14:cNvPr xmlns:dgm14="http://schemas.microsoft.com/office/drawing/2010/diagram" id="0" name="">
            <a:hlinkClick xmlns:r="http://schemas.openxmlformats.org/officeDocument/2006/relationships" r:id="rId1" action="ppaction://hlinksldjump"/>
          </dgm14:cNvPr>
        </a:ext>
      </dgm:extLst>
    </dgm:pt>
    <dgm:pt modelId="{A1378E2A-20DF-4D85-840D-B33A63EE1776}" type="parTrans" cxnId="{8F314C14-3B62-41F4-B6B0-0D236B685094}">
      <dgm:prSet custT="1"/>
      <dgm:spPr/>
      <dgm:t>
        <a:bodyPr/>
        <a:lstStyle/>
        <a:p>
          <a:endParaRPr lang="cs-CZ" sz="2000" b="1">
            <a:solidFill>
              <a:schemeClr val="tx1"/>
            </a:solidFill>
            <a:effectLst/>
            <a:latin typeface="Verdana" panose="020B0604030504040204" pitchFamily="34" charset="0"/>
            <a:ea typeface="Verdana" panose="020B0604030504040204" pitchFamily="34" charset="0"/>
            <a:cs typeface="Verdana" panose="020B0604030504040204" pitchFamily="34" charset="0"/>
          </a:endParaRPr>
        </a:p>
      </dgm:t>
    </dgm:pt>
    <dgm:pt modelId="{F082994C-CD72-47B8-9B5C-5A64554F62F0}" type="sibTrans" cxnId="{8F314C14-3B62-41F4-B6B0-0D236B685094}">
      <dgm:prSet/>
      <dgm:spPr/>
      <dgm:t>
        <a:bodyPr/>
        <a:lstStyle/>
        <a:p>
          <a:endParaRPr lang="cs-CZ" sz="2000" b="1">
            <a:solidFill>
              <a:schemeClr val="tx1"/>
            </a:solidFill>
            <a:effectLst/>
            <a:latin typeface="Verdana" panose="020B0604030504040204" pitchFamily="34" charset="0"/>
            <a:ea typeface="Verdana" panose="020B0604030504040204" pitchFamily="34" charset="0"/>
            <a:cs typeface="Verdana" panose="020B0604030504040204" pitchFamily="34" charset="0"/>
          </a:endParaRPr>
        </a:p>
      </dgm:t>
    </dgm:pt>
    <dgm:pt modelId="{15CC2AAE-8326-40B3-A175-E39DD8E5A8C2}">
      <dgm:prSet phldrT="[Text]" custT="1"/>
      <dgm:spPr>
        <a:solidFill>
          <a:schemeClr val="accent5">
            <a:lumMod val="90000"/>
          </a:schemeClr>
        </a:solidFill>
      </dgm:spPr>
      <dgm:t>
        <a:bodyPr/>
        <a:lstStyle/>
        <a:p>
          <a:r>
            <a:rPr lang="cs-CZ" sz="20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rPr>
            <a:t>Nepodmíněné</a:t>
          </a:r>
        </a:p>
      </dgm:t>
    </dgm:pt>
    <dgm:pt modelId="{B6F1CBCC-C089-4882-B2F6-DF722CF4745B}" type="parTrans" cxnId="{83DA6364-9A44-4008-B2C2-CEE659F72654}">
      <dgm:prSet custT="1"/>
      <dgm:spPr/>
      <dgm:t>
        <a:bodyPr/>
        <a:lstStyle/>
        <a:p>
          <a:endParaRPr lang="cs-CZ" sz="2000">
            <a:solidFill>
              <a:schemeClr val="tx1"/>
            </a:solidFill>
            <a:effectLst/>
          </a:endParaRPr>
        </a:p>
      </dgm:t>
    </dgm:pt>
    <dgm:pt modelId="{30D0877B-993A-43E6-94AD-1324A4B53CDC}" type="sibTrans" cxnId="{83DA6364-9A44-4008-B2C2-CEE659F72654}">
      <dgm:prSet/>
      <dgm:spPr/>
      <dgm:t>
        <a:bodyPr/>
        <a:lstStyle/>
        <a:p>
          <a:endParaRPr lang="cs-CZ" sz="2000">
            <a:solidFill>
              <a:schemeClr val="tx1"/>
            </a:solidFill>
            <a:effectLst/>
          </a:endParaRPr>
        </a:p>
      </dgm:t>
    </dgm:pt>
    <dgm:pt modelId="{484B0752-5637-41DA-AC0E-25205092E22D}">
      <dgm:prSet phldrT="[Text]" custT="1"/>
      <dgm:spPr>
        <a:solidFill>
          <a:schemeClr val="accent5">
            <a:lumMod val="90000"/>
          </a:schemeClr>
        </a:solidFill>
      </dgm:spPr>
      <dgm:t>
        <a:bodyPr/>
        <a:lstStyle/>
        <a:p>
          <a:r>
            <a:rPr lang="cs-CZ" sz="20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rPr>
            <a:t>BRANCH</a:t>
          </a:r>
        </a:p>
      </dgm:t>
      <dgm:extLst>
        <a:ext uri="{E40237B7-FDA0-4F09-8148-C483321AD2D9}">
          <dgm14:cNvPr xmlns:dgm14="http://schemas.microsoft.com/office/drawing/2010/diagram" id="0" name="">
            <a:hlinkClick xmlns:r="http://schemas.openxmlformats.org/officeDocument/2006/relationships" r:id="rId1" action="ppaction://hlinksldjump"/>
          </dgm14:cNvPr>
        </a:ext>
      </dgm:extLst>
    </dgm:pt>
    <dgm:pt modelId="{DF1322E8-EFD4-4C45-A000-CDCD4CAB2EC0}" type="parTrans" cxnId="{619CF224-11E7-4E4F-9C56-F3D2AF70BCBA}">
      <dgm:prSet custT="1"/>
      <dgm:spPr/>
      <dgm:t>
        <a:bodyPr/>
        <a:lstStyle/>
        <a:p>
          <a:endParaRPr lang="cs-CZ" sz="2000">
            <a:solidFill>
              <a:schemeClr val="tx1"/>
            </a:solidFill>
            <a:effectLst/>
          </a:endParaRPr>
        </a:p>
      </dgm:t>
    </dgm:pt>
    <dgm:pt modelId="{E00F18D6-B339-46AE-987A-B1C037F66A46}" type="sibTrans" cxnId="{619CF224-11E7-4E4F-9C56-F3D2AF70BCBA}">
      <dgm:prSet/>
      <dgm:spPr/>
      <dgm:t>
        <a:bodyPr/>
        <a:lstStyle/>
        <a:p>
          <a:endParaRPr lang="cs-CZ" sz="2000">
            <a:solidFill>
              <a:schemeClr val="tx1"/>
            </a:solidFill>
            <a:effectLst/>
          </a:endParaRPr>
        </a:p>
      </dgm:t>
    </dgm:pt>
    <dgm:pt modelId="{F9D19803-3B2A-411B-A33F-406C49ADCAD9}">
      <dgm:prSet phldrT="[Text]" custT="1"/>
      <dgm:spPr>
        <a:solidFill>
          <a:schemeClr val="accent5">
            <a:lumMod val="90000"/>
          </a:schemeClr>
        </a:solidFill>
      </dgm:spPr>
      <dgm:t>
        <a:bodyPr/>
        <a:lstStyle/>
        <a:p>
          <a:r>
            <a:rPr lang="cs-CZ" sz="20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rPr>
            <a:t>SKIP</a:t>
          </a:r>
        </a:p>
      </dgm:t>
      <dgm:extLst>
        <a:ext uri="{E40237B7-FDA0-4F09-8148-C483321AD2D9}">
          <dgm14:cNvPr xmlns:dgm14="http://schemas.microsoft.com/office/drawing/2010/diagram" id="0" name="">
            <a:hlinkClick xmlns:r="http://schemas.openxmlformats.org/officeDocument/2006/relationships" r:id="rId1" action="ppaction://hlinksldjump"/>
          </dgm14:cNvPr>
        </a:ext>
      </dgm:extLst>
    </dgm:pt>
    <dgm:pt modelId="{CFA7B63E-F28B-4186-9DC4-6388E39376CF}" type="parTrans" cxnId="{2363889C-C074-477D-B24B-6555F3A488F3}">
      <dgm:prSet custT="1"/>
      <dgm:spPr/>
      <dgm:t>
        <a:bodyPr/>
        <a:lstStyle/>
        <a:p>
          <a:endParaRPr lang="cs-CZ" sz="2000">
            <a:solidFill>
              <a:schemeClr val="tx1"/>
            </a:solidFill>
            <a:effectLst/>
          </a:endParaRPr>
        </a:p>
      </dgm:t>
    </dgm:pt>
    <dgm:pt modelId="{1F25EFF4-68F8-415C-A74D-87AFABD40DF2}" type="sibTrans" cxnId="{2363889C-C074-477D-B24B-6555F3A488F3}">
      <dgm:prSet/>
      <dgm:spPr/>
      <dgm:t>
        <a:bodyPr/>
        <a:lstStyle/>
        <a:p>
          <a:endParaRPr lang="cs-CZ" sz="2000">
            <a:solidFill>
              <a:schemeClr val="tx1"/>
            </a:solidFill>
            <a:effectLst/>
          </a:endParaRPr>
        </a:p>
      </dgm:t>
    </dgm:pt>
    <dgm:pt modelId="{B535778F-2508-4A84-905B-80E7EB8E9706}">
      <dgm:prSet phldrT="[Text]" custT="1"/>
      <dgm:spPr>
        <a:solidFill>
          <a:schemeClr val="accent5">
            <a:lumMod val="90000"/>
          </a:schemeClr>
        </a:solidFill>
      </dgm:spPr>
      <dgm:t>
        <a:bodyPr/>
        <a:lstStyle/>
        <a:p>
          <a:r>
            <a:rPr lang="cs-CZ" sz="2000" b="1" dirty="0">
              <a:solidFill>
                <a:schemeClr val="tx1"/>
              </a:solidFill>
              <a:effectLst/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rPr>
            <a:t>Relativní</a:t>
          </a:r>
        </a:p>
      </dgm:t>
    </dgm:pt>
    <dgm:pt modelId="{1211BEF4-1F5E-4D7E-B7E5-E284527593E5}" type="parTrans" cxnId="{6611A7AC-3867-41AC-A520-95303DA3F805}">
      <dgm:prSet custT="1"/>
      <dgm:spPr/>
      <dgm:t>
        <a:bodyPr/>
        <a:lstStyle/>
        <a:p>
          <a:endParaRPr lang="cs-CZ" sz="2000">
            <a:solidFill>
              <a:schemeClr val="tx1"/>
            </a:solidFill>
            <a:effectLst/>
          </a:endParaRPr>
        </a:p>
      </dgm:t>
    </dgm:pt>
    <dgm:pt modelId="{85F4C1D3-CC6D-4E52-A663-123AE8BF3B39}" type="sibTrans" cxnId="{6611A7AC-3867-41AC-A520-95303DA3F805}">
      <dgm:prSet/>
      <dgm:spPr/>
      <dgm:t>
        <a:bodyPr/>
        <a:lstStyle/>
        <a:p>
          <a:endParaRPr lang="cs-CZ" sz="2000">
            <a:solidFill>
              <a:schemeClr val="tx1"/>
            </a:solidFill>
            <a:effectLst/>
          </a:endParaRPr>
        </a:p>
      </dgm:t>
    </dgm:pt>
    <dgm:pt modelId="{6AC9BBBA-159C-47BF-8C61-BF277D8B7F30}">
      <dgm:prSet phldrT="[Text]" custT="1"/>
      <dgm:spPr>
        <a:solidFill>
          <a:schemeClr val="accent5">
            <a:lumMod val="90000"/>
          </a:schemeClr>
        </a:solidFill>
      </dgm:spPr>
      <dgm:t>
        <a:bodyPr/>
        <a:lstStyle/>
        <a:p>
          <a:r>
            <a:rPr lang="cs-CZ" sz="2000" b="1" dirty="0">
              <a:solidFill>
                <a:schemeClr val="tx1"/>
              </a:solidFill>
              <a:effectLst/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rPr>
            <a:t>Absolutní</a:t>
          </a:r>
        </a:p>
      </dgm:t>
    </dgm:pt>
    <dgm:pt modelId="{174BE722-2DD0-40C8-8DD5-092D1541AA26}" type="parTrans" cxnId="{9306F196-2F98-4151-AE36-CB7ECC2DC5C5}">
      <dgm:prSet custT="1"/>
      <dgm:spPr/>
      <dgm:t>
        <a:bodyPr/>
        <a:lstStyle/>
        <a:p>
          <a:endParaRPr lang="cs-CZ" sz="2000">
            <a:solidFill>
              <a:schemeClr val="tx1"/>
            </a:solidFill>
            <a:effectLst/>
          </a:endParaRPr>
        </a:p>
      </dgm:t>
    </dgm:pt>
    <dgm:pt modelId="{7F3B6515-EA6D-4D5E-97D4-D69C9115C52D}" type="sibTrans" cxnId="{9306F196-2F98-4151-AE36-CB7ECC2DC5C5}">
      <dgm:prSet/>
      <dgm:spPr/>
      <dgm:t>
        <a:bodyPr/>
        <a:lstStyle/>
        <a:p>
          <a:endParaRPr lang="cs-CZ" sz="2000">
            <a:solidFill>
              <a:schemeClr val="tx1"/>
            </a:solidFill>
            <a:effectLst/>
          </a:endParaRPr>
        </a:p>
      </dgm:t>
    </dgm:pt>
    <dgm:pt modelId="{75FD91F1-1650-4477-B0D5-E79B79F808C6}">
      <dgm:prSet phldrT="[Text]" custT="1"/>
      <dgm:spPr>
        <a:solidFill>
          <a:schemeClr val="accent5">
            <a:lumMod val="90000"/>
          </a:schemeClr>
        </a:solidFill>
      </dgm:spPr>
      <dgm:t>
        <a:bodyPr/>
        <a:lstStyle/>
        <a:p>
          <a:r>
            <a:rPr lang="cs-CZ" sz="2000" b="1" dirty="0">
              <a:solidFill>
                <a:schemeClr val="tx1"/>
              </a:solidFill>
              <a:effectLst/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rPr>
            <a:t>Nepřímé</a:t>
          </a:r>
        </a:p>
      </dgm:t>
    </dgm:pt>
    <dgm:pt modelId="{1A5DE479-1617-454F-964A-C44F838C4E0A}" type="parTrans" cxnId="{188DF1CA-1812-44F2-A364-AB7B4814C92A}">
      <dgm:prSet custT="1"/>
      <dgm:spPr/>
      <dgm:t>
        <a:bodyPr/>
        <a:lstStyle/>
        <a:p>
          <a:endParaRPr lang="cs-CZ" sz="2000">
            <a:solidFill>
              <a:schemeClr val="tx1"/>
            </a:solidFill>
            <a:effectLst/>
          </a:endParaRPr>
        </a:p>
      </dgm:t>
    </dgm:pt>
    <dgm:pt modelId="{4B4F5749-0108-4706-A6E2-12C966D3CB31}" type="sibTrans" cxnId="{188DF1CA-1812-44F2-A364-AB7B4814C92A}">
      <dgm:prSet/>
      <dgm:spPr/>
      <dgm:t>
        <a:bodyPr/>
        <a:lstStyle/>
        <a:p>
          <a:endParaRPr lang="cs-CZ" sz="2000">
            <a:solidFill>
              <a:schemeClr val="tx1"/>
            </a:solidFill>
            <a:effectLst/>
          </a:endParaRPr>
        </a:p>
      </dgm:t>
    </dgm:pt>
    <dgm:pt modelId="{8BFF1399-B841-4534-A071-45644E611810}" type="pres">
      <dgm:prSet presAssocID="{2D7443ED-A511-4545-A915-6A39DC4E1205}" presName="mainComposite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98BE3620-22FD-4E66-9107-8B64BCD8B150}" type="pres">
      <dgm:prSet presAssocID="{2D7443ED-A511-4545-A915-6A39DC4E1205}" presName="hierFlow" presStyleCnt="0"/>
      <dgm:spPr/>
    </dgm:pt>
    <dgm:pt modelId="{86352E52-3B23-4BB9-8987-7FECB1F5828D}" type="pres">
      <dgm:prSet presAssocID="{2D7443ED-A511-4545-A915-6A39DC4E1205}" presName="hierChild1" presStyleCnt="0">
        <dgm:presLayoutVars>
          <dgm:chPref val="1"/>
          <dgm:animOne val="branch"/>
          <dgm:animLvl val="lvl"/>
        </dgm:presLayoutVars>
      </dgm:prSet>
      <dgm:spPr/>
    </dgm:pt>
    <dgm:pt modelId="{A986693D-8D29-4537-A640-EAA00B993D21}" type="pres">
      <dgm:prSet presAssocID="{1539470D-1772-405F-912B-B86251B3FC3B}" presName="Name17" presStyleCnt="0"/>
      <dgm:spPr/>
    </dgm:pt>
    <dgm:pt modelId="{F7D09AA6-3622-402F-81AD-5EFF38C4940B}" type="pres">
      <dgm:prSet presAssocID="{1539470D-1772-405F-912B-B86251B3FC3B}" presName="level1Shape" presStyleLbl="node0" presStyleIdx="0" presStyleCnt="1" custLinFactNeighborX="-54776" custLinFactNeighborY="-6459">
        <dgm:presLayoutVars>
          <dgm:chPref val="3"/>
        </dgm:presLayoutVars>
      </dgm:prSet>
      <dgm:spPr/>
    </dgm:pt>
    <dgm:pt modelId="{4B13AA1E-B3F5-4C94-89F6-FCB5ABD702FD}" type="pres">
      <dgm:prSet presAssocID="{1539470D-1772-405F-912B-B86251B3FC3B}" presName="hierChild2" presStyleCnt="0"/>
      <dgm:spPr/>
    </dgm:pt>
    <dgm:pt modelId="{9D0AEF7D-4C70-4534-8CAF-2F4854BE9DCD}" type="pres">
      <dgm:prSet presAssocID="{A1378E2A-20DF-4D85-840D-B33A63EE1776}" presName="Name25" presStyleLbl="parChTrans1D2" presStyleIdx="0" presStyleCnt="2"/>
      <dgm:spPr/>
    </dgm:pt>
    <dgm:pt modelId="{0A43235D-3D3A-44A5-A778-0005C461739D}" type="pres">
      <dgm:prSet presAssocID="{A1378E2A-20DF-4D85-840D-B33A63EE1776}" presName="connTx" presStyleLbl="parChTrans1D2" presStyleIdx="0" presStyleCnt="2"/>
      <dgm:spPr/>
    </dgm:pt>
    <dgm:pt modelId="{D79B08AB-1F3D-44E9-9904-0520B28BD045}" type="pres">
      <dgm:prSet presAssocID="{309F5235-4DC0-42BF-8F2F-2B0FB396490F}" presName="Name30" presStyleCnt="0"/>
      <dgm:spPr/>
    </dgm:pt>
    <dgm:pt modelId="{7F9DA9DF-48DE-4A50-9268-8264EBFAA471}" type="pres">
      <dgm:prSet presAssocID="{309F5235-4DC0-42BF-8F2F-2B0FB396490F}" presName="level2Shape" presStyleLbl="node2" presStyleIdx="0" presStyleCnt="2" custScaleX="112104"/>
      <dgm:spPr/>
    </dgm:pt>
    <dgm:pt modelId="{934E3238-38C0-4023-9640-FEAB19503069}" type="pres">
      <dgm:prSet presAssocID="{309F5235-4DC0-42BF-8F2F-2B0FB396490F}" presName="hierChild3" presStyleCnt="0"/>
      <dgm:spPr/>
    </dgm:pt>
    <dgm:pt modelId="{14F8F458-0AA6-42DB-B564-CE10533B18A6}" type="pres">
      <dgm:prSet presAssocID="{DF1322E8-EFD4-4C45-A000-CDCD4CAB2EC0}" presName="Name25" presStyleLbl="parChTrans1D3" presStyleIdx="0" presStyleCnt="5"/>
      <dgm:spPr/>
    </dgm:pt>
    <dgm:pt modelId="{96CD01BA-C976-41E0-93E8-EB316BBF0F48}" type="pres">
      <dgm:prSet presAssocID="{DF1322E8-EFD4-4C45-A000-CDCD4CAB2EC0}" presName="connTx" presStyleLbl="parChTrans1D3" presStyleIdx="0" presStyleCnt="5"/>
      <dgm:spPr/>
    </dgm:pt>
    <dgm:pt modelId="{0CBCDAA4-B5D1-424F-BCED-85951BCEDC33}" type="pres">
      <dgm:prSet presAssocID="{484B0752-5637-41DA-AC0E-25205092E22D}" presName="Name30" presStyleCnt="0"/>
      <dgm:spPr/>
    </dgm:pt>
    <dgm:pt modelId="{973E3AA9-DD5F-4F0D-A49E-860B5E6C16D8}" type="pres">
      <dgm:prSet presAssocID="{484B0752-5637-41DA-AC0E-25205092E22D}" presName="level2Shape" presStyleLbl="node3" presStyleIdx="0" presStyleCnt="5" custScaleY="65893"/>
      <dgm:spPr/>
    </dgm:pt>
    <dgm:pt modelId="{10D88972-797A-4B39-95CD-D4C78B6702FC}" type="pres">
      <dgm:prSet presAssocID="{484B0752-5637-41DA-AC0E-25205092E22D}" presName="hierChild3" presStyleCnt="0"/>
      <dgm:spPr/>
    </dgm:pt>
    <dgm:pt modelId="{96750EDD-B823-4B02-B0C5-7E19B3D1A304}" type="pres">
      <dgm:prSet presAssocID="{CFA7B63E-F28B-4186-9DC4-6388E39376CF}" presName="Name25" presStyleLbl="parChTrans1D3" presStyleIdx="1" presStyleCnt="5"/>
      <dgm:spPr/>
    </dgm:pt>
    <dgm:pt modelId="{E7D1C9C4-F8FC-470F-88B5-314C9F31F802}" type="pres">
      <dgm:prSet presAssocID="{CFA7B63E-F28B-4186-9DC4-6388E39376CF}" presName="connTx" presStyleLbl="parChTrans1D3" presStyleIdx="1" presStyleCnt="5"/>
      <dgm:spPr/>
    </dgm:pt>
    <dgm:pt modelId="{E8C67AE2-FBFC-443F-8708-CEB7DB691F9E}" type="pres">
      <dgm:prSet presAssocID="{F9D19803-3B2A-411B-A33F-406C49ADCAD9}" presName="Name30" presStyleCnt="0"/>
      <dgm:spPr/>
    </dgm:pt>
    <dgm:pt modelId="{DE401780-3B63-47ED-A3FF-14E50F66D524}" type="pres">
      <dgm:prSet presAssocID="{F9D19803-3B2A-411B-A33F-406C49ADCAD9}" presName="level2Shape" presStyleLbl="node3" presStyleIdx="1" presStyleCnt="5" custScaleY="61448"/>
      <dgm:spPr/>
    </dgm:pt>
    <dgm:pt modelId="{29D06656-9201-443C-89C9-0EB334DD97AF}" type="pres">
      <dgm:prSet presAssocID="{F9D19803-3B2A-411B-A33F-406C49ADCAD9}" presName="hierChild3" presStyleCnt="0"/>
      <dgm:spPr/>
    </dgm:pt>
    <dgm:pt modelId="{70015F12-A535-4F72-9524-01829781943D}" type="pres">
      <dgm:prSet presAssocID="{B6F1CBCC-C089-4882-B2F6-DF722CF4745B}" presName="Name25" presStyleLbl="parChTrans1D2" presStyleIdx="1" presStyleCnt="2"/>
      <dgm:spPr/>
    </dgm:pt>
    <dgm:pt modelId="{83079ED9-4FCC-41AA-8CC6-36E99FB0AE36}" type="pres">
      <dgm:prSet presAssocID="{B6F1CBCC-C089-4882-B2F6-DF722CF4745B}" presName="connTx" presStyleLbl="parChTrans1D2" presStyleIdx="1" presStyleCnt="2"/>
      <dgm:spPr/>
    </dgm:pt>
    <dgm:pt modelId="{946E0940-12F9-466F-A88F-9D48511897CC}" type="pres">
      <dgm:prSet presAssocID="{15CC2AAE-8326-40B3-A175-E39DD8E5A8C2}" presName="Name30" presStyleCnt="0"/>
      <dgm:spPr/>
    </dgm:pt>
    <dgm:pt modelId="{42D6D441-2228-4F3C-AB49-56629C9648F9}" type="pres">
      <dgm:prSet presAssocID="{15CC2AAE-8326-40B3-A175-E39DD8E5A8C2}" presName="level2Shape" presStyleLbl="node2" presStyleIdx="1" presStyleCnt="2" custScaleX="112104"/>
      <dgm:spPr/>
    </dgm:pt>
    <dgm:pt modelId="{63CE896C-30B0-455B-9B6F-E2A9EB3CA5C7}" type="pres">
      <dgm:prSet presAssocID="{15CC2AAE-8326-40B3-A175-E39DD8E5A8C2}" presName="hierChild3" presStyleCnt="0"/>
      <dgm:spPr/>
    </dgm:pt>
    <dgm:pt modelId="{355A5FF3-8B80-4903-9619-693D069C5526}" type="pres">
      <dgm:prSet presAssocID="{1211BEF4-1F5E-4D7E-B7E5-E284527593E5}" presName="Name25" presStyleLbl="parChTrans1D3" presStyleIdx="2" presStyleCnt="5"/>
      <dgm:spPr/>
    </dgm:pt>
    <dgm:pt modelId="{D88A55D5-B37A-4C35-B032-42507B5EE9AC}" type="pres">
      <dgm:prSet presAssocID="{1211BEF4-1F5E-4D7E-B7E5-E284527593E5}" presName="connTx" presStyleLbl="parChTrans1D3" presStyleIdx="2" presStyleCnt="5"/>
      <dgm:spPr/>
    </dgm:pt>
    <dgm:pt modelId="{0A33086A-D3BB-4A59-ACF7-D84A3CACDBCF}" type="pres">
      <dgm:prSet presAssocID="{B535778F-2508-4A84-905B-80E7EB8E9706}" presName="Name30" presStyleCnt="0"/>
      <dgm:spPr/>
    </dgm:pt>
    <dgm:pt modelId="{54A563C6-3D38-47B3-B768-9FB5A66AFAA5}" type="pres">
      <dgm:prSet presAssocID="{B535778F-2508-4A84-905B-80E7EB8E9706}" presName="level2Shape" presStyleLbl="node3" presStyleIdx="2" presStyleCnt="5" custScaleY="60908"/>
      <dgm:spPr/>
    </dgm:pt>
    <dgm:pt modelId="{F2A1FB4E-5713-4A6D-B75E-B36D7425A71F}" type="pres">
      <dgm:prSet presAssocID="{B535778F-2508-4A84-905B-80E7EB8E9706}" presName="hierChild3" presStyleCnt="0"/>
      <dgm:spPr/>
    </dgm:pt>
    <dgm:pt modelId="{540676F3-A6E1-4417-9718-06C2BFB865C7}" type="pres">
      <dgm:prSet presAssocID="{174BE722-2DD0-40C8-8DD5-092D1541AA26}" presName="Name25" presStyleLbl="parChTrans1D3" presStyleIdx="3" presStyleCnt="5"/>
      <dgm:spPr/>
    </dgm:pt>
    <dgm:pt modelId="{C7F744D1-21D6-4C7B-8C44-48CB54E77DD4}" type="pres">
      <dgm:prSet presAssocID="{174BE722-2DD0-40C8-8DD5-092D1541AA26}" presName="connTx" presStyleLbl="parChTrans1D3" presStyleIdx="3" presStyleCnt="5"/>
      <dgm:spPr/>
    </dgm:pt>
    <dgm:pt modelId="{09FF0229-1E72-482E-B0D6-99010E1228B0}" type="pres">
      <dgm:prSet presAssocID="{6AC9BBBA-159C-47BF-8C61-BF277D8B7F30}" presName="Name30" presStyleCnt="0"/>
      <dgm:spPr/>
    </dgm:pt>
    <dgm:pt modelId="{AA7E86D8-BC14-4CBC-9855-B1AFE7CAF403}" type="pres">
      <dgm:prSet presAssocID="{6AC9BBBA-159C-47BF-8C61-BF277D8B7F30}" presName="level2Shape" presStyleLbl="node3" presStyleIdx="3" presStyleCnt="5" custScaleY="60908"/>
      <dgm:spPr/>
    </dgm:pt>
    <dgm:pt modelId="{1C974748-BC35-40BF-ADEA-011527BFCE62}" type="pres">
      <dgm:prSet presAssocID="{6AC9BBBA-159C-47BF-8C61-BF277D8B7F30}" presName="hierChild3" presStyleCnt="0"/>
      <dgm:spPr/>
    </dgm:pt>
    <dgm:pt modelId="{D0F849D0-20BE-48D4-B8A1-4BDFAB053B8F}" type="pres">
      <dgm:prSet presAssocID="{1A5DE479-1617-454F-964A-C44F838C4E0A}" presName="Name25" presStyleLbl="parChTrans1D3" presStyleIdx="4" presStyleCnt="5"/>
      <dgm:spPr/>
    </dgm:pt>
    <dgm:pt modelId="{6828DDB8-274C-4900-A003-5787B96B997F}" type="pres">
      <dgm:prSet presAssocID="{1A5DE479-1617-454F-964A-C44F838C4E0A}" presName="connTx" presStyleLbl="parChTrans1D3" presStyleIdx="4" presStyleCnt="5"/>
      <dgm:spPr/>
    </dgm:pt>
    <dgm:pt modelId="{F061D8A2-F60A-444A-912F-1BB4484FE7D4}" type="pres">
      <dgm:prSet presAssocID="{75FD91F1-1650-4477-B0D5-E79B79F808C6}" presName="Name30" presStyleCnt="0"/>
      <dgm:spPr/>
    </dgm:pt>
    <dgm:pt modelId="{E841E2B3-2F3B-46D6-B30A-BBC152BB6424}" type="pres">
      <dgm:prSet presAssocID="{75FD91F1-1650-4477-B0D5-E79B79F808C6}" presName="level2Shape" presStyleLbl="node3" presStyleIdx="4" presStyleCnt="5" custScaleY="60908"/>
      <dgm:spPr/>
    </dgm:pt>
    <dgm:pt modelId="{039759EF-F4F4-4504-A61B-AE3BFF33A84C}" type="pres">
      <dgm:prSet presAssocID="{75FD91F1-1650-4477-B0D5-E79B79F808C6}" presName="hierChild3" presStyleCnt="0"/>
      <dgm:spPr/>
    </dgm:pt>
    <dgm:pt modelId="{3DEBBD57-34F8-4698-90DA-10A622BE3F42}" type="pres">
      <dgm:prSet presAssocID="{2D7443ED-A511-4545-A915-6A39DC4E1205}" presName="bgShapesFlow" presStyleCnt="0"/>
      <dgm:spPr/>
    </dgm:pt>
  </dgm:ptLst>
  <dgm:cxnLst>
    <dgm:cxn modelId="{38F6C413-489B-4773-8AA0-29C630B9E9B7}" type="presOf" srcId="{1211BEF4-1F5E-4D7E-B7E5-E284527593E5}" destId="{355A5FF3-8B80-4903-9619-693D069C5526}" srcOrd="0" destOrd="0" presId="urn:microsoft.com/office/officeart/2005/8/layout/hierarchy5"/>
    <dgm:cxn modelId="{8F314C14-3B62-41F4-B6B0-0D236B685094}" srcId="{1539470D-1772-405F-912B-B86251B3FC3B}" destId="{309F5235-4DC0-42BF-8F2F-2B0FB396490F}" srcOrd="0" destOrd="0" parTransId="{A1378E2A-20DF-4D85-840D-B33A63EE1776}" sibTransId="{F082994C-CD72-47B8-9B5C-5A64554F62F0}"/>
    <dgm:cxn modelId="{619CF224-11E7-4E4F-9C56-F3D2AF70BCBA}" srcId="{309F5235-4DC0-42BF-8F2F-2B0FB396490F}" destId="{484B0752-5637-41DA-AC0E-25205092E22D}" srcOrd="0" destOrd="0" parTransId="{DF1322E8-EFD4-4C45-A000-CDCD4CAB2EC0}" sibTransId="{E00F18D6-B339-46AE-987A-B1C037F66A46}"/>
    <dgm:cxn modelId="{A7D1B13A-5837-4C41-9483-FB50141C3E5C}" type="presOf" srcId="{309F5235-4DC0-42BF-8F2F-2B0FB396490F}" destId="{7F9DA9DF-48DE-4A50-9268-8264EBFAA471}" srcOrd="0" destOrd="0" presId="urn:microsoft.com/office/officeart/2005/8/layout/hierarchy5"/>
    <dgm:cxn modelId="{59CB803D-95E2-44E6-B9D1-6F84A8B40BF5}" type="presOf" srcId="{15CC2AAE-8326-40B3-A175-E39DD8E5A8C2}" destId="{42D6D441-2228-4F3C-AB49-56629C9648F9}" srcOrd="0" destOrd="0" presId="urn:microsoft.com/office/officeart/2005/8/layout/hierarchy5"/>
    <dgm:cxn modelId="{2C35C13F-59F1-4494-85F5-D2DE3B7F4811}" type="presOf" srcId="{1539470D-1772-405F-912B-B86251B3FC3B}" destId="{F7D09AA6-3622-402F-81AD-5EFF38C4940B}" srcOrd="0" destOrd="0" presId="urn:microsoft.com/office/officeart/2005/8/layout/hierarchy5"/>
    <dgm:cxn modelId="{83DA6364-9A44-4008-B2C2-CEE659F72654}" srcId="{1539470D-1772-405F-912B-B86251B3FC3B}" destId="{15CC2AAE-8326-40B3-A175-E39DD8E5A8C2}" srcOrd="1" destOrd="0" parTransId="{B6F1CBCC-C089-4882-B2F6-DF722CF4745B}" sibTransId="{30D0877B-993A-43E6-94AD-1324A4B53CDC}"/>
    <dgm:cxn modelId="{80AA0067-78EB-4B4D-828F-969AD6B1A040}" type="presOf" srcId="{75FD91F1-1650-4477-B0D5-E79B79F808C6}" destId="{E841E2B3-2F3B-46D6-B30A-BBC152BB6424}" srcOrd="0" destOrd="0" presId="urn:microsoft.com/office/officeart/2005/8/layout/hierarchy5"/>
    <dgm:cxn modelId="{69905C47-309A-4806-8FF7-EF535A673924}" type="presOf" srcId="{CFA7B63E-F28B-4186-9DC4-6388E39376CF}" destId="{E7D1C9C4-F8FC-470F-88B5-314C9F31F802}" srcOrd="1" destOrd="0" presId="urn:microsoft.com/office/officeart/2005/8/layout/hierarchy5"/>
    <dgm:cxn modelId="{33565C68-30A1-4513-8024-01E4A542493A}" type="presOf" srcId="{B535778F-2508-4A84-905B-80E7EB8E9706}" destId="{54A563C6-3D38-47B3-B768-9FB5A66AFAA5}" srcOrd="0" destOrd="0" presId="urn:microsoft.com/office/officeart/2005/8/layout/hierarchy5"/>
    <dgm:cxn modelId="{ABD44A49-4418-44B2-ADEB-3F49F285AB82}" type="presOf" srcId="{DF1322E8-EFD4-4C45-A000-CDCD4CAB2EC0}" destId="{14F8F458-0AA6-42DB-B564-CE10533B18A6}" srcOrd="0" destOrd="0" presId="urn:microsoft.com/office/officeart/2005/8/layout/hierarchy5"/>
    <dgm:cxn modelId="{EFA28769-F1EB-4D96-A398-226EBEB7C09E}" type="presOf" srcId="{1A5DE479-1617-454F-964A-C44F838C4E0A}" destId="{D0F849D0-20BE-48D4-B8A1-4BDFAB053B8F}" srcOrd="0" destOrd="0" presId="urn:microsoft.com/office/officeart/2005/8/layout/hierarchy5"/>
    <dgm:cxn modelId="{E720106C-DD03-42D2-A505-AB8A15738E54}" type="presOf" srcId="{174BE722-2DD0-40C8-8DD5-092D1541AA26}" destId="{C7F744D1-21D6-4C7B-8C44-48CB54E77DD4}" srcOrd="1" destOrd="0" presId="urn:microsoft.com/office/officeart/2005/8/layout/hierarchy5"/>
    <dgm:cxn modelId="{78706653-8202-4697-9C62-6C32649E45D8}" type="presOf" srcId="{B6F1CBCC-C089-4882-B2F6-DF722CF4745B}" destId="{83079ED9-4FCC-41AA-8CC6-36E99FB0AE36}" srcOrd="1" destOrd="0" presId="urn:microsoft.com/office/officeart/2005/8/layout/hierarchy5"/>
    <dgm:cxn modelId="{DE521A80-1D10-40BF-A121-0B8EE17106E8}" type="presOf" srcId="{484B0752-5637-41DA-AC0E-25205092E22D}" destId="{973E3AA9-DD5F-4F0D-A49E-860B5E6C16D8}" srcOrd="0" destOrd="0" presId="urn:microsoft.com/office/officeart/2005/8/layout/hierarchy5"/>
    <dgm:cxn modelId="{8234A287-2275-4DBE-90B4-C63DB9A8F0AD}" srcId="{2D7443ED-A511-4545-A915-6A39DC4E1205}" destId="{1539470D-1772-405F-912B-B86251B3FC3B}" srcOrd="0" destOrd="0" parTransId="{A2712BB7-5105-4FFB-82FC-03F951744300}" sibTransId="{155D418C-A6E9-4720-9A40-FD7D9309E092}"/>
    <dgm:cxn modelId="{918FFE8B-8FE5-43B3-B0BC-02D4C8163B63}" type="presOf" srcId="{CFA7B63E-F28B-4186-9DC4-6388E39376CF}" destId="{96750EDD-B823-4B02-B0C5-7E19B3D1A304}" srcOrd="0" destOrd="0" presId="urn:microsoft.com/office/officeart/2005/8/layout/hierarchy5"/>
    <dgm:cxn modelId="{9306F196-2F98-4151-AE36-CB7ECC2DC5C5}" srcId="{15CC2AAE-8326-40B3-A175-E39DD8E5A8C2}" destId="{6AC9BBBA-159C-47BF-8C61-BF277D8B7F30}" srcOrd="1" destOrd="0" parTransId="{174BE722-2DD0-40C8-8DD5-092D1541AA26}" sibTransId="{7F3B6515-EA6D-4D5E-97D4-D69C9115C52D}"/>
    <dgm:cxn modelId="{48350498-C199-437F-AABC-DBC5AFCE3E67}" type="presOf" srcId="{1211BEF4-1F5E-4D7E-B7E5-E284527593E5}" destId="{D88A55D5-B37A-4C35-B032-42507B5EE9AC}" srcOrd="1" destOrd="0" presId="urn:microsoft.com/office/officeart/2005/8/layout/hierarchy5"/>
    <dgm:cxn modelId="{2363889C-C074-477D-B24B-6555F3A488F3}" srcId="{309F5235-4DC0-42BF-8F2F-2B0FB396490F}" destId="{F9D19803-3B2A-411B-A33F-406C49ADCAD9}" srcOrd="1" destOrd="0" parTransId="{CFA7B63E-F28B-4186-9DC4-6388E39376CF}" sibTransId="{1F25EFF4-68F8-415C-A74D-87AFABD40DF2}"/>
    <dgm:cxn modelId="{58BB8A9E-1A5E-446D-8093-CA97BF8E1045}" type="presOf" srcId="{A1378E2A-20DF-4D85-840D-B33A63EE1776}" destId="{9D0AEF7D-4C70-4534-8CAF-2F4854BE9DCD}" srcOrd="0" destOrd="0" presId="urn:microsoft.com/office/officeart/2005/8/layout/hierarchy5"/>
    <dgm:cxn modelId="{6611A7AC-3867-41AC-A520-95303DA3F805}" srcId="{15CC2AAE-8326-40B3-A175-E39DD8E5A8C2}" destId="{B535778F-2508-4A84-905B-80E7EB8E9706}" srcOrd="0" destOrd="0" parTransId="{1211BEF4-1F5E-4D7E-B7E5-E284527593E5}" sibTransId="{85F4C1D3-CC6D-4E52-A663-123AE8BF3B39}"/>
    <dgm:cxn modelId="{0F2A13BC-AFF3-480D-880D-5200EA6F4218}" type="presOf" srcId="{DF1322E8-EFD4-4C45-A000-CDCD4CAB2EC0}" destId="{96CD01BA-C976-41E0-93E8-EB316BBF0F48}" srcOrd="1" destOrd="0" presId="urn:microsoft.com/office/officeart/2005/8/layout/hierarchy5"/>
    <dgm:cxn modelId="{A55701BF-B261-4DAB-BF94-C4F1091D9FC8}" type="presOf" srcId="{B6F1CBCC-C089-4882-B2F6-DF722CF4745B}" destId="{70015F12-A535-4F72-9524-01829781943D}" srcOrd="0" destOrd="0" presId="urn:microsoft.com/office/officeart/2005/8/layout/hierarchy5"/>
    <dgm:cxn modelId="{242F7CC6-11AB-4E8D-99A6-ACEA07C2E36D}" type="presOf" srcId="{2D7443ED-A511-4545-A915-6A39DC4E1205}" destId="{8BFF1399-B841-4534-A071-45644E611810}" srcOrd="0" destOrd="0" presId="urn:microsoft.com/office/officeart/2005/8/layout/hierarchy5"/>
    <dgm:cxn modelId="{188DF1CA-1812-44F2-A364-AB7B4814C92A}" srcId="{15CC2AAE-8326-40B3-A175-E39DD8E5A8C2}" destId="{75FD91F1-1650-4477-B0D5-E79B79F808C6}" srcOrd="2" destOrd="0" parTransId="{1A5DE479-1617-454F-964A-C44F838C4E0A}" sibTransId="{4B4F5749-0108-4706-A6E2-12C966D3CB31}"/>
    <dgm:cxn modelId="{08B690D4-5EB2-4B14-B8A4-0F2806098669}" type="presOf" srcId="{174BE722-2DD0-40C8-8DD5-092D1541AA26}" destId="{540676F3-A6E1-4417-9718-06C2BFB865C7}" srcOrd="0" destOrd="0" presId="urn:microsoft.com/office/officeart/2005/8/layout/hierarchy5"/>
    <dgm:cxn modelId="{5E630BE2-F900-421D-8BE0-EC03F50A3398}" type="presOf" srcId="{A1378E2A-20DF-4D85-840D-B33A63EE1776}" destId="{0A43235D-3D3A-44A5-A778-0005C461739D}" srcOrd="1" destOrd="0" presId="urn:microsoft.com/office/officeart/2005/8/layout/hierarchy5"/>
    <dgm:cxn modelId="{661DEAEB-973D-4880-A38F-21DB50390EAB}" type="presOf" srcId="{6AC9BBBA-159C-47BF-8C61-BF277D8B7F30}" destId="{AA7E86D8-BC14-4CBC-9855-B1AFE7CAF403}" srcOrd="0" destOrd="0" presId="urn:microsoft.com/office/officeart/2005/8/layout/hierarchy5"/>
    <dgm:cxn modelId="{1B7C77F7-2988-468F-85B9-25B697212359}" type="presOf" srcId="{1A5DE479-1617-454F-964A-C44F838C4E0A}" destId="{6828DDB8-274C-4900-A003-5787B96B997F}" srcOrd="1" destOrd="0" presId="urn:microsoft.com/office/officeart/2005/8/layout/hierarchy5"/>
    <dgm:cxn modelId="{B47E99FD-2B59-4334-93A7-C3575F8AFB3B}" type="presOf" srcId="{F9D19803-3B2A-411B-A33F-406C49ADCAD9}" destId="{DE401780-3B63-47ED-A3FF-14E50F66D524}" srcOrd="0" destOrd="0" presId="urn:microsoft.com/office/officeart/2005/8/layout/hierarchy5"/>
    <dgm:cxn modelId="{25E729B8-3ADB-4CE3-8856-BB771A206D3D}" type="presParOf" srcId="{8BFF1399-B841-4534-A071-45644E611810}" destId="{98BE3620-22FD-4E66-9107-8B64BCD8B150}" srcOrd="0" destOrd="0" presId="urn:microsoft.com/office/officeart/2005/8/layout/hierarchy5"/>
    <dgm:cxn modelId="{F1B33FB6-7FE9-4AE5-B8CA-B56A7330F674}" type="presParOf" srcId="{98BE3620-22FD-4E66-9107-8B64BCD8B150}" destId="{86352E52-3B23-4BB9-8987-7FECB1F5828D}" srcOrd="0" destOrd="0" presId="urn:microsoft.com/office/officeart/2005/8/layout/hierarchy5"/>
    <dgm:cxn modelId="{E10B676D-6182-419B-93FB-283709B0660F}" type="presParOf" srcId="{86352E52-3B23-4BB9-8987-7FECB1F5828D}" destId="{A986693D-8D29-4537-A640-EAA00B993D21}" srcOrd="0" destOrd="0" presId="urn:microsoft.com/office/officeart/2005/8/layout/hierarchy5"/>
    <dgm:cxn modelId="{AF8660D7-FA4F-4778-98AC-39B4D78BC0A9}" type="presParOf" srcId="{A986693D-8D29-4537-A640-EAA00B993D21}" destId="{F7D09AA6-3622-402F-81AD-5EFF38C4940B}" srcOrd="0" destOrd="0" presId="urn:microsoft.com/office/officeart/2005/8/layout/hierarchy5"/>
    <dgm:cxn modelId="{307F6029-E2AC-4DD4-8F5B-6997EDE22F09}" type="presParOf" srcId="{A986693D-8D29-4537-A640-EAA00B993D21}" destId="{4B13AA1E-B3F5-4C94-89F6-FCB5ABD702FD}" srcOrd="1" destOrd="0" presId="urn:microsoft.com/office/officeart/2005/8/layout/hierarchy5"/>
    <dgm:cxn modelId="{6C105FE0-9BE3-450A-8590-5E9894F50C40}" type="presParOf" srcId="{4B13AA1E-B3F5-4C94-89F6-FCB5ABD702FD}" destId="{9D0AEF7D-4C70-4534-8CAF-2F4854BE9DCD}" srcOrd="0" destOrd="0" presId="urn:microsoft.com/office/officeart/2005/8/layout/hierarchy5"/>
    <dgm:cxn modelId="{AF6B2785-E234-4C3B-8EC3-DA66D4535D69}" type="presParOf" srcId="{9D0AEF7D-4C70-4534-8CAF-2F4854BE9DCD}" destId="{0A43235D-3D3A-44A5-A778-0005C461739D}" srcOrd="0" destOrd="0" presId="urn:microsoft.com/office/officeart/2005/8/layout/hierarchy5"/>
    <dgm:cxn modelId="{003B0B97-E47C-4C74-8466-40C5C78CD236}" type="presParOf" srcId="{4B13AA1E-B3F5-4C94-89F6-FCB5ABD702FD}" destId="{D79B08AB-1F3D-44E9-9904-0520B28BD045}" srcOrd="1" destOrd="0" presId="urn:microsoft.com/office/officeart/2005/8/layout/hierarchy5"/>
    <dgm:cxn modelId="{44B84A60-8A2B-44E5-BF94-719027177165}" type="presParOf" srcId="{D79B08AB-1F3D-44E9-9904-0520B28BD045}" destId="{7F9DA9DF-48DE-4A50-9268-8264EBFAA471}" srcOrd="0" destOrd="0" presId="urn:microsoft.com/office/officeart/2005/8/layout/hierarchy5"/>
    <dgm:cxn modelId="{EB6159D6-317A-4CD0-B35F-1A10E73CF4C3}" type="presParOf" srcId="{D79B08AB-1F3D-44E9-9904-0520B28BD045}" destId="{934E3238-38C0-4023-9640-FEAB19503069}" srcOrd="1" destOrd="0" presId="urn:microsoft.com/office/officeart/2005/8/layout/hierarchy5"/>
    <dgm:cxn modelId="{907836BD-2AC2-431B-A525-9D96EF30B700}" type="presParOf" srcId="{934E3238-38C0-4023-9640-FEAB19503069}" destId="{14F8F458-0AA6-42DB-B564-CE10533B18A6}" srcOrd="0" destOrd="0" presId="urn:microsoft.com/office/officeart/2005/8/layout/hierarchy5"/>
    <dgm:cxn modelId="{20F2C81C-E9F7-46DE-A224-8F3F0D051DD2}" type="presParOf" srcId="{14F8F458-0AA6-42DB-B564-CE10533B18A6}" destId="{96CD01BA-C976-41E0-93E8-EB316BBF0F48}" srcOrd="0" destOrd="0" presId="urn:microsoft.com/office/officeart/2005/8/layout/hierarchy5"/>
    <dgm:cxn modelId="{5220983F-9982-4B37-BD8B-8CC8A71E6940}" type="presParOf" srcId="{934E3238-38C0-4023-9640-FEAB19503069}" destId="{0CBCDAA4-B5D1-424F-BCED-85951BCEDC33}" srcOrd="1" destOrd="0" presId="urn:microsoft.com/office/officeart/2005/8/layout/hierarchy5"/>
    <dgm:cxn modelId="{C3332900-B1ED-480F-A080-6B4AB1F440B1}" type="presParOf" srcId="{0CBCDAA4-B5D1-424F-BCED-85951BCEDC33}" destId="{973E3AA9-DD5F-4F0D-A49E-860B5E6C16D8}" srcOrd="0" destOrd="0" presId="urn:microsoft.com/office/officeart/2005/8/layout/hierarchy5"/>
    <dgm:cxn modelId="{C2319EDC-DABE-4681-99C4-CE59A49ADC31}" type="presParOf" srcId="{0CBCDAA4-B5D1-424F-BCED-85951BCEDC33}" destId="{10D88972-797A-4B39-95CD-D4C78B6702FC}" srcOrd="1" destOrd="0" presId="urn:microsoft.com/office/officeart/2005/8/layout/hierarchy5"/>
    <dgm:cxn modelId="{DB42D770-49C4-4BA6-BBD8-726CC713D60B}" type="presParOf" srcId="{934E3238-38C0-4023-9640-FEAB19503069}" destId="{96750EDD-B823-4B02-B0C5-7E19B3D1A304}" srcOrd="2" destOrd="0" presId="urn:microsoft.com/office/officeart/2005/8/layout/hierarchy5"/>
    <dgm:cxn modelId="{4AD1CC00-9F7F-4774-BBCC-80ED158EAC9A}" type="presParOf" srcId="{96750EDD-B823-4B02-B0C5-7E19B3D1A304}" destId="{E7D1C9C4-F8FC-470F-88B5-314C9F31F802}" srcOrd="0" destOrd="0" presId="urn:microsoft.com/office/officeart/2005/8/layout/hierarchy5"/>
    <dgm:cxn modelId="{F399E452-CCD1-472D-AD7F-19B1C3496C1D}" type="presParOf" srcId="{934E3238-38C0-4023-9640-FEAB19503069}" destId="{E8C67AE2-FBFC-443F-8708-CEB7DB691F9E}" srcOrd="3" destOrd="0" presId="urn:microsoft.com/office/officeart/2005/8/layout/hierarchy5"/>
    <dgm:cxn modelId="{97A9F3EA-E4FD-4129-B982-A6587972457D}" type="presParOf" srcId="{E8C67AE2-FBFC-443F-8708-CEB7DB691F9E}" destId="{DE401780-3B63-47ED-A3FF-14E50F66D524}" srcOrd="0" destOrd="0" presId="urn:microsoft.com/office/officeart/2005/8/layout/hierarchy5"/>
    <dgm:cxn modelId="{AFE54F59-66E3-4A77-B914-D9C21A89FCB3}" type="presParOf" srcId="{E8C67AE2-FBFC-443F-8708-CEB7DB691F9E}" destId="{29D06656-9201-443C-89C9-0EB334DD97AF}" srcOrd="1" destOrd="0" presId="urn:microsoft.com/office/officeart/2005/8/layout/hierarchy5"/>
    <dgm:cxn modelId="{D49772FD-CBD5-4C9B-AE3B-FAEAB8D47BD4}" type="presParOf" srcId="{4B13AA1E-B3F5-4C94-89F6-FCB5ABD702FD}" destId="{70015F12-A535-4F72-9524-01829781943D}" srcOrd="2" destOrd="0" presId="urn:microsoft.com/office/officeart/2005/8/layout/hierarchy5"/>
    <dgm:cxn modelId="{BC733DFE-78CC-420E-9464-91C835E74F35}" type="presParOf" srcId="{70015F12-A535-4F72-9524-01829781943D}" destId="{83079ED9-4FCC-41AA-8CC6-36E99FB0AE36}" srcOrd="0" destOrd="0" presId="urn:microsoft.com/office/officeart/2005/8/layout/hierarchy5"/>
    <dgm:cxn modelId="{B8B252B7-DAC6-4C0C-B46A-31ED54DCFFD8}" type="presParOf" srcId="{4B13AA1E-B3F5-4C94-89F6-FCB5ABD702FD}" destId="{946E0940-12F9-466F-A88F-9D48511897CC}" srcOrd="3" destOrd="0" presId="urn:microsoft.com/office/officeart/2005/8/layout/hierarchy5"/>
    <dgm:cxn modelId="{43622810-4BD5-4F03-AA65-1DF69A2DFEDA}" type="presParOf" srcId="{946E0940-12F9-466F-A88F-9D48511897CC}" destId="{42D6D441-2228-4F3C-AB49-56629C9648F9}" srcOrd="0" destOrd="0" presId="urn:microsoft.com/office/officeart/2005/8/layout/hierarchy5"/>
    <dgm:cxn modelId="{0815EB7F-127B-4B98-A86A-E78DDE657B22}" type="presParOf" srcId="{946E0940-12F9-466F-A88F-9D48511897CC}" destId="{63CE896C-30B0-455B-9B6F-E2A9EB3CA5C7}" srcOrd="1" destOrd="0" presId="urn:microsoft.com/office/officeart/2005/8/layout/hierarchy5"/>
    <dgm:cxn modelId="{6C20D059-FEF3-42E4-B1EE-4A3887E56213}" type="presParOf" srcId="{63CE896C-30B0-455B-9B6F-E2A9EB3CA5C7}" destId="{355A5FF3-8B80-4903-9619-693D069C5526}" srcOrd="0" destOrd="0" presId="urn:microsoft.com/office/officeart/2005/8/layout/hierarchy5"/>
    <dgm:cxn modelId="{724FD51D-40EB-4993-B25A-0897D424904F}" type="presParOf" srcId="{355A5FF3-8B80-4903-9619-693D069C5526}" destId="{D88A55D5-B37A-4C35-B032-42507B5EE9AC}" srcOrd="0" destOrd="0" presId="urn:microsoft.com/office/officeart/2005/8/layout/hierarchy5"/>
    <dgm:cxn modelId="{9D73BA01-E95D-4AE4-BD83-7935B19D9EB2}" type="presParOf" srcId="{63CE896C-30B0-455B-9B6F-E2A9EB3CA5C7}" destId="{0A33086A-D3BB-4A59-ACF7-D84A3CACDBCF}" srcOrd="1" destOrd="0" presId="urn:microsoft.com/office/officeart/2005/8/layout/hierarchy5"/>
    <dgm:cxn modelId="{3AE9C3E0-F8C5-4BA0-9D1D-DD2E77C998A4}" type="presParOf" srcId="{0A33086A-D3BB-4A59-ACF7-D84A3CACDBCF}" destId="{54A563C6-3D38-47B3-B768-9FB5A66AFAA5}" srcOrd="0" destOrd="0" presId="urn:microsoft.com/office/officeart/2005/8/layout/hierarchy5"/>
    <dgm:cxn modelId="{EA9FD3D9-45A9-4992-A947-251475A99688}" type="presParOf" srcId="{0A33086A-D3BB-4A59-ACF7-D84A3CACDBCF}" destId="{F2A1FB4E-5713-4A6D-B75E-B36D7425A71F}" srcOrd="1" destOrd="0" presId="urn:microsoft.com/office/officeart/2005/8/layout/hierarchy5"/>
    <dgm:cxn modelId="{803A3604-7EFB-4E17-8AA6-6408FACB3FC6}" type="presParOf" srcId="{63CE896C-30B0-455B-9B6F-E2A9EB3CA5C7}" destId="{540676F3-A6E1-4417-9718-06C2BFB865C7}" srcOrd="2" destOrd="0" presId="urn:microsoft.com/office/officeart/2005/8/layout/hierarchy5"/>
    <dgm:cxn modelId="{EA1B04BD-305B-4A95-8709-C7DFB7F455C4}" type="presParOf" srcId="{540676F3-A6E1-4417-9718-06C2BFB865C7}" destId="{C7F744D1-21D6-4C7B-8C44-48CB54E77DD4}" srcOrd="0" destOrd="0" presId="urn:microsoft.com/office/officeart/2005/8/layout/hierarchy5"/>
    <dgm:cxn modelId="{8DB55AE3-BBFF-48E8-9D1A-71534F12FB2F}" type="presParOf" srcId="{63CE896C-30B0-455B-9B6F-E2A9EB3CA5C7}" destId="{09FF0229-1E72-482E-B0D6-99010E1228B0}" srcOrd="3" destOrd="0" presId="urn:microsoft.com/office/officeart/2005/8/layout/hierarchy5"/>
    <dgm:cxn modelId="{2A7703DC-A991-494D-B710-3B3C8D2D55FE}" type="presParOf" srcId="{09FF0229-1E72-482E-B0D6-99010E1228B0}" destId="{AA7E86D8-BC14-4CBC-9855-B1AFE7CAF403}" srcOrd="0" destOrd="0" presId="urn:microsoft.com/office/officeart/2005/8/layout/hierarchy5"/>
    <dgm:cxn modelId="{7740D5B8-2E98-4314-AE44-46A67A1655F8}" type="presParOf" srcId="{09FF0229-1E72-482E-B0D6-99010E1228B0}" destId="{1C974748-BC35-40BF-ADEA-011527BFCE62}" srcOrd="1" destOrd="0" presId="urn:microsoft.com/office/officeart/2005/8/layout/hierarchy5"/>
    <dgm:cxn modelId="{537741E8-B71F-457D-87DC-4038ED7F0B1B}" type="presParOf" srcId="{63CE896C-30B0-455B-9B6F-E2A9EB3CA5C7}" destId="{D0F849D0-20BE-48D4-B8A1-4BDFAB053B8F}" srcOrd="4" destOrd="0" presId="urn:microsoft.com/office/officeart/2005/8/layout/hierarchy5"/>
    <dgm:cxn modelId="{9AA9A21D-8334-4CDC-AFF5-3C4533D245EB}" type="presParOf" srcId="{D0F849D0-20BE-48D4-B8A1-4BDFAB053B8F}" destId="{6828DDB8-274C-4900-A003-5787B96B997F}" srcOrd="0" destOrd="0" presId="urn:microsoft.com/office/officeart/2005/8/layout/hierarchy5"/>
    <dgm:cxn modelId="{9D5C609D-3E7F-4B78-84E0-9F8431F90B6C}" type="presParOf" srcId="{63CE896C-30B0-455B-9B6F-E2A9EB3CA5C7}" destId="{F061D8A2-F60A-444A-912F-1BB4484FE7D4}" srcOrd="5" destOrd="0" presId="urn:microsoft.com/office/officeart/2005/8/layout/hierarchy5"/>
    <dgm:cxn modelId="{3E1A180D-BFD2-47B3-A697-5ABFA051E487}" type="presParOf" srcId="{F061D8A2-F60A-444A-912F-1BB4484FE7D4}" destId="{E841E2B3-2F3B-46D6-B30A-BBC152BB6424}" srcOrd="0" destOrd="0" presId="urn:microsoft.com/office/officeart/2005/8/layout/hierarchy5"/>
    <dgm:cxn modelId="{3413BA71-6A79-4FB1-B883-CD028AD99AB2}" type="presParOf" srcId="{F061D8A2-F60A-444A-912F-1BB4484FE7D4}" destId="{039759EF-F4F4-4504-A61B-AE3BFF33A84C}" srcOrd="1" destOrd="0" presId="urn:microsoft.com/office/officeart/2005/8/layout/hierarchy5"/>
    <dgm:cxn modelId="{8813EA56-E98B-4326-A7C0-521305FF7B2F}" type="presParOf" srcId="{8BFF1399-B841-4534-A071-45644E611810}" destId="{3DEBBD57-34F8-4698-90DA-10A622BE3F42}" srcOrd="1" destOrd="0" presId="urn:microsoft.com/office/officeart/2005/8/layout/hierarchy5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2D7443ED-A511-4545-A915-6A39DC4E1205}" type="doc">
      <dgm:prSet loTypeId="urn:microsoft.com/office/officeart/2005/8/layout/hierarchy5" loCatId="hierarchy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cs-CZ"/>
        </a:p>
      </dgm:t>
    </dgm:pt>
    <dgm:pt modelId="{1539470D-1772-405F-912B-B86251B3FC3B}">
      <dgm:prSet phldrT="[Text]" custT="1"/>
      <dgm:spPr/>
      <dgm:t>
        <a:bodyPr/>
        <a:lstStyle/>
        <a:p>
          <a:r>
            <a:rPr lang="cs-CZ" sz="18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rPr>
            <a:t>Podprogramy</a:t>
          </a:r>
        </a:p>
      </dgm:t>
    </dgm:pt>
    <dgm:pt modelId="{A2712BB7-5105-4FFB-82FC-03F951744300}" type="parTrans" cxnId="{8234A287-2275-4DBE-90B4-C63DB9A8F0AD}">
      <dgm:prSet/>
      <dgm:spPr/>
      <dgm:t>
        <a:bodyPr/>
        <a:lstStyle/>
        <a:p>
          <a:endParaRPr lang="cs-CZ" sz="2000" b="1">
            <a:solidFill>
              <a:schemeClr val="tx1"/>
            </a:solidFill>
            <a:effectLst/>
            <a:latin typeface="Verdana" panose="020B0604030504040204" pitchFamily="34" charset="0"/>
            <a:ea typeface="Verdana" panose="020B0604030504040204" pitchFamily="34" charset="0"/>
            <a:cs typeface="Verdana" panose="020B0604030504040204" pitchFamily="34" charset="0"/>
          </a:endParaRPr>
        </a:p>
      </dgm:t>
    </dgm:pt>
    <dgm:pt modelId="{155D418C-A6E9-4720-9A40-FD7D9309E092}" type="sibTrans" cxnId="{8234A287-2275-4DBE-90B4-C63DB9A8F0AD}">
      <dgm:prSet/>
      <dgm:spPr/>
      <dgm:t>
        <a:bodyPr/>
        <a:lstStyle/>
        <a:p>
          <a:endParaRPr lang="cs-CZ" sz="2000" b="1">
            <a:solidFill>
              <a:schemeClr val="tx1"/>
            </a:solidFill>
            <a:effectLst/>
            <a:latin typeface="Verdana" panose="020B0604030504040204" pitchFamily="34" charset="0"/>
            <a:ea typeface="Verdana" panose="020B0604030504040204" pitchFamily="34" charset="0"/>
            <a:cs typeface="Verdana" panose="020B0604030504040204" pitchFamily="34" charset="0"/>
          </a:endParaRPr>
        </a:p>
      </dgm:t>
    </dgm:pt>
    <dgm:pt modelId="{15CC2AAE-8326-40B3-A175-E39DD8E5A8C2}">
      <dgm:prSet phldrT="[Text]" custT="1"/>
      <dgm:spPr>
        <a:solidFill>
          <a:schemeClr val="accent5">
            <a:lumMod val="90000"/>
          </a:schemeClr>
        </a:solidFill>
      </dgm:spPr>
      <dgm:t>
        <a:bodyPr/>
        <a:lstStyle/>
        <a:p>
          <a:r>
            <a:rPr lang="cs-CZ" sz="2000" b="1" dirty="0">
              <a:solidFill>
                <a:schemeClr val="tx1"/>
              </a:solidFill>
              <a:effectLst/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rPr>
            <a:t>Relativní</a:t>
          </a:r>
          <a:endParaRPr lang="cs-CZ" sz="2000" b="1" dirty="0">
            <a:solidFill>
              <a:schemeClr val="bg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Verdana" panose="020B0604030504040204" pitchFamily="34" charset="0"/>
            <a:ea typeface="Verdana" panose="020B0604030504040204" pitchFamily="34" charset="0"/>
            <a:cs typeface="Verdana" panose="020B0604030504040204" pitchFamily="34" charset="0"/>
          </a:endParaRPr>
        </a:p>
      </dgm:t>
    </dgm:pt>
    <dgm:pt modelId="{B6F1CBCC-C089-4882-B2F6-DF722CF4745B}" type="parTrans" cxnId="{83DA6364-9A44-4008-B2C2-CEE659F72654}">
      <dgm:prSet custT="1"/>
      <dgm:spPr/>
      <dgm:t>
        <a:bodyPr/>
        <a:lstStyle/>
        <a:p>
          <a:endParaRPr lang="cs-CZ" sz="2000">
            <a:solidFill>
              <a:schemeClr val="tx1"/>
            </a:solidFill>
            <a:effectLst/>
          </a:endParaRPr>
        </a:p>
      </dgm:t>
    </dgm:pt>
    <dgm:pt modelId="{30D0877B-993A-43E6-94AD-1324A4B53CDC}" type="sibTrans" cxnId="{83DA6364-9A44-4008-B2C2-CEE659F72654}">
      <dgm:prSet/>
      <dgm:spPr/>
      <dgm:t>
        <a:bodyPr/>
        <a:lstStyle/>
        <a:p>
          <a:endParaRPr lang="cs-CZ" sz="2000">
            <a:solidFill>
              <a:schemeClr val="tx1"/>
            </a:solidFill>
            <a:effectLst/>
          </a:endParaRPr>
        </a:p>
      </dgm:t>
    </dgm:pt>
    <dgm:pt modelId="{6AC9BBBA-159C-47BF-8C61-BF277D8B7F30}">
      <dgm:prSet phldrT="[Text]" custT="1"/>
      <dgm:spPr>
        <a:solidFill>
          <a:schemeClr val="accent5">
            <a:lumMod val="90000"/>
          </a:schemeClr>
        </a:solidFill>
      </dgm:spPr>
      <dgm:t>
        <a:bodyPr/>
        <a:lstStyle/>
        <a:p>
          <a:r>
            <a:rPr lang="cs-CZ" sz="2000" b="1" dirty="0">
              <a:solidFill>
                <a:schemeClr val="tx1"/>
              </a:solidFill>
              <a:effectLst/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rPr>
            <a:t>Nepřímé</a:t>
          </a:r>
        </a:p>
      </dgm:t>
    </dgm:pt>
    <dgm:pt modelId="{174BE722-2DD0-40C8-8DD5-092D1541AA26}" type="parTrans" cxnId="{9306F196-2F98-4151-AE36-CB7ECC2DC5C5}">
      <dgm:prSet custT="1"/>
      <dgm:spPr/>
      <dgm:t>
        <a:bodyPr/>
        <a:lstStyle/>
        <a:p>
          <a:endParaRPr lang="cs-CZ" sz="2000">
            <a:solidFill>
              <a:schemeClr val="tx1"/>
            </a:solidFill>
            <a:effectLst/>
          </a:endParaRPr>
        </a:p>
      </dgm:t>
    </dgm:pt>
    <dgm:pt modelId="{7F3B6515-EA6D-4D5E-97D4-D69C9115C52D}" type="sibTrans" cxnId="{9306F196-2F98-4151-AE36-CB7ECC2DC5C5}">
      <dgm:prSet/>
      <dgm:spPr/>
      <dgm:t>
        <a:bodyPr/>
        <a:lstStyle/>
        <a:p>
          <a:endParaRPr lang="cs-CZ" sz="2000">
            <a:solidFill>
              <a:schemeClr val="tx1"/>
            </a:solidFill>
            <a:effectLst/>
          </a:endParaRPr>
        </a:p>
      </dgm:t>
    </dgm:pt>
    <dgm:pt modelId="{F5035AE0-14A3-4F2C-B024-06D9FEA5788A}">
      <dgm:prSet phldrT="[Text]" custT="1"/>
      <dgm:spPr>
        <a:solidFill>
          <a:schemeClr val="accent5">
            <a:lumMod val="90000"/>
          </a:schemeClr>
        </a:solidFill>
      </dgm:spPr>
      <dgm:t>
        <a:bodyPr/>
        <a:lstStyle/>
        <a:p>
          <a:r>
            <a:rPr lang="cs-CZ" sz="2000" b="1" dirty="0">
              <a:solidFill>
                <a:schemeClr val="tx1"/>
              </a:solidFill>
              <a:effectLst/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rPr>
            <a:t>Absolutní</a:t>
          </a:r>
          <a:endParaRPr lang="cs-CZ" sz="2000" b="1" dirty="0">
            <a:solidFill>
              <a:schemeClr val="bg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Verdana" panose="020B0604030504040204" pitchFamily="34" charset="0"/>
            <a:ea typeface="Verdana" panose="020B0604030504040204" pitchFamily="34" charset="0"/>
            <a:cs typeface="Verdana" panose="020B0604030504040204" pitchFamily="34" charset="0"/>
          </a:endParaRPr>
        </a:p>
      </dgm:t>
    </dgm:pt>
    <dgm:pt modelId="{091AB934-C35F-455F-917B-95B79E9B0996}" type="parTrans" cxnId="{1A2FAFEF-399D-4D36-BD26-DEF46826529F}">
      <dgm:prSet/>
      <dgm:spPr/>
      <dgm:t>
        <a:bodyPr/>
        <a:lstStyle/>
        <a:p>
          <a:endParaRPr lang="cs-CZ"/>
        </a:p>
      </dgm:t>
    </dgm:pt>
    <dgm:pt modelId="{9D83FF0F-796D-4B3F-A291-EE1499690D74}" type="sibTrans" cxnId="{1A2FAFEF-399D-4D36-BD26-DEF46826529F}">
      <dgm:prSet/>
      <dgm:spPr/>
      <dgm:t>
        <a:bodyPr/>
        <a:lstStyle/>
        <a:p>
          <a:endParaRPr lang="cs-CZ"/>
        </a:p>
      </dgm:t>
    </dgm:pt>
    <dgm:pt modelId="{8BFF1399-B841-4534-A071-45644E611810}" type="pres">
      <dgm:prSet presAssocID="{2D7443ED-A511-4545-A915-6A39DC4E1205}" presName="mainComposite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98BE3620-22FD-4E66-9107-8B64BCD8B150}" type="pres">
      <dgm:prSet presAssocID="{2D7443ED-A511-4545-A915-6A39DC4E1205}" presName="hierFlow" presStyleCnt="0"/>
      <dgm:spPr/>
    </dgm:pt>
    <dgm:pt modelId="{86352E52-3B23-4BB9-8987-7FECB1F5828D}" type="pres">
      <dgm:prSet presAssocID="{2D7443ED-A511-4545-A915-6A39DC4E1205}" presName="hierChild1" presStyleCnt="0">
        <dgm:presLayoutVars>
          <dgm:chPref val="1"/>
          <dgm:animOne val="branch"/>
          <dgm:animLvl val="lvl"/>
        </dgm:presLayoutVars>
      </dgm:prSet>
      <dgm:spPr/>
    </dgm:pt>
    <dgm:pt modelId="{A986693D-8D29-4537-A640-EAA00B993D21}" type="pres">
      <dgm:prSet presAssocID="{1539470D-1772-405F-912B-B86251B3FC3B}" presName="Name17" presStyleCnt="0"/>
      <dgm:spPr/>
    </dgm:pt>
    <dgm:pt modelId="{F7D09AA6-3622-402F-81AD-5EFF38C4940B}" type="pres">
      <dgm:prSet presAssocID="{1539470D-1772-405F-912B-B86251B3FC3B}" presName="level1Shape" presStyleLbl="node0" presStyleIdx="0" presStyleCnt="1" custLinFactNeighborX="-54776" custLinFactNeighborY="-6459">
        <dgm:presLayoutVars>
          <dgm:chPref val="3"/>
        </dgm:presLayoutVars>
      </dgm:prSet>
      <dgm:spPr/>
    </dgm:pt>
    <dgm:pt modelId="{4B13AA1E-B3F5-4C94-89F6-FCB5ABD702FD}" type="pres">
      <dgm:prSet presAssocID="{1539470D-1772-405F-912B-B86251B3FC3B}" presName="hierChild2" presStyleCnt="0"/>
      <dgm:spPr/>
    </dgm:pt>
    <dgm:pt modelId="{70015F12-A535-4F72-9524-01829781943D}" type="pres">
      <dgm:prSet presAssocID="{B6F1CBCC-C089-4882-B2F6-DF722CF4745B}" presName="Name25" presStyleLbl="parChTrans1D2" presStyleIdx="0" presStyleCnt="3"/>
      <dgm:spPr/>
    </dgm:pt>
    <dgm:pt modelId="{83079ED9-4FCC-41AA-8CC6-36E99FB0AE36}" type="pres">
      <dgm:prSet presAssocID="{B6F1CBCC-C089-4882-B2F6-DF722CF4745B}" presName="connTx" presStyleLbl="parChTrans1D2" presStyleIdx="0" presStyleCnt="3"/>
      <dgm:spPr/>
    </dgm:pt>
    <dgm:pt modelId="{946E0940-12F9-466F-A88F-9D48511897CC}" type="pres">
      <dgm:prSet presAssocID="{15CC2AAE-8326-40B3-A175-E39DD8E5A8C2}" presName="Name30" presStyleCnt="0"/>
      <dgm:spPr/>
    </dgm:pt>
    <dgm:pt modelId="{42D6D441-2228-4F3C-AB49-56629C9648F9}" type="pres">
      <dgm:prSet presAssocID="{15CC2AAE-8326-40B3-A175-E39DD8E5A8C2}" presName="level2Shape" presStyleLbl="node2" presStyleIdx="0" presStyleCnt="3" custScaleX="143140" custLinFactNeighborY="-37786"/>
      <dgm:spPr/>
    </dgm:pt>
    <dgm:pt modelId="{63CE896C-30B0-455B-9B6F-E2A9EB3CA5C7}" type="pres">
      <dgm:prSet presAssocID="{15CC2AAE-8326-40B3-A175-E39DD8E5A8C2}" presName="hierChild3" presStyleCnt="0"/>
      <dgm:spPr/>
    </dgm:pt>
    <dgm:pt modelId="{ED5DE656-74C7-4D55-8B67-19B1A4D96230}" type="pres">
      <dgm:prSet presAssocID="{091AB934-C35F-455F-917B-95B79E9B0996}" presName="Name25" presStyleLbl="parChTrans1D2" presStyleIdx="1" presStyleCnt="3"/>
      <dgm:spPr/>
    </dgm:pt>
    <dgm:pt modelId="{40CCA92C-BDC8-4B32-A8EE-110EC887BFBD}" type="pres">
      <dgm:prSet presAssocID="{091AB934-C35F-455F-917B-95B79E9B0996}" presName="connTx" presStyleLbl="parChTrans1D2" presStyleIdx="1" presStyleCnt="3"/>
      <dgm:spPr/>
    </dgm:pt>
    <dgm:pt modelId="{6C586181-C7E1-4629-9379-D7200B70866E}" type="pres">
      <dgm:prSet presAssocID="{F5035AE0-14A3-4F2C-B024-06D9FEA5788A}" presName="Name30" presStyleCnt="0"/>
      <dgm:spPr/>
    </dgm:pt>
    <dgm:pt modelId="{E0F63D3E-1E2B-461C-9EBC-50342962954E}" type="pres">
      <dgm:prSet presAssocID="{F5035AE0-14A3-4F2C-B024-06D9FEA5788A}" presName="level2Shape" presStyleLbl="node2" presStyleIdx="1" presStyleCnt="3" custScaleX="142171" custLinFactNeighborY="-24600"/>
      <dgm:spPr/>
    </dgm:pt>
    <dgm:pt modelId="{6648EB6D-0A4A-42C2-B7FF-7217C45EB219}" type="pres">
      <dgm:prSet presAssocID="{F5035AE0-14A3-4F2C-B024-06D9FEA5788A}" presName="hierChild3" presStyleCnt="0"/>
      <dgm:spPr/>
    </dgm:pt>
    <dgm:pt modelId="{540676F3-A6E1-4417-9718-06C2BFB865C7}" type="pres">
      <dgm:prSet presAssocID="{174BE722-2DD0-40C8-8DD5-092D1541AA26}" presName="Name25" presStyleLbl="parChTrans1D2" presStyleIdx="2" presStyleCnt="3"/>
      <dgm:spPr/>
    </dgm:pt>
    <dgm:pt modelId="{C7F744D1-21D6-4C7B-8C44-48CB54E77DD4}" type="pres">
      <dgm:prSet presAssocID="{174BE722-2DD0-40C8-8DD5-092D1541AA26}" presName="connTx" presStyleLbl="parChTrans1D2" presStyleIdx="2" presStyleCnt="3"/>
      <dgm:spPr/>
    </dgm:pt>
    <dgm:pt modelId="{09FF0229-1E72-482E-B0D6-99010E1228B0}" type="pres">
      <dgm:prSet presAssocID="{6AC9BBBA-159C-47BF-8C61-BF277D8B7F30}" presName="Name30" presStyleCnt="0"/>
      <dgm:spPr/>
    </dgm:pt>
    <dgm:pt modelId="{AA7E86D8-BC14-4CBC-9855-B1AFE7CAF403}" type="pres">
      <dgm:prSet presAssocID="{6AC9BBBA-159C-47BF-8C61-BF277D8B7F30}" presName="level2Shape" presStyleLbl="node2" presStyleIdx="2" presStyleCnt="3" custScaleX="143365" custScaleY="60908" custLinFactNeighborY="-11941"/>
      <dgm:spPr/>
    </dgm:pt>
    <dgm:pt modelId="{1C974748-BC35-40BF-ADEA-011527BFCE62}" type="pres">
      <dgm:prSet presAssocID="{6AC9BBBA-159C-47BF-8C61-BF277D8B7F30}" presName="hierChild3" presStyleCnt="0"/>
      <dgm:spPr/>
    </dgm:pt>
    <dgm:pt modelId="{3DEBBD57-34F8-4698-90DA-10A622BE3F42}" type="pres">
      <dgm:prSet presAssocID="{2D7443ED-A511-4545-A915-6A39DC4E1205}" presName="bgShapesFlow" presStyleCnt="0"/>
      <dgm:spPr/>
    </dgm:pt>
  </dgm:ptLst>
  <dgm:cxnLst>
    <dgm:cxn modelId="{4BB80521-5CBF-4CCF-97BC-864BC0042AEF}" type="presOf" srcId="{091AB934-C35F-455F-917B-95B79E9B0996}" destId="{ED5DE656-74C7-4D55-8B67-19B1A4D96230}" srcOrd="0" destOrd="0" presId="urn:microsoft.com/office/officeart/2005/8/layout/hierarchy5"/>
    <dgm:cxn modelId="{90229B28-5193-4CF8-90A3-DD3F355173FD}" type="presOf" srcId="{F5035AE0-14A3-4F2C-B024-06D9FEA5788A}" destId="{E0F63D3E-1E2B-461C-9EBC-50342962954E}" srcOrd="0" destOrd="0" presId="urn:microsoft.com/office/officeart/2005/8/layout/hierarchy5"/>
    <dgm:cxn modelId="{59CB803D-95E2-44E6-B9D1-6F84A8B40BF5}" type="presOf" srcId="{15CC2AAE-8326-40B3-A175-E39DD8E5A8C2}" destId="{42D6D441-2228-4F3C-AB49-56629C9648F9}" srcOrd="0" destOrd="0" presId="urn:microsoft.com/office/officeart/2005/8/layout/hierarchy5"/>
    <dgm:cxn modelId="{2C35C13F-59F1-4494-85F5-D2DE3B7F4811}" type="presOf" srcId="{1539470D-1772-405F-912B-B86251B3FC3B}" destId="{F7D09AA6-3622-402F-81AD-5EFF38C4940B}" srcOrd="0" destOrd="0" presId="urn:microsoft.com/office/officeart/2005/8/layout/hierarchy5"/>
    <dgm:cxn modelId="{83DA6364-9A44-4008-B2C2-CEE659F72654}" srcId="{1539470D-1772-405F-912B-B86251B3FC3B}" destId="{15CC2AAE-8326-40B3-A175-E39DD8E5A8C2}" srcOrd="0" destOrd="0" parTransId="{B6F1CBCC-C089-4882-B2F6-DF722CF4745B}" sibTransId="{30D0877B-993A-43E6-94AD-1324A4B53CDC}"/>
    <dgm:cxn modelId="{298D086D-32EC-4E61-9ECC-CB05F3932D2E}" type="presOf" srcId="{174BE722-2DD0-40C8-8DD5-092D1541AA26}" destId="{C7F744D1-21D6-4C7B-8C44-48CB54E77DD4}" srcOrd="1" destOrd="0" presId="urn:microsoft.com/office/officeart/2005/8/layout/hierarchy5"/>
    <dgm:cxn modelId="{988F954D-86C8-4C48-A08A-057C80C1F842}" type="presOf" srcId="{174BE722-2DD0-40C8-8DD5-092D1541AA26}" destId="{540676F3-A6E1-4417-9718-06C2BFB865C7}" srcOrd="0" destOrd="0" presId="urn:microsoft.com/office/officeart/2005/8/layout/hierarchy5"/>
    <dgm:cxn modelId="{78706653-8202-4697-9C62-6C32649E45D8}" type="presOf" srcId="{B6F1CBCC-C089-4882-B2F6-DF722CF4745B}" destId="{83079ED9-4FCC-41AA-8CC6-36E99FB0AE36}" srcOrd="1" destOrd="0" presId="urn:microsoft.com/office/officeart/2005/8/layout/hierarchy5"/>
    <dgm:cxn modelId="{8234A287-2275-4DBE-90B4-C63DB9A8F0AD}" srcId="{2D7443ED-A511-4545-A915-6A39DC4E1205}" destId="{1539470D-1772-405F-912B-B86251B3FC3B}" srcOrd="0" destOrd="0" parTransId="{A2712BB7-5105-4FFB-82FC-03F951744300}" sibTransId="{155D418C-A6E9-4720-9A40-FD7D9309E092}"/>
    <dgm:cxn modelId="{9306F196-2F98-4151-AE36-CB7ECC2DC5C5}" srcId="{1539470D-1772-405F-912B-B86251B3FC3B}" destId="{6AC9BBBA-159C-47BF-8C61-BF277D8B7F30}" srcOrd="2" destOrd="0" parTransId="{174BE722-2DD0-40C8-8DD5-092D1541AA26}" sibTransId="{7F3B6515-EA6D-4D5E-97D4-D69C9115C52D}"/>
    <dgm:cxn modelId="{F792E597-B6E0-4270-BA92-AA2B9F3A44E8}" type="presOf" srcId="{6AC9BBBA-159C-47BF-8C61-BF277D8B7F30}" destId="{AA7E86D8-BC14-4CBC-9855-B1AFE7CAF403}" srcOrd="0" destOrd="0" presId="urn:microsoft.com/office/officeart/2005/8/layout/hierarchy5"/>
    <dgm:cxn modelId="{A55701BF-B261-4DAB-BF94-C4F1091D9FC8}" type="presOf" srcId="{B6F1CBCC-C089-4882-B2F6-DF722CF4745B}" destId="{70015F12-A535-4F72-9524-01829781943D}" srcOrd="0" destOrd="0" presId="urn:microsoft.com/office/officeart/2005/8/layout/hierarchy5"/>
    <dgm:cxn modelId="{76E85CBF-7FAE-4D63-8A01-943649343BAC}" type="presOf" srcId="{091AB934-C35F-455F-917B-95B79E9B0996}" destId="{40CCA92C-BDC8-4B32-A8EE-110EC887BFBD}" srcOrd="1" destOrd="0" presId="urn:microsoft.com/office/officeart/2005/8/layout/hierarchy5"/>
    <dgm:cxn modelId="{242F7CC6-11AB-4E8D-99A6-ACEA07C2E36D}" type="presOf" srcId="{2D7443ED-A511-4545-A915-6A39DC4E1205}" destId="{8BFF1399-B841-4534-A071-45644E611810}" srcOrd="0" destOrd="0" presId="urn:microsoft.com/office/officeart/2005/8/layout/hierarchy5"/>
    <dgm:cxn modelId="{1A2FAFEF-399D-4D36-BD26-DEF46826529F}" srcId="{1539470D-1772-405F-912B-B86251B3FC3B}" destId="{F5035AE0-14A3-4F2C-B024-06D9FEA5788A}" srcOrd="1" destOrd="0" parTransId="{091AB934-C35F-455F-917B-95B79E9B0996}" sibTransId="{9D83FF0F-796D-4B3F-A291-EE1499690D74}"/>
    <dgm:cxn modelId="{25E729B8-3ADB-4CE3-8856-BB771A206D3D}" type="presParOf" srcId="{8BFF1399-B841-4534-A071-45644E611810}" destId="{98BE3620-22FD-4E66-9107-8B64BCD8B150}" srcOrd="0" destOrd="0" presId="urn:microsoft.com/office/officeart/2005/8/layout/hierarchy5"/>
    <dgm:cxn modelId="{F1B33FB6-7FE9-4AE5-B8CA-B56A7330F674}" type="presParOf" srcId="{98BE3620-22FD-4E66-9107-8B64BCD8B150}" destId="{86352E52-3B23-4BB9-8987-7FECB1F5828D}" srcOrd="0" destOrd="0" presId="urn:microsoft.com/office/officeart/2005/8/layout/hierarchy5"/>
    <dgm:cxn modelId="{E10B676D-6182-419B-93FB-283709B0660F}" type="presParOf" srcId="{86352E52-3B23-4BB9-8987-7FECB1F5828D}" destId="{A986693D-8D29-4537-A640-EAA00B993D21}" srcOrd="0" destOrd="0" presId="urn:microsoft.com/office/officeart/2005/8/layout/hierarchy5"/>
    <dgm:cxn modelId="{AF8660D7-FA4F-4778-98AC-39B4D78BC0A9}" type="presParOf" srcId="{A986693D-8D29-4537-A640-EAA00B993D21}" destId="{F7D09AA6-3622-402F-81AD-5EFF38C4940B}" srcOrd="0" destOrd="0" presId="urn:microsoft.com/office/officeart/2005/8/layout/hierarchy5"/>
    <dgm:cxn modelId="{307F6029-E2AC-4DD4-8F5B-6997EDE22F09}" type="presParOf" srcId="{A986693D-8D29-4537-A640-EAA00B993D21}" destId="{4B13AA1E-B3F5-4C94-89F6-FCB5ABD702FD}" srcOrd="1" destOrd="0" presId="urn:microsoft.com/office/officeart/2005/8/layout/hierarchy5"/>
    <dgm:cxn modelId="{D49772FD-CBD5-4C9B-AE3B-FAEAB8D47BD4}" type="presParOf" srcId="{4B13AA1E-B3F5-4C94-89F6-FCB5ABD702FD}" destId="{70015F12-A535-4F72-9524-01829781943D}" srcOrd="0" destOrd="0" presId="urn:microsoft.com/office/officeart/2005/8/layout/hierarchy5"/>
    <dgm:cxn modelId="{BC733DFE-78CC-420E-9464-91C835E74F35}" type="presParOf" srcId="{70015F12-A535-4F72-9524-01829781943D}" destId="{83079ED9-4FCC-41AA-8CC6-36E99FB0AE36}" srcOrd="0" destOrd="0" presId="urn:microsoft.com/office/officeart/2005/8/layout/hierarchy5"/>
    <dgm:cxn modelId="{B8B252B7-DAC6-4C0C-B46A-31ED54DCFFD8}" type="presParOf" srcId="{4B13AA1E-B3F5-4C94-89F6-FCB5ABD702FD}" destId="{946E0940-12F9-466F-A88F-9D48511897CC}" srcOrd="1" destOrd="0" presId="urn:microsoft.com/office/officeart/2005/8/layout/hierarchy5"/>
    <dgm:cxn modelId="{43622810-4BD5-4F03-AA65-1DF69A2DFEDA}" type="presParOf" srcId="{946E0940-12F9-466F-A88F-9D48511897CC}" destId="{42D6D441-2228-4F3C-AB49-56629C9648F9}" srcOrd="0" destOrd="0" presId="urn:microsoft.com/office/officeart/2005/8/layout/hierarchy5"/>
    <dgm:cxn modelId="{0815EB7F-127B-4B98-A86A-E78DDE657B22}" type="presParOf" srcId="{946E0940-12F9-466F-A88F-9D48511897CC}" destId="{63CE896C-30B0-455B-9B6F-E2A9EB3CA5C7}" srcOrd="1" destOrd="0" presId="urn:microsoft.com/office/officeart/2005/8/layout/hierarchy5"/>
    <dgm:cxn modelId="{61714DB7-D7BB-479B-B84E-B02DC191ABC8}" type="presParOf" srcId="{4B13AA1E-B3F5-4C94-89F6-FCB5ABD702FD}" destId="{ED5DE656-74C7-4D55-8B67-19B1A4D96230}" srcOrd="2" destOrd="0" presId="urn:microsoft.com/office/officeart/2005/8/layout/hierarchy5"/>
    <dgm:cxn modelId="{7A82A781-30DC-420A-A494-C5099BB29FAF}" type="presParOf" srcId="{ED5DE656-74C7-4D55-8B67-19B1A4D96230}" destId="{40CCA92C-BDC8-4B32-A8EE-110EC887BFBD}" srcOrd="0" destOrd="0" presId="urn:microsoft.com/office/officeart/2005/8/layout/hierarchy5"/>
    <dgm:cxn modelId="{D593455A-96DA-46AA-BC1A-143B80BD4193}" type="presParOf" srcId="{4B13AA1E-B3F5-4C94-89F6-FCB5ABD702FD}" destId="{6C586181-C7E1-4629-9379-D7200B70866E}" srcOrd="3" destOrd="0" presId="urn:microsoft.com/office/officeart/2005/8/layout/hierarchy5"/>
    <dgm:cxn modelId="{F3155823-3385-4596-9782-0A99DC051ACD}" type="presParOf" srcId="{6C586181-C7E1-4629-9379-D7200B70866E}" destId="{E0F63D3E-1E2B-461C-9EBC-50342962954E}" srcOrd="0" destOrd="0" presId="urn:microsoft.com/office/officeart/2005/8/layout/hierarchy5"/>
    <dgm:cxn modelId="{06EDD511-B5CF-414C-BBED-BCAF5D1421DE}" type="presParOf" srcId="{6C586181-C7E1-4629-9379-D7200B70866E}" destId="{6648EB6D-0A4A-42C2-B7FF-7217C45EB219}" srcOrd="1" destOrd="0" presId="urn:microsoft.com/office/officeart/2005/8/layout/hierarchy5"/>
    <dgm:cxn modelId="{F75B0037-3949-4BEA-9778-41BAB494DFD1}" type="presParOf" srcId="{4B13AA1E-B3F5-4C94-89F6-FCB5ABD702FD}" destId="{540676F3-A6E1-4417-9718-06C2BFB865C7}" srcOrd="4" destOrd="0" presId="urn:microsoft.com/office/officeart/2005/8/layout/hierarchy5"/>
    <dgm:cxn modelId="{9A90B828-BC43-46E3-AC3D-722E44F87EFB}" type="presParOf" srcId="{540676F3-A6E1-4417-9718-06C2BFB865C7}" destId="{C7F744D1-21D6-4C7B-8C44-48CB54E77DD4}" srcOrd="0" destOrd="0" presId="urn:microsoft.com/office/officeart/2005/8/layout/hierarchy5"/>
    <dgm:cxn modelId="{DD93B715-AE52-491E-81C8-5799C4D82B41}" type="presParOf" srcId="{4B13AA1E-B3F5-4C94-89F6-FCB5ABD702FD}" destId="{09FF0229-1E72-482E-B0D6-99010E1228B0}" srcOrd="5" destOrd="0" presId="urn:microsoft.com/office/officeart/2005/8/layout/hierarchy5"/>
    <dgm:cxn modelId="{6625FB03-12F8-4169-BA8E-FA4AA725A445}" type="presParOf" srcId="{09FF0229-1E72-482E-B0D6-99010E1228B0}" destId="{AA7E86D8-BC14-4CBC-9855-B1AFE7CAF403}" srcOrd="0" destOrd="0" presId="urn:microsoft.com/office/officeart/2005/8/layout/hierarchy5"/>
    <dgm:cxn modelId="{588BFFA6-E753-4794-A283-1F895F937E58}" type="presParOf" srcId="{09FF0229-1E72-482E-B0D6-99010E1228B0}" destId="{1C974748-BC35-40BF-ADEA-011527BFCE62}" srcOrd="1" destOrd="0" presId="urn:microsoft.com/office/officeart/2005/8/layout/hierarchy5"/>
    <dgm:cxn modelId="{8813EA56-E98B-4326-A7C0-521305FF7B2F}" type="presParOf" srcId="{8BFF1399-B841-4534-A071-45644E611810}" destId="{3DEBBD57-34F8-4698-90DA-10A622BE3F42}" srcOrd="1" destOrd="0" presId="urn:microsoft.com/office/officeart/2005/8/layout/hierarchy5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7D09AA6-3622-402F-81AD-5EFF38C4940B}">
      <dsp:nvSpPr>
        <dsp:cNvPr id="0" name=""/>
        <dsp:cNvSpPr/>
      </dsp:nvSpPr>
      <dsp:spPr>
        <a:xfrm>
          <a:off x="0" y="1840428"/>
          <a:ext cx="2127787" cy="1063893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2400" b="1" kern="12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rPr>
            <a:t>Skoky</a:t>
          </a:r>
        </a:p>
      </dsp:txBody>
      <dsp:txXfrm>
        <a:off x="31160" y="1871588"/>
        <a:ext cx="2065467" cy="1001573"/>
      </dsp:txXfrm>
    </dsp:sp>
    <dsp:sp modelId="{9D0AEF7D-4C70-4534-8CAF-2F4854BE9DCD}">
      <dsp:nvSpPr>
        <dsp:cNvPr id="0" name=""/>
        <dsp:cNvSpPr/>
      </dsp:nvSpPr>
      <dsp:spPr>
        <a:xfrm rot="18711467">
          <a:off x="1914378" y="1876432"/>
          <a:ext cx="1282826" cy="36430"/>
        </a:xfrm>
        <a:custGeom>
          <a:avLst/>
          <a:gdLst/>
          <a:ahLst/>
          <a:cxnLst/>
          <a:rect l="0" t="0" r="0" b="0"/>
          <a:pathLst>
            <a:path>
              <a:moveTo>
                <a:pt x="0" y="18215"/>
              </a:moveTo>
              <a:lnTo>
                <a:pt x="1282826" y="18215"/>
              </a:lnTo>
            </a:path>
          </a:pathLst>
        </a:custGeom>
        <a:noFill/>
        <a:ln w="952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cs-CZ" sz="2000" b="1" kern="1200">
            <a:solidFill>
              <a:schemeClr val="tx1"/>
            </a:solidFill>
            <a:effectLst/>
            <a:latin typeface="Verdana" panose="020B0604030504040204" pitchFamily="34" charset="0"/>
            <a:ea typeface="Verdana" panose="020B0604030504040204" pitchFamily="34" charset="0"/>
            <a:cs typeface="Verdana" panose="020B0604030504040204" pitchFamily="34" charset="0"/>
          </a:endParaRPr>
        </a:p>
      </dsp:txBody>
      <dsp:txXfrm>
        <a:off x="2523721" y="1862577"/>
        <a:ext cx="64141" cy="64141"/>
      </dsp:txXfrm>
    </dsp:sp>
    <dsp:sp modelId="{7F9DA9DF-48DE-4A50-9268-8264EBFAA471}">
      <dsp:nvSpPr>
        <dsp:cNvPr id="0" name=""/>
        <dsp:cNvSpPr/>
      </dsp:nvSpPr>
      <dsp:spPr>
        <a:xfrm>
          <a:off x="2983796" y="884974"/>
          <a:ext cx="2385334" cy="1063893"/>
        </a:xfrm>
        <a:prstGeom prst="roundRect">
          <a:avLst>
            <a:gd name="adj" fmla="val 10000"/>
          </a:avLst>
        </a:prstGeom>
        <a:solidFill>
          <a:schemeClr val="accent5">
            <a:lumMod val="9000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2000" b="1" kern="12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rPr>
            <a:t>Podmíněné</a:t>
          </a:r>
        </a:p>
      </dsp:txBody>
      <dsp:txXfrm>
        <a:off x="3014956" y="916134"/>
        <a:ext cx="2323014" cy="1001573"/>
      </dsp:txXfrm>
    </dsp:sp>
    <dsp:sp modelId="{14F8F458-0AA6-42DB-B564-CE10533B18A6}">
      <dsp:nvSpPr>
        <dsp:cNvPr id="0" name=""/>
        <dsp:cNvSpPr/>
      </dsp:nvSpPr>
      <dsp:spPr>
        <a:xfrm rot="20067692">
          <a:off x="5323050" y="1195374"/>
          <a:ext cx="943276" cy="36430"/>
        </a:xfrm>
        <a:custGeom>
          <a:avLst/>
          <a:gdLst/>
          <a:ahLst/>
          <a:cxnLst/>
          <a:rect l="0" t="0" r="0" b="0"/>
          <a:pathLst>
            <a:path>
              <a:moveTo>
                <a:pt x="0" y="18215"/>
              </a:moveTo>
              <a:lnTo>
                <a:pt x="943276" y="18215"/>
              </a:lnTo>
            </a:path>
          </a:pathLst>
        </a:custGeom>
        <a:noFill/>
        <a:ln w="952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cs-CZ" sz="2000" kern="1200">
            <a:solidFill>
              <a:schemeClr val="tx1"/>
            </a:solidFill>
            <a:effectLst/>
          </a:endParaRPr>
        </a:p>
      </dsp:txBody>
      <dsp:txXfrm>
        <a:off x="5771106" y="1190008"/>
        <a:ext cx="47163" cy="47163"/>
      </dsp:txXfrm>
    </dsp:sp>
    <dsp:sp modelId="{973E3AA9-DD5F-4F0D-A49E-860B5E6C16D8}">
      <dsp:nvSpPr>
        <dsp:cNvPr id="0" name=""/>
        <dsp:cNvSpPr/>
      </dsp:nvSpPr>
      <dsp:spPr>
        <a:xfrm>
          <a:off x="6220246" y="659743"/>
          <a:ext cx="2127787" cy="701031"/>
        </a:xfrm>
        <a:prstGeom prst="roundRect">
          <a:avLst>
            <a:gd name="adj" fmla="val 10000"/>
          </a:avLst>
        </a:prstGeom>
        <a:solidFill>
          <a:schemeClr val="accent5">
            <a:lumMod val="9000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2000" b="1" kern="120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rPr>
            <a:t>BRANCH</a:t>
          </a:r>
        </a:p>
      </dsp:txBody>
      <dsp:txXfrm>
        <a:off x="6240778" y="680275"/>
        <a:ext cx="2086723" cy="659967"/>
      </dsp:txXfrm>
    </dsp:sp>
    <dsp:sp modelId="{96750EDD-B823-4B02-B0C5-7E19B3D1A304}">
      <dsp:nvSpPr>
        <dsp:cNvPr id="0" name=""/>
        <dsp:cNvSpPr/>
      </dsp:nvSpPr>
      <dsp:spPr>
        <a:xfrm rot="1609218">
          <a:off x="5317834" y="1613860"/>
          <a:ext cx="953709" cy="36430"/>
        </a:xfrm>
        <a:custGeom>
          <a:avLst/>
          <a:gdLst/>
          <a:ahLst/>
          <a:cxnLst/>
          <a:rect l="0" t="0" r="0" b="0"/>
          <a:pathLst>
            <a:path>
              <a:moveTo>
                <a:pt x="0" y="18215"/>
              </a:moveTo>
              <a:lnTo>
                <a:pt x="953709" y="18215"/>
              </a:lnTo>
            </a:path>
          </a:pathLst>
        </a:custGeom>
        <a:noFill/>
        <a:ln w="952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cs-CZ" sz="2000" kern="1200">
            <a:solidFill>
              <a:schemeClr val="tx1"/>
            </a:solidFill>
            <a:effectLst/>
          </a:endParaRPr>
        </a:p>
      </dsp:txBody>
      <dsp:txXfrm>
        <a:off x="5770845" y="1608232"/>
        <a:ext cx="47685" cy="47685"/>
      </dsp:txXfrm>
    </dsp:sp>
    <dsp:sp modelId="{DE401780-3B63-47ED-A3FF-14E50F66D524}">
      <dsp:nvSpPr>
        <dsp:cNvPr id="0" name=""/>
        <dsp:cNvSpPr/>
      </dsp:nvSpPr>
      <dsp:spPr>
        <a:xfrm>
          <a:off x="6220246" y="1520358"/>
          <a:ext cx="2127787" cy="653741"/>
        </a:xfrm>
        <a:prstGeom prst="roundRect">
          <a:avLst>
            <a:gd name="adj" fmla="val 10000"/>
          </a:avLst>
        </a:prstGeom>
        <a:solidFill>
          <a:schemeClr val="accent5">
            <a:lumMod val="9000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2000" b="1" kern="120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rPr>
            <a:t>SKIP</a:t>
          </a:r>
        </a:p>
      </dsp:txBody>
      <dsp:txXfrm>
        <a:off x="6239393" y="1539505"/>
        <a:ext cx="2089493" cy="615447"/>
      </dsp:txXfrm>
    </dsp:sp>
    <dsp:sp modelId="{70015F12-A535-4F72-9524-01829781943D}">
      <dsp:nvSpPr>
        <dsp:cNvPr id="0" name=""/>
        <dsp:cNvSpPr/>
      </dsp:nvSpPr>
      <dsp:spPr>
        <a:xfrm rot="3115800">
          <a:off x="1861681" y="2900603"/>
          <a:ext cx="1388220" cy="36430"/>
        </a:xfrm>
        <a:custGeom>
          <a:avLst/>
          <a:gdLst/>
          <a:ahLst/>
          <a:cxnLst/>
          <a:rect l="0" t="0" r="0" b="0"/>
          <a:pathLst>
            <a:path>
              <a:moveTo>
                <a:pt x="0" y="18215"/>
              </a:moveTo>
              <a:lnTo>
                <a:pt x="1388220" y="18215"/>
              </a:lnTo>
            </a:path>
          </a:pathLst>
        </a:custGeom>
        <a:noFill/>
        <a:ln w="952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cs-CZ" sz="2000" kern="1200">
            <a:solidFill>
              <a:schemeClr val="tx1"/>
            </a:solidFill>
            <a:effectLst/>
          </a:endParaRPr>
        </a:p>
      </dsp:txBody>
      <dsp:txXfrm>
        <a:off x="2521086" y="2884113"/>
        <a:ext cx="69411" cy="69411"/>
      </dsp:txXfrm>
    </dsp:sp>
    <dsp:sp modelId="{42D6D441-2228-4F3C-AB49-56629C9648F9}">
      <dsp:nvSpPr>
        <dsp:cNvPr id="0" name=""/>
        <dsp:cNvSpPr/>
      </dsp:nvSpPr>
      <dsp:spPr>
        <a:xfrm>
          <a:off x="2983796" y="2933315"/>
          <a:ext cx="2385334" cy="1063893"/>
        </a:xfrm>
        <a:prstGeom prst="roundRect">
          <a:avLst>
            <a:gd name="adj" fmla="val 10000"/>
          </a:avLst>
        </a:prstGeom>
        <a:solidFill>
          <a:schemeClr val="accent5">
            <a:lumMod val="9000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2000" b="1" kern="12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rPr>
            <a:t>Nepodmíněné</a:t>
          </a:r>
        </a:p>
      </dsp:txBody>
      <dsp:txXfrm>
        <a:off x="3014956" y="2964475"/>
        <a:ext cx="2323014" cy="1001573"/>
      </dsp:txXfrm>
    </dsp:sp>
    <dsp:sp modelId="{355A5FF3-8B80-4903-9619-693D069C5526}">
      <dsp:nvSpPr>
        <dsp:cNvPr id="0" name=""/>
        <dsp:cNvSpPr/>
      </dsp:nvSpPr>
      <dsp:spPr>
        <a:xfrm rot="18990207">
          <a:off x="5208049" y="3043256"/>
          <a:ext cx="1173278" cy="36430"/>
        </a:xfrm>
        <a:custGeom>
          <a:avLst/>
          <a:gdLst/>
          <a:ahLst/>
          <a:cxnLst/>
          <a:rect l="0" t="0" r="0" b="0"/>
          <a:pathLst>
            <a:path>
              <a:moveTo>
                <a:pt x="0" y="18215"/>
              </a:moveTo>
              <a:lnTo>
                <a:pt x="1173278" y="18215"/>
              </a:lnTo>
            </a:path>
          </a:pathLst>
        </a:custGeom>
        <a:noFill/>
        <a:ln w="952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cs-CZ" sz="2000" kern="1200">
            <a:solidFill>
              <a:schemeClr val="tx1"/>
            </a:solidFill>
            <a:effectLst/>
          </a:endParaRPr>
        </a:p>
      </dsp:txBody>
      <dsp:txXfrm>
        <a:off x="5765356" y="3032140"/>
        <a:ext cx="58663" cy="58663"/>
      </dsp:txXfrm>
    </dsp:sp>
    <dsp:sp modelId="{54A563C6-3D38-47B3-B768-9FB5A66AFAA5}">
      <dsp:nvSpPr>
        <dsp:cNvPr id="0" name=""/>
        <dsp:cNvSpPr/>
      </dsp:nvSpPr>
      <dsp:spPr>
        <a:xfrm>
          <a:off x="6220246" y="2333683"/>
          <a:ext cx="2127787" cy="647996"/>
        </a:xfrm>
        <a:prstGeom prst="roundRect">
          <a:avLst>
            <a:gd name="adj" fmla="val 10000"/>
          </a:avLst>
        </a:prstGeom>
        <a:solidFill>
          <a:schemeClr val="accent5">
            <a:lumMod val="9000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2000" b="1" kern="1200" dirty="0">
              <a:solidFill>
                <a:schemeClr val="tx1"/>
              </a:solidFill>
              <a:effectLst/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rPr>
            <a:t>Relativní</a:t>
          </a:r>
        </a:p>
      </dsp:txBody>
      <dsp:txXfrm>
        <a:off x="6239225" y="2352662"/>
        <a:ext cx="2089829" cy="610038"/>
      </dsp:txXfrm>
    </dsp:sp>
    <dsp:sp modelId="{540676F3-A6E1-4417-9718-06C2BFB865C7}">
      <dsp:nvSpPr>
        <dsp:cNvPr id="0" name=""/>
        <dsp:cNvSpPr/>
      </dsp:nvSpPr>
      <dsp:spPr>
        <a:xfrm>
          <a:off x="5369131" y="3447047"/>
          <a:ext cx="851114" cy="36430"/>
        </a:xfrm>
        <a:custGeom>
          <a:avLst/>
          <a:gdLst/>
          <a:ahLst/>
          <a:cxnLst/>
          <a:rect l="0" t="0" r="0" b="0"/>
          <a:pathLst>
            <a:path>
              <a:moveTo>
                <a:pt x="0" y="18215"/>
              </a:moveTo>
              <a:lnTo>
                <a:pt x="851114" y="18215"/>
              </a:lnTo>
            </a:path>
          </a:pathLst>
        </a:custGeom>
        <a:noFill/>
        <a:ln w="952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cs-CZ" sz="2000" kern="1200">
            <a:solidFill>
              <a:schemeClr val="tx1"/>
            </a:solidFill>
            <a:effectLst/>
          </a:endParaRPr>
        </a:p>
      </dsp:txBody>
      <dsp:txXfrm>
        <a:off x="5773410" y="3443984"/>
        <a:ext cx="42555" cy="42555"/>
      </dsp:txXfrm>
    </dsp:sp>
    <dsp:sp modelId="{AA7E86D8-BC14-4CBC-9855-B1AFE7CAF403}">
      <dsp:nvSpPr>
        <dsp:cNvPr id="0" name=""/>
        <dsp:cNvSpPr/>
      </dsp:nvSpPr>
      <dsp:spPr>
        <a:xfrm>
          <a:off x="6220246" y="3141264"/>
          <a:ext cx="2127787" cy="647996"/>
        </a:xfrm>
        <a:prstGeom prst="roundRect">
          <a:avLst>
            <a:gd name="adj" fmla="val 10000"/>
          </a:avLst>
        </a:prstGeom>
        <a:solidFill>
          <a:schemeClr val="accent5">
            <a:lumMod val="9000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2000" b="1" kern="1200" dirty="0">
              <a:solidFill>
                <a:schemeClr val="tx1"/>
              </a:solidFill>
              <a:effectLst/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rPr>
            <a:t>Absolutní</a:t>
          </a:r>
        </a:p>
      </dsp:txBody>
      <dsp:txXfrm>
        <a:off x="6239225" y="3160243"/>
        <a:ext cx="2089829" cy="610038"/>
      </dsp:txXfrm>
    </dsp:sp>
    <dsp:sp modelId="{D0F849D0-20BE-48D4-B8A1-4BDFAB053B8F}">
      <dsp:nvSpPr>
        <dsp:cNvPr id="0" name=""/>
        <dsp:cNvSpPr/>
      </dsp:nvSpPr>
      <dsp:spPr>
        <a:xfrm rot="2609793">
          <a:off x="5208049" y="3850837"/>
          <a:ext cx="1173278" cy="36430"/>
        </a:xfrm>
        <a:custGeom>
          <a:avLst/>
          <a:gdLst/>
          <a:ahLst/>
          <a:cxnLst/>
          <a:rect l="0" t="0" r="0" b="0"/>
          <a:pathLst>
            <a:path>
              <a:moveTo>
                <a:pt x="0" y="18215"/>
              </a:moveTo>
              <a:lnTo>
                <a:pt x="1173278" y="18215"/>
              </a:lnTo>
            </a:path>
          </a:pathLst>
        </a:custGeom>
        <a:noFill/>
        <a:ln w="952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cs-CZ" sz="2000" kern="1200">
            <a:solidFill>
              <a:schemeClr val="tx1"/>
            </a:solidFill>
            <a:effectLst/>
          </a:endParaRPr>
        </a:p>
      </dsp:txBody>
      <dsp:txXfrm>
        <a:off x="5765356" y="3839720"/>
        <a:ext cx="58663" cy="58663"/>
      </dsp:txXfrm>
    </dsp:sp>
    <dsp:sp modelId="{E841E2B3-2F3B-46D6-B30A-BBC152BB6424}">
      <dsp:nvSpPr>
        <dsp:cNvPr id="0" name=""/>
        <dsp:cNvSpPr/>
      </dsp:nvSpPr>
      <dsp:spPr>
        <a:xfrm>
          <a:off x="6220246" y="3948844"/>
          <a:ext cx="2127787" cy="647996"/>
        </a:xfrm>
        <a:prstGeom prst="roundRect">
          <a:avLst>
            <a:gd name="adj" fmla="val 10000"/>
          </a:avLst>
        </a:prstGeom>
        <a:solidFill>
          <a:schemeClr val="accent5">
            <a:lumMod val="9000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2000" b="1" kern="1200" dirty="0">
              <a:solidFill>
                <a:schemeClr val="tx1"/>
              </a:solidFill>
              <a:effectLst/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rPr>
            <a:t>Nepřímé</a:t>
          </a:r>
        </a:p>
      </dsp:txBody>
      <dsp:txXfrm>
        <a:off x="6239225" y="3967823"/>
        <a:ext cx="2089829" cy="61003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7D09AA6-3622-402F-81AD-5EFF38C4940B}">
      <dsp:nvSpPr>
        <dsp:cNvPr id="0" name=""/>
        <dsp:cNvSpPr/>
      </dsp:nvSpPr>
      <dsp:spPr>
        <a:xfrm>
          <a:off x="0" y="1536286"/>
          <a:ext cx="2082747" cy="1041373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1800" b="1" kern="12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rPr>
            <a:t>Podprogramy</a:t>
          </a:r>
        </a:p>
      </dsp:txBody>
      <dsp:txXfrm>
        <a:off x="30501" y="1566787"/>
        <a:ext cx="2021745" cy="980371"/>
      </dsp:txXfrm>
    </dsp:sp>
    <dsp:sp modelId="{70015F12-A535-4F72-9524-01829781943D}">
      <dsp:nvSpPr>
        <dsp:cNvPr id="0" name=""/>
        <dsp:cNvSpPr/>
      </dsp:nvSpPr>
      <dsp:spPr>
        <a:xfrm rot="18137819">
          <a:off x="1719063" y="1374781"/>
          <a:ext cx="1561906" cy="44121"/>
        </a:xfrm>
        <a:custGeom>
          <a:avLst/>
          <a:gdLst/>
          <a:ahLst/>
          <a:cxnLst/>
          <a:rect l="0" t="0" r="0" b="0"/>
          <a:pathLst>
            <a:path>
              <a:moveTo>
                <a:pt x="0" y="22060"/>
              </a:moveTo>
              <a:lnTo>
                <a:pt x="1561906" y="22060"/>
              </a:lnTo>
            </a:path>
          </a:pathLst>
        </a:custGeom>
        <a:noFill/>
        <a:ln w="952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cs-CZ" sz="2000" kern="1200">
            <a:solidFill>
              <a:schemeClr val="tx1"/>
            </a:solidFill>
            <a:effectLst/>
          </a:endParaRPr>
        </a:p>
      </dsp:txBody>
      <dsp:txXfrm>
        <a:off x="2460968" y="1357794"/>
        <a:ext cx="78095" cy="78095"/>
      </dsp:txXfrm>
    </dsp:sp>
    <dsp:sp modelId="{42D6D441-2228-4F3C-AB49-56629C9648F9}">
      <dsp:nvSpPr>
        <dsp:cNvPr id="0" name=""/>
        <dsp:cNvSpPr/>
      </dsp:nvSpPr>
      <dsp:spPr>
        <a:xfrm>
          <a:off x="2917285" y="216023"/>
          <a:ext cx="2981244" cy="1041373"/>
        </a:xfrm>
        <a:prstGeom prst="roundRect">
          <a:avLst>
            <a:gd name="adj" fmla="val 10000"/>
          </a:avLst>
        </a:prstGeom>
        <a:solidFill>
          <a:schemeClr val="accent5">
            <a:lumMod val="9000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2000" b="1" kern="1200" dirty="0">
              <a:solidFill>
                <a:schemeClr val="tx1"/>
              </a:solidFill>
              <a:effectLst/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rPr>
            <a:t>Relativní</a:t>
          </a:r>
          <a:endParaRPr lang="cs-CZ" sz="2000" b="1" kern="1200" dirty="0">
            <a:solidFill>
              <a:schemeClr val="bg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Verdana" panose="020B0604030504040204" pitchFamily="34" charset="0"/>
            <a:ea typeface="Verdana" panose="020B0604030504040204" pitchFamily="34" charset="0"/>
            <a:cs typeface="Verdana" panose="020B0604030504040204" pitchFamily="34" charset="0"/>
          </a:endParaRPr>
        </a:p>
      </dsp:txBody>
      <dsp:txXfrm>
        <a:off x="2947786" y="246524"/>
        <a:ext cx="2920242" cy="980371"/>
      </dsp:txXfrm>
    </dsp:sp>
    <dsp:sp modelId="{ED5DE656-74C7-4D55-8B67-19B1A4D96230}">
      <dsp:nvSpPr>
        <dsp:cNvPr id="0" name=""/>
        <dsp:cNvSpPr/>
      </dsp:nvSpPr>
      <dsp:spPr>
        <a:xfrm rot="60265">
          <a:off x="2082682" y="2042228"/>
          <a:ext cx="834667" cy="44121"/>
        </a:xfrm>
        <a:custGeom>
          <a:avLst/>
          <a:gdLst/>
          <a:ahLst/>
          <a:cxnLst/>
          <a:rect l="0" t="0" r="0" b="0"/>
          <a:pathLst>
            <a:path>
              <a:moveTo>
                <a:pt x="0" y="22060"/>
              </a:moveTo>
              <a:lnTo>
                <a:pt x="834667" y="22060"/>
              </a:lnTo>
            </a:path>
          </a:pathLst>
        </a:custGeom>
        <a:noFill/>
        <a:ln w="952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cs-CZ" sz="500" kern="1200"/>
        </a:p>
      </dsp:txBody>
      <dsp:txXfrm>
        <a:off x="2479149" y="2043422"/>
        <a:ext cx="41733" cy="41733"/>
      </dsp:txXfrm>
    </dsp:sp>
    <dsp:sp modelId="{E0F63D3E-1E2B-461C-9EBC-50342962954E}">
      <dsp:nvSpPr>
        <dsp:cNvPr id="0" name=""/>
        <dsp:cNvSpPr/>
      </dsp:nvSpPr>
      <dsp:spPr>
        <a:xfrm>
          <a:off x="2917285" y="1550918"/>
          <a:ext cx="2961062" cy="1041373"/>
        </a:xfrm>
        <a:prstGeom prst="roundRect">
          <a:avLst>
            <a:gd name="adj" fmla="val 10000"/>
          </a:avLst>
        </a:prstGeom>
        <a:solidFill>
          <a:schemeClr val="accent5">
            <a:lumMod val="9000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2000" b="1" kern="1200" dirty="0">
              <a:solidFill>
                <a:schemeClr val="tx1"/>
              </a:solidFill>
              <a:effectLst/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rPr>
            <a:t>Absolutní</a:t>
          </a:r>
          <a:endParaRPr lang="cs-CZ" sz="2000" b="1" kern="1200" dirty="0">
            <a:solidFill>
              <a:schemeClr val="bg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Verdana" panose="020B0604030504040204" pitchFamily="34" charset="0"/>
            <a:ea typeface="Verdana" panose="020B0604030504040204" pitchFamily="34" charset="0"/>
            <a:cs typeface="Verdana" panose="020B0604030504040204" pitchFamily="34" charset="0"/>
          </a:endParaRPr>
        </a:p>
      </dsp:txBody>
      <dsp:txXfrm>
        <a:off x="2947786" y="1581419"/>
        <a:ext cx="2900060" cy="980371"/>
      </dsp:txXfrm>
    </dsp:sp>
    <dsp:sp modelId="{540676F3-A6E1-4417-9718-06C2BFB865C7}">
      <dsp:nvSpPr>
        <dsp:cNvPr id="0" name=""/>
        <dsp:cNvSpPr/>
      </dsp:nvSpPr>
      <dsp:spPr>
        <a:xfrm rot="3228343">
          <a:off x="1793409" y="2605158"/>
          <a:ext cx="1413214" cy="44121"/>
        </a:xfrm>
        <a:custGeom>
          <a:avLst/>
          <a:gdLst/>
          <a:ahLst/>
          <a:cxnLst/>
          <a:rect l="0" t="0" r="0" b="0"/>
          <a:pathLst>
            <a:path>
              <a:moveTo>
                <a:pt x="0" y="22060"/>
              </a:moveTo>
              <a:lnTo>
                <a:pt x="1413214" y="22060"/>
              </a:lnTo>
            </a:path>
          </a:pathLst>
        </a:custGeom>
        <a:noFill/>
        <a:ln w="952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cs-CZ" sz="2000" kern="1200">
            <a:solidFill>
              <a:schemeClr val="tx1"/>
            </a:solidFill>
            <a:effectLst/>
          </a:endParaRPr>
        </a:p>
      </dsp:txBody>
      <dsp:txXfrm>
        <a:off x="2464686" y="2591889"/>
        <a:ext cx="70660" cy="70660"/>
      </dsp:txXfrm>
    </dsp:sp>
    <dsp:sp modelId="{AA7E86D8-BC14-4CBC-9855-B1AFE7CAF403}">
      <dsp:nvSpPr>
        <dsp:cNvPr id="0" name=""/>
        <dsp:cNvSpPr/>
      </dsp:nvSpPr>
      <dsp:spPr>
        <a:xfrm>
          <a:off x="2917285" y="2880325"/>
          <a:ext cx="2985930" cy="634279"/>
        </a:xfrm>
        <a:prstGeom prst="roundRect">
          <a:avLst>
            <a:gd name="adj" fmla="val 10000"/>
          </a:avLst>
        </a:prstGeom>
        <a:solidFill>
          <a:schemeClr val="accent5">
            <a:lumMod val="9000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2000" b="1" kern="1200" dirty="0">
              <a:solidFill>
                <a:schemeClr val="tx1"/>
              </a:solidFill>
              <a:effectLst/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rPr>
            <a:t>Nepřímé</a:t>
          </a:r>
        </a:p>
      </dsp:txBody>
      <dsp:txXfrm>
        <a:off x="2935862" y="2898902"/>
        <a:ext cx="2948776" cy="59712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5">
  <dgm:title val=""/>
  <dgm:desc val=""/>
  <dgm:catLst>
    <dgm:cat type="hierarchy" pri="6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5">
          <dgm:prSet phldr="1"/>
        </dgm:pt>
        <dgm:pt modelId="6">
          <dgm:prSet phldr="1"/>
        </dgm:pt>
      </dgm:ptLst>
      <dgm:cxnLst>
        <dgm:cxn modelId="7" srcId="0" destId="1" srcOrd="0" destOrd="0"/>
        <dgm:cxn modelId="8" srcId="1" destId="2" srcOrd="0" destOrd="0"/>
        <dgm:cxn modelId="9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10" srcId="0" destId="4" srcOrd="1" destOrd="0"/>
        <dgm:cxn modelId="11" srcId="0" destId="5" srcOrd="2" destOrd="0"/>
        <dgm:cxn modelId="12" srcId="0" destId="6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2"/>
        <dgm:pt modelId="3"/>
      </dgm:ptLst>
      <dgm:cxnLst>
        <dgm:cxn modelId="4" srcId="0" destId="1" srcOrd="0" destOrd="0"/>
        <dgm:cxn modelId="13" srcId="1" destId="11" srcOrd="0" destOrd="0"/>
        <dgm:cxn modelId="14" srcId="1" destId="12" srcOrd="1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  <dgm:pt modelId="4"/>
        <dgm:pt modelId="5"/>
        <dgm:pt modelId="6"/>
        <dgm:pt modelId="7"/>
      </dgm:ptLst>
      <dgm:cxnLst>
        <dgm:cxn modelId="8" srcId="0" destId="1" srcOrd="0" destOrd="0"/>
        <dgm:cxn modelId="9" srcId="1" destId="2" srcOrd="0" destOrd="0"/>
        <dgm:cxn modelId="10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  <dgm:cxn modelId="11" srcId="0" destId="4" srcOrd="1" destOrd="0"/>
        <dgm:cxn modelId="12" srcId="0" destId="5" srcOrd="2" destOrd="0"/>
        <dgm:cxn modelId="13" srcId="0" destId="6" srcOrd="3" destOrd="0"/>
        <dgm:cxn modelId="14" srcId="0" destId="7" srcOrd="4" destOrd="0"/>
      </dgm:cxnLst>
      <dgm:bg/>
      <dgm:whole/>
    </dgm:dataModel>
  </dgm:clrData>
  <dgm:layoutNode name="mainComposite">
    <dgm:varLst>
      <dgm:chPref val="1"/>
      <dgm:dir/>
      <dgm:animOne val="branch"/>
      <dgm:animLvl val="lvl"/>
      <dgm:resizeHandles val="exact"/>
    </dgm:varLst>
    <dgm:alg type="composite"/>
    <dgm:presOf/>
    <dgm:shape xmlns:r="http://schemas.openxmlformats.org/officeDocument/2006/relationships" r:blip="">
      <dgm:adjLst/>
    </dgm:shape>
    <dgm:choose name="Name0">
      <dgm:if name="Name1" axis="ch" ptType="node" func="cnt" op="gte" val="2">
        <dgm:choose name="Name2">
          <dgm:if name="Name3" func="var" arg="dir" op="equ" val="norm">
            <dgm:constrLst>
              <dgm:constr type="l" for="ch" forName="hierFlow"/>
              <dgm:constr type="t" for="ch" forName="hierFlow" refType="h" fact="0.3"/>
              <dgm:constr type="r" for="ch" forName="hierFlow" refType="w" fact="0.98"/>
              <dgm:constr type="b" for="ch" forName="hierFlow" refType="h" fact="0.96"/>
              <dgm:constr type="l" for="ch" forName="bgShapesFlow"/>
              <dgm:constr type="t" for="ch" forName="bgShapesFlow"/>
              <dgm:constr type="r" for="ch" forName="bgShapesFlow" refType="w"/>
              <dgm:constr type="b" for="ch" forName="bgShapesFlow" refType="h"/>
              <dgm:constr type="h" for="des" forName="level1Shape" refType="h"/>
              <dgm:constr type="w" for="des" forName="level1Shape" refType="h" refFor="des" refForName="level1Shape" fact="2"/>
              <dgm:constr type="w" for="des" forName="level2Shape" refType="w" refFor="des" refForName="level1Shape" op="equ"/>
              <dgm:constr type="h" for="des" forName="level2Shape" refType="h" refFor="des" refForName="level1Shape" op="equ"/>
              <dgm:constr type="sp" for="des" refType="w" refFor="des" refForName="level1Shape" op="equ" fact="0.4"/>
              <dgm:constr type="sibSp" for="des" forName="hierChild1" refType="h" refFor="des" refForName="level1Shape" op="equ" fact="0.15"/>
              <dgm:constr type="sibSp" for="des" forName="hierChild2" refType="sibSp" refFor="des" refForName="hierChild1" op="equ"/>
              <dgm:constr type="sibSp" for="des" forName="hierChild3" refType="sibSp" refFor="des" refForName="hierChild1" op="equ"/>
              <dgm:constr type="userA" for="des" refType="w" refFor="des" refForName="level1Shape" op="equ"/>
              <dgm:constr type="userB" for="des" refType="sp" refFor="des" op="equ"/>
              <dgm:constr type="w" for="des" forName="firstBuf" refType="w" refFor="des" refForName="level1Shape" fact="0.1"/>
            </dgm:constrLst>
          </dgm:if>
          <dgm:else name="Name4">
            <dgm:constrLst>
              <dgm:constr type="l" for="ch" forName="hierFlow" refType="w" fact="0.02"/>
              <dgm:constr type="t" for="ch" forName="hierFlow" refType="h" fact="0.3"/>
              <dgm:constr type="r" for="ch" forName="hierFlow" refType="w"/>
              <dgm:constr type="b" for="ch" forName="hierFlow" refType="h" fact="0.96"/>
              <dgm:constr type="l" for="ch" forName="bgShapesFlow"/>
              <dgm:constr type="t" for="ch" forName="bgShapesFlow"/>
              <dgm:constr type="r" for="ch" forName="bgShapesFlow" refType="w"/>
              <dgm:constr type="b" for="ch" forName="bgShapesFlow" refType="h"/>
              <dgm:constr type="h" for="des" forName="level1Shape" refType="h"/>
              <dgm:constr type="w" for="des" forName="level1Shape" refType="h" refFor="des" refForName="level1Shape" fact="2"/>
              <dgm:constr type="w" for="des" forName="level2Shape" refType="w" refFor="des" refForName="level1Shape" op="equ"/>
              <dgm:constr type="h" for="des" forName="level2Shape" refType="h" refFor="des" refForName="level1Shape" op="equ"/>
              <dgm:constr type="sp" for="des" refType="w" refFor="des" refForName="level1Shape" op="equ" fact="0.4"/>
              <dgm:constr type="sibSp" for="des" forName="hierChild1" refType="h" refFor="des" refForName="level1Shape" op="equ" fact="0.15"/>
              <dgm:constr type="sibSp" for="des" forName="hierChild2" refType="sibSp" refFor="des" refForName="hierChild1" op="equ"/>
              <dgm:constr type="sibSp" for="des" forName="hierChild3" refType="sibSp" refFor="des" refForName="hierChild1" op="equ"/>
              <dgm:constr type="userA" for="des" refType="w" refFor="des" refForName="level1Shape" op="equ"/>
              <dgm:constr type="userB" for="des" refType="sp" refFor="des" op="equ"/>
              <dgm:constr type="w" for="des" forName="firstBuf" refType="w" refFor="des" refForName="level1Shape" fact="0.1"/>
            </dgm:constrLst>
          </dgm:else>
        </dgm:choose>
      </dgm:if>
      <dgm:else name="Name5">
        <dgm:constrLst>
          <dgm:constr type="l" for="ch" forName="hierFlow"/>
          <dgm:constr type="t" for="ch" forName="hierFlow"/>
          <dgm:constr type="r" for="ch" forName="hierFlow" refType="w"/>
          <dgm:constr type="b" for="ch" forName="hierFlow" refType="h"/>
          <dgm:constr type="l" for="ch" forName="bgShapesFlow"/>
          <dgm:constr type="t" for="ch" forName="bgShapesFlow"/>
          <dgm:constr type="r" for="ch" forName="bgShapesFlow" refType="w"/>
          <dgm:constr type="b" for="ch" forName="bgShapesFlow" refType="h"/>
          <dgm:constr type="h" for="des" forName="level1Shape" refType="h"/>
          <dgm:constr type="w" for="des" forName="level1Shape" refType="h" refFor="des" refForName="level1Shape" fact="2"/>
          <dgm:constr type="w" for="des" forName="level2Shape" refType="w" refFor="des" refForName="level1Shape" op="equ"/>
          <dgm:constr type="h" for="des" forName="level2Shape" refType="h" refFor="des" refForName="level1Shape" op="equ"/>
          <dgm:constr type="sp" for="des" refType="w" refFor="des" refForName="level1Shape" op="equ" fact="0.4"/>
          <dgm:constr type="sibSp" for="des" forName="hierChild1" refType="h" refFor="des" refForName="level1Shape" op="equ" fact="0.15"/>
          <dgm:constr type="sibSp" for="des" forName="hierChild2" refType="sibSp" refFor="des" refForName="hierChild1" op="equ"/>
          <dgm:constr type="sibSp" for="des" forName="hierChild3" refType="sibSp" refFor="des" refForName="hierChild1" op="equ"/>
          <dgm:constr type="userA" for="des" refType="w" refFor="des" refForName="level1Shape" op="equ"/>
          <dgm:constr type="userB" for="des" refType="sp" refFor="des" op="equ"/>
          <dgm:constr type="w" for="des" forName="firstBuf" refType="w" refFor="des" refForName="level1Shape" fact="0.1"/>
        </dgm:constrLst>
      </dgm:else>
    </dgm:choose>
    <dgm:ruleLst/>
    <dgm:layoutNode name="hierFlow">
      <dgm:choose name="Name6">
        <dgm:if name="Name7" func="var" arg="dir" op="equ" val="norm">
          <dgm:alg type="lin">
            <dgm:param type="linDir" val="fromL"/>
            <dgm:param type="nodeVertAlign" val="mid"/>
            <dgm:param type="vertAlign" val="mid"/>
            <dgm:param type="nodeHorzAlign" val="l"/>
            <dgm:param type="horzAlign" val="l"/>
            <dgm:param type="fallback" val="2D"/>
          </dgm:alg>
        </dgm:if>
        <dgm:else name="Name8">
          <dgm:alg type="lin">
            <dgm:param type="linDir" val="fromR"/>
            <dgm:param type="nodeVertAlign" val="mid"/>
            <dgm:param type="vertAlign" val="mid"/>
            <dgm:param type="nodeHorzAlign" val="r"/>
            <dgm:param type="horzAlign" val="r"/>
            <dgm:param type="fallback" val="2D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primFontSz" for="des" ptType="node" op="equ" val="65"/>
        <dgm:constr type="primFontSz" for="des" forName="connTx" op="equ" val="55"/>
        <dgm:constr type="primFontSz" for="des" forName="connTx" refType="primFontSz" refFor="des" refPtType="node" op="lte" fact="0.8"/>
      </dgm:constrLst>
      <dgm:ruleLst/>
      <dgm:choose name="Name9">
        <dgm:if name="Name10" axis="ch" ptType="node" func="cnt" op="gte" val="2">
          <dgm:layoutNode name="firstBuf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11"/>
      </dgm:choose>
      <dgm:layoutNode name="hierChild1">
        <dgm:varLst>
          <dgm:chPref val="1"/>
          <dgm:animOne val="branch"/>
          <dgm:animLvl val="lvl"/>
        </dgm:varLst>
        <dgm:choose name="Name12">
          <dgm:if name="Name13" func="var" arg="dir" op="equ" val="norm">
            <dgm:alg type="hierChild">
              <dgm:param type="linDir" val="fromT"/>
              <dgm:param type="chAlign" val="l"/>
            </dgm:alg>
          </dgm:if>
          <dgm:else name="Name14">
            <dgm:alg type="hierChild">
              <dgm:param type="linDir" val="fromT"/>
              <dgm:param type="ch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forEach name="Name15" axis="ch" cnt="3">
          <dgm:forEach name="Name16" axis="self" ptType="node">
            <dgm:layoutNode name="Name17">
              <dgm:choose name="Name18">
                <dgm:if name="Name19" func="var" arg="dir" op="equ" val="norm">
                  <dgm:alg type="hierRoot">
                    <dgm:param type="hierAlign" val="lCtrCh"/>
                  </dgm:alg>
                </dgm:if>
                <dgm:else name="Name20">
                  <dgm:alg type="hierRoot">
                    <dgm:param type="hierAlign" val="rCtrCh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constrLst/>
              <dgm:ruleLst/>
              <dgm:layoutNode name="level1Shape" styleLbl="node0">
                <dgm:varLst>
                  <dgm:chPref val="3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self"/>
                <dgm:constrLst>
                  <dgm:constr type="tMarg" refType="primFontSz" fact="0.05"/>
                  <dgm:constr type="bMarg" refType="primFontSz" fact="0.05"/>
                  <dgm:constr type="lMarg" refType="primFontSz" fact="0.05"/>
                  <dgm:constr type="rMarg" refType="primFontSz" fact="0.05"/>
                </dgm:constrLst>
                <dgm:ruleLst>
                  <dgm:rule type="primFontSz" val="5" fact="NaN" max="NaN"/>
                </dgm:ruleLst>
              </dgm:layoutNode>
              <dgm:layoutNode name="hierChild2">
                <dgm:choose name="Name21">
                  <dgm:if name="Name22" func="var" arg="dir" op="equ" val="norm">
                    <dgm:alg type="hierChild">
                      <dgm:param type="linDir" val="fromT"/>
                      <dgm:param type="chAlign" val="l"/>
                    </dgm:alg>
                  </dgm:if>
                  <dgm:else name="Name23">
                    <dgm:alg type="hierChild">
                      <dgm:param type="linDir" val="fromT"/>
                      <dgm:param type="ch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  <dgm:forEach name="repeat" axis="ch">
                  <dgm:forEach name="Name24" axis="self" ptType="parTrans" cnt="1">
                    <dgm:layoutNode name="Name25">
                      <dgm:choose name="Name26">
                        <dgm:if name="Name27" func="var" arg="dir" op="equ" val="norm">
                          <dgm:alg type="conn">
                            <dgm:param type="dim" val="1D"/>
                            <dgm:param type="begPts" val="midR"/>
                            <dgm:param type="endPts" val="midL"/>
                            <dgm:param type="endSty" val="noArr"/>
                          </dgm:alg>
                        </dgm:if>
                        <dgm:else name="Name28">
                          <dgm:alg type="conn">
                            <dgm:param type="dim" val="1D"/>
                            <dgm:param type="begPts" val="midL"/>
                            <dgm:param type="endPts" val="midR"/>
                            <dgm:param type="endSty" val="noArr"/>
                          </dgm:alg>
                        </dgm:else>
                      </dgm:choose>
                      <dgm:shape xmlns:r="http://schemas.openxmlformats.org/officeDocument/2006/relationships" type="conn" r:blip="">
                        <dgm:adjLst/>
                      </dgm:shape>
                      <dgm:presOf axis="self"/>
                      <dgm:constrLst>
                        <dgm:constr type="w" val="1"/>
                        <dgm:constr type="h" val="5"/>
                        <dgm:constr type="connDist"/>
                        <dgm:constr type="begPad"/>
                        <dgm:constr type="endPad"/>
                        <dgm:constr type="userA" for="ch" refType="connDist"/>
                      </dgm:constrLst>
                      <dgm:ruleLst/>
                      <dgm:layoutNode name="connTx">
                        <dgm:alg type="tx">
                          <dgm:param type="autoTxRot" val="grav"/>
                        </dgm:alg>
                        <dgm:shape xmlns:r="http://schemas.openxmlformats.org/officeDocument/2006/relationships" type="rect" r:blip="" hideGeom="1">
                          <dgm:adjLst/>
                        </dgm:shape>
                        <dgm:presOf axis="self"/>
                        <dgm:constrLst>
                          <dgm:constr type="userA"/>
                          <dgm:constr type="w" refType="userA" fact="0.05"/>
                          <dgm:constr type="h" refType="userA" fact="0.05"/>
                          <dgm:constr type="lMarg" val="1"/>
                          <dgm:constr type="rMarg" val="1"/>
                          <dgm:constr type="tMarg"/>
                          <dgm:constr type="bMarg"/>
                        </dgm:constrLst>
                        <dgm:ruleLst>
                          <dgm:rule type="h" val="NaN" fact="0.25" max="NaN"/>
                          <dgm:rule type="w" val="NaN" fact="0.8" max="NaN"/>
                          <dgm:rule type="primFontSz" val="5" fact="NaN" max="NaN"/>
                        </dgm:ruleLst>
                      </dgm:layoutNode>
                    </dgm:layoutNode>
                  </dgm:forEach>
                  <dgm:forEach name="Name29" axis="self" ptType="node">
                    <dgm:layoutNode name="Name30">
                      <dgm:choose name="Name31">
                        <dgm:if name="Name32" func="var" arg="dir" op="equ" val="norm">
                          <dgm:alg type="hierRoot">
                            <dgm:param type="hierAlign" val="lCtrCh"/>
                          </dgm:alg>
                        </dgm:if>
                        <dgm:else name="Name33">
                          <dgm:alg type="hierRoot">
                            <dgm:param type="hierAlign" val="rCtrCh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constrLst/>
                      <dgm:ruleLst/>
                      <dgm:layoutNode name="level2Shape">
                        <dgm:alg type="tx"/>
                        <dgm:shape xmlns:r="http://schemas.openxmlformats.org/officeDocument/2006/relationships" type="roundRect" r:blip="">
                          <dgm:adjLst>
                            <dgm:adj idx="1" val="0.1"/>
                          </dgm:adjLst>
                        </dgm:shape>
                        <dgm:presOf axis="self"/>
                        <dgm:constrLst>
                          <dgm:constr type="tMarg" refType="primFontSz" fact="0.05"/>
                          <dgm:constr type="bMarg" refType="primFontSz" fact="0.05"/>
                          <dgm:constr type="lMarg" refType="primFontSz" fact="0.05"/>
                          <dgm:constr type="rMarg" refType="primFontSz" fact="0.05"/>
                        </dgm:constrLst>
                        <dgm:ruleLst>
                          <dgm:rule type="primFontSz" val="5" fact="NaN" max="NaN"/>
                        </dgm:ruleLst>
                      </dgm:layoutNode>
                      <dgm:layoutNode name="hierChild3">
                        <dgm:choose name="Name34">
                          <dgm:if name="Name35" func="var" arg="dir" op="equ" val="norm">
                            <dgm:alg type="hierChild">
                              <dgm:param type="linDir" val="fromT"/>
                              <dgm:param type="chAlign" val="l"/>
                            </dgm:alg>
                          </dgm:if>
                          <dgm:else name="Name36">
                            <dgm:alg type="hierChild">
                              <dgm:param type="linDir" val="fromT"/>
                              <dgm:param type="chAlign" val="r"/>
                            </dgm:alg>
                          </dgm:else>
                        </dgm:choose>
                        <dgm:shape xmlns:r="http://schemas.openxmlformats.org/officeDocument/2006/relationships" r:blip="">
                          <dgm:adjLst/>
                        </dgm:shape>
                        <dgm:presOf/>
                        <dgm:constrLst/>
                        <dgm:ruleLst/>
                        <dgm:forEach name="Name37" ref="repeat"/>
                      </dgm:layoutNode>
                    </dgm:layoutNode>
                  </dgm:forEach>
                </dgm:forEach>
              </dgm:layoutNode>
            </dgm:layoutNode>
          </dgm:forEach>
        </dgm:forEach>
      </dgm:layoutNode>
    </dgm:layoutNode>
    <dgm:layoutNode name="bgShapesFlow">
      <dgm:choose name="Name38">
        <dgm:if name="Name39" func="var" arg="dir" op="equ" val="norm">
          <dgm:alg type="lin">
            <dgm:param type="linDir" val="fromL"/>
            <dgm:param type="nodeVertAlign" val="mid"/>
            <dgm:param type="vertAlign" val="mid"/>
            <dgm:param type="nodeHorzAlign" val="l"/>
            <dgm:param type="horzAlign" val="l"/>
          </dgm:alg>
        </dgm:if>
        <dgm:else name="Name40">
          <dgm:alg type="lin">
            <dgm:param type="linDir" val="fromR"/>
            <dgm:param type="nodeVertAlign" val="mid"/>
            <dgm:param type="vertAlign" val="mid"/>
            <dgm:param type="nodeHorzAlign" val="r"/>
            <dgm:param type="horzAlign" val="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rectComp" refType="w"/>
        <dgm:constr type="h" for="ch" forName="rectComp" refType="h"/>
        <dgm:constr type="h" for="des" forName="bgRect" refType="h"/>
        <dgm:constr type="primFontSz" for="des" forName="bgRectTx" op="equ" val="65"/>
      </dgm:constrLst>
      <dgm:ruleLst/>
      <dgm:forEach name="Name41" axis="ch" ptType="node" st="2">
        <dgm:layoutNode name="rectComp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userA"/>
            <dgm:constr type="l" for="ch" forName="bgRect"/>
            <dgm:constr type="t" for="ch" forName="bgRect"/>
            <dgm:constr type="w" for="ch" forName="bgRect" refType="userA" fact="1.2"/>
            <dgm:constr type="l" for="ch" forName="bgRectTx"/>
            <dgm:constr type="t" for="ch" forName="bgRectTx"/>
            <dgm:constr type="h" for="ch" forName="bgRectTx" refType="h" refFor="ch" refForName="bgRect" fact="0.3"/>
            <dgm:constr type="w" for="ch" forName="bgRectTx" refType="w" refFor="ch" refForName="bgRect" op="equ"/>
          </dgm:constrLst>
          <dgm:ruleLst/>
          <dgm:layoutNode name="bgRect" styleLbl="bgShp">
            <dgm:alg type="sp"/>
            <dgm:shape xmlns:r="http://schemas.openxmlformats.org/officeDocument/2006/relationships" type="roundRect" r:blip="" zOrderOff="-999">
              <dgm:adjLst>
                <dgm:adj idx="1" val="0.1"/>
              </dgm:adjLst>
            </dgm:shape>
            <dgm:presOf axis="desOrSelf" ptType="node"/>
            <dgm:constrLst/>
            <dgm:ruleLst/>
          </dgm:layoutNode>
          <dgm:layoutNode name="bgRectTx" styleLbl="bgShp">
            <dgm:varLst>
              <dgm:bulletEnabled val="1"/>
            </dgm:varLst>
            <dgm:alg type="tx"/>
            <dgm:shape xmlns:r="http://schemas.openxmlformats.org/officeDocument/2006/relationships" type="rect" r:blip="" zOrderOff="-999" hideGeom="1">
              <dgm:adjLst/>
            </dgm:shape>
            <dgm:presOf axis="desOrSelf" ptType="node"/>
            <dgm:constrLst/>
            <dgm:ruleLst>
              <dgm:rule type="primFontSz" val="5" fact="NaN" max="NaN"/>
            </dgm:ruleLst>
          </dgm:layoutNode>
        </dgm:layoutNode>
        <dgm:choose name="Name42">
          <dgm:if name="Name43" axis="self" ptType="node" func="revPos" op="gte" val="2">
            <dgm:layoutNode name="spComp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userA"/>
                <dgm:constr type="userB"/>
                <dgm:constr type="l" for="ch" forName="hSp"/>
                <dgm:constr type="t" for="ch" forName="hSp"/>
                <dgm:constr type="w" for="ch" forName="hSp" refType="userB"/>
                <dgm:constr type="wOff" for="ch" forName="hSp" refType="userA" fact="-0.2"/>
              </dgm:constrLst>
              <dgm:ruleLst/>
              <dgm:layoutNode name="hSp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if>
          <dgm:else name="Name44"/>
        </dgm:choose>
      </dgm:forEach>
    </dgm:layoutNod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ierarchy5">
  <dgm:title val=""/>
  <dgm:desc val=""/>
  <dgm:catLst>
    <dgm:cat type="hierarchy" pri="6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5">
          <dgm:prSet phldr="1"/>
        </dgm:pt>
        <dgm:pt modelId="6">
          <dgm:prSet phldr="1"/>
        </dgm:pt>
      </dgm:ptLst>
      <dgm:cxnLst>
        <dgm:cxn modelId="7" srcId="0" destId="1" srcOrd="0" destOrd="0"/>
        <dgm:cxn modelId="8" srcId="1" destId="2" srcOrd="0" destOrd="0"/>
        <dgm:cxn modelId="9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10" srcId="0" destId="4" srcOrd="1" destOrd="0"/>
        <dgm:cxn modelId="11" srcId="0" destId="5" srcOrd="2" destOrd="0"/>
        <dgm:cxn modelId="12" srcId="0" destId="6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2"/>
        <dgm:pt modelId="3"/>
      </dgm:ptLst>
      <dgm:cxnLst>
        <dgm:cxn modelId="4" srcId="0" destId="1" srcOrd="0" destOrd="0"/>
        <dgm:cxn modelId="13" srcId="1" destId="11" srcOrd="0" destOrd="0"/>
        <dgm:cxn modelId="14" srcId="1" destId="12" srcOrd="1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  <dgm:pt modelId="4"/>
        <dgm:pt modelId="5"/>
        <dgm:pt modelId="6"/>
        <dgm:pt modelId="7"/>
      </dgm:ptLst>
      <dgm:cxnLst>
        <dgm:cxn modelId="8" srcId="0" destId="1" srcOrd="0" destOrd="0"/>
        <dgm:cxn modelId="9" srcId="1" destId="2" srcOrd="0" destOrd="0"/>
        <dgm:cxn modelId="10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  <dgm:cxn modelId="11" srcId="0" destId="4" srcOrd="1" destOrd="0"/>
        <dgm:cxn modelId="12" srcId="0" destId="5" srcOrd="2" destOrd="0"/>
        <dgm:cxn modelId="13" srcId="0" destId="6" srcOrd="3" destOrd="0"/>
        <dgm:cxn modelId="14" srcId="0" destId="7" srcOrd="4" destOrd="0"/>
      </dgm:cxnLst>
      <dgm:bg/>
      <dgm:whole/>
    </dgm:dataModel>
  </dgm:clrData>
  <dgm:layoutNode name="mainComposite">
    <dgm:varLst>
      <dgm:chPref val="1"/>
      <dgm:dir/>
      <dgm:animOne val="branch"/>
      <dgm:animLvl val="lvl"/>
      <dgm:resizeHandles val="exact"/>
    </dgm:varLst>
    <dgm:alg type="composite"/>
    <dgm:presOf/>
    <dgm:shape xmlns:r="http://schemas.openxmlformats.org/officeDocument/2006/relationships" r:blip="">
      <dgm:adjLst/>
    </dgm:shape>
    <dgm:choose name="Name0">
      <dgm:if name="Name1" axis="ch" ptType="node" func="cnt" op="gte" val="2">
        <dgm:choose name="Name2">
          <dgm:if name="Name3" func="var" arg="dir" op="equ" val="norm">
            <dgm:constrLst>
              <dgm:constr type="l" for="ch" forName="hierFlow"/>
              <dgm:constr type="t" for="ch" forName="hierFlow" refType="h" fact="0.3"/>
              <dgm:constr type="r" for="ch" forName="hierFlow" refType="w" fact="0.98"/>
              <dgm:constr type="b" for="ch" forName="hierFlow" refType="h" fact="0.96"/>
              <dgm:constr type="l" for="ch" forName="bgShapesFlow"/>
              <dgm:constr type="t" for="ch" forName="bgShapesFlow"/>
              <dgm:constr type="r" for="ch" forName="bgShapesFlow" refType="w"/>
              <dgm:constr type="b" for="ch" forName="bgShapesFlow" refType="h"/>
              <dgm:constr type="h" for="des" forName="level1Shape" refType="h"/>
              <dgm:constr type="w" for="des" forName="level1Shape" refType="h" refFor="des" refForName="level1Shape" fact="2"/>
              <dgm:constr type="w" for="des" forName="level2Shape" refType="w" refFor="des" refForName="level1Shape" op="equ"/>
              <dgm:constr type="h" for="des" forName="level2Shape" refType="h" refFor="des" refForName="level1Shape" op="equ"/>
              <dgm:constr type="sp" for="des" refType="w" refFor="des" refForName="level1Shape" op="equ" fact="0.4"/>
              <dgm:constr type="sibSp" for="des" forName="hierChild1" refType="h" refFor="des" refForName="level1Shape" op="equ" fact="0.15"/>
              <dgm:constr type="sibSp" for="des" forName="hierChild2" refType="sibSp" refFor="des" refForName="hierChild1" op="equ"/>
              <dgm:constr type="sibSp" for="des" forName="hierChild3" refType="sibSp" refFor="des" refForName="hierChild1" op="equ"/>
              <dgm:constr type="userA" for="des" refType="w" refFor="des" refForName="level1Shape" op="equ"/>
              <dgm:constr type="userB" for="des" refType="sp" refFor="des" op="equ"/>
              <dgm:constr type="w" for="des" forName="firstBuf" refType="w" refFor="des" refForName="level1Shape" fact="0.1"/>
            </dgm:constrLst>
          </dgm:if>
          <dgm:else name="Name4">
            <dgm:constrLst>
              <dgm:constr type="l" for="ch" forName="hierFlow" refType="w" fact="0.02"/>
              <dgm:constr type="t" for="ch" forName="hierFlow" refType="h" fact="0.3"/>
              <dgm:constr type="r" for="ch" forName="hierFlow" refType="w"/>
              <dgm:constr type="b" for="ch" forName="hierFlow" refType="h" fact="0.96"/>
              <dgm:constr type="l" for="ch" forName="bgShapesFlow"/>
              <dgm:constr type="t" for="ch" forName="bgShapesFlow"/>
              <dgm:constr type="r" for="ch" forName="bgShapesFlow" refType="w"/>
              <dgm:constr type="b" for="ch" forName="bgShapesFlow" refType="h"/>
              <dgm:constr type="h" for="des" forName="level1Shape" refType="h"/>
              <dgm:constr type="w" for="des" forName="level1Shape" refType="h" refFor="des" refForName="level1Shape" fact="2"/>
              <dgm:constr type="w" for="des" forName="level2Shape" refType="w" refFor="des" refForName="level1Shape" op="equ"/>
              <dgm:constr type="h" for="des" forName="level2Shape" refType="h" refFor="des" refForName="level1Shape" op="equ"/>
              <dgm:constr type="sp" for="des" refType="w" refFor="des" refForName="level1Shape" op="equ" fact="0.4"/>
              <dgm:constr type="sibSp" for="des" forName="hierChild1" refType="h" refFor="des" refForName="level1Shape" op="equ" fact="0.15"/>
              <dgm:constr type="sibSp" for="des" forName="hierChild2" refType="sibSp" refFor="des" refForName="hierChild1" op="equ"/>
              <dgm:constr type="sibSp" for="des" forName="hierChild3" refType="sibSp" refFor="des" refForName="hierChild1" op="equ"/>
              <dgm:constr type="userA" for="des" refType="w" refFor="des" refForName="level1Shape" op="equ"/>
              <dgm:constr type="userB" for="des" refType="sp" refFor="des" op="equ"/>
              <dgm:constr type="w" for="des" forName="firstBuf" refType="w" refFor="des" refForName="level1Shape" fact="0.1"/>
            </dgm:constrLst>
          </dgm:else>
        </dgm:choose>
      </dgm:if>
      <dgm:else name="Name5">
        <dgm:constrLst>
          <dgm:constr type="l" for="ch" forName="hierFlow"/>
          <dgm:constr type="t" for="ch" forName="hierFlow"/>
          <dgm:constr type="r" for="ch" forName="hierFlow" refType="w"/>
          <dgm:constr type="b" for="ch" forName="hierFlow" refType="h"/>
          <dgm:constr type="l" for="ch" forName="bgShapesFlow"/>
          <dgm:constr type="t" for="ch" forName="bgShapesFlow"/>
          <dgm:constr type="r" for="ch" forName="bgShapesFlow" refType="w"/>
          <dgm:constr type="b" for="ch" forName="bgShapesFlow" refType="h"/>
          <dgm:constr type="h" for="des" forName="level1Shape" refType="h"/>
          <dgm:constr type="w" for="des" forName="level1Shape" refType="h" refFor="des" refForName="level1Shape" fact="2"/>
          <dgm:constr type="w" for="des" forName="level2Shape" refType="w" refFor="des" refForName="level1Shape" op="equ"/>
          <dgm:constr type="h" for="des" forName="level2Shape" refType="h" refFor="des" refForName="level1Shape" op="equ"/>
          <dgm:constr type="sp" for="des" refType="w" refFor="des" refForName="level1Shape" op="equ" fact="0.4"/>
          <dgm:constr type="sibSp" for="des" forName="hierChild1" refType="h" refFor="des" refForName="level1Shape" op="equ" fact="0.15"/>
          <dgm:constr type="sibSp" for="des" forName="hierChild2" refType="sibSp" refFor="des" refForName="hierChild1" op="equ"/>
          <dgm:constr type="sibSp" for="des" forName="hierChild3" refType="sibSp" refFor="des" refForName="hierChild1" op="equ"/>
          <dgm:constr type="userA" for="des" refType="w" refFor="des" refForName="level1Shape" op="equ"/>
          <dgm:constr type="userB" for="des" refType="sp" refFor="des" op="equ"/>
          <dgm:constr type="w" for="des" forName="firstBuf" refType="w" refFor="des" refForName="level1Shape" fact="0.1"/>
        </dgm:constrLst>
      </dgm:else>
    </dgm:choose>
    <dgm:ruleLst/>
    <dgm:layoutNode name="hierFlow">
      <dgm:choose name="Name6">
        <dgm:if name="Name7" func="var" arg="dir" op="equ" val="norm">
          <dgm:alg type="lin">
            <dgm:param type="linDir" val="fromL"/>
            <dgm:param type="nodeVertAlign" val="mid"/>
            <dgm:param type="vertAlign" val="mid"/>
            <dgm:param type="nodeHorzAlign" val="l"/>
            <dgm:param type="horzAlign" val="l"/>
            <dgm:param type="fallback" val="2D"/>
          </dgm:alg>
        </dgm:if>
        <dgm:else name="Name8">
          <dgm:alg type="lin">
            <dgm:param type="linDir" val="fromR"/>
            <dgm:param type="nodeVertAlign" val="mid"/>
            <dgm:param type="vertAlign" val="mid"/>
            <dgm:param type="nodeHorzAlign" val="r"/>
            <dgm:param type="horzAlign" val="r"/>
            <dgm:param type="fallback" val="2D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primFontSz" for="des" ptType="node" op="equ" val="65"/>
        <dgm:constr type="primFontSz" for="des" forName="connTx" op="equ" val="55"/>
        <dgm:constr type="primFontSz" for="des" forName="connTx" refType="primFontSz" refFor="des" refPtType="node" op="lte" fact="0.8"/>
      </dgm:constrLst>
      <dgm:ruleLst/>
      <dgm:choose name="Name9">
        <dgm:if name="Name10" axis="ch" ptType="node" func="cnt" op="gte" val="2">
          <dgm:layoutNode name="firstBuf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11"/>
      </dgm:choose>
      <dgm:layoutNode name="hierChild1">
        <dgm:varLst>
          <dgm:chPref val="1"/>
          <dgm:animOne val="branch"/>
          <dgm:animLvl val="lvl"/>
        </dgm:varLst>
        <dgm:choose name="Name12">
          <dgm:if name="Name13" func="var" arg="dir" op="equ" val="norm">
            <dgm:alg type="hierChild">
              <dgm:param type="linDir" val="fromT"/>
              <dgm:param type="chAlign" val="l"/>
            </dgm:alg>
          </dgm:if>
          <dgm:else name="Name14">
            <dgm:alg type="hierChild">
              <dgm:param type="linDir" val="fromT"/>
              <dgm:param type="ch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forEach name="Name15" axis="ch" cnt="3">
          <dgm:forEach name="Name16" axis="self" ptType="node">
            <dgm:layoutNode name="Name17">
              <dgm:choose name="Name18">
                <dgm:if name="Name19" func="var" arg="dir" op="equ" val="norm">
                  <dgm:alg type="hierRoot">
                    <dgm:param type="hierAlign" val="lCtrCh"/>
                  </dgm:alg>
                </dgm:if>
                <dgm:else name="Name20">
                  <dgm:alg type="hierRoot">
                    <dgm:param type="hierAlign" val="rCtrCh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constrLst/>
              <dgm:ruleLst/>
              <dgm:layoutNode name="level1Shape" styleLbl="node0">
                <dgm:varLst>
                  <dgm:chPref val="3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self"/>
                <dgm:constrLst>
                  <dgm:constr type="tMarg" refType="primFontSz" fact="0.05"/>
                  <dgm:constr type="bMarg" refType="primFontSz" fact="0.05"/>
                  <dgm:constr type="lMarg" refType="primFontSz" fact="0.05"/>
                  <dgm:constr type="rMarg" refType="primFontSz" fact="0.05"/>
                </dgm:constrLst>
                <dgm:ruleLst>
                  <dgm:rule type="primFontSz" val="5" fact="NaN" max="NaN"/>
                </dgm:ruleLst>
              </dgm:layoutNode>
              <dgm:layoutNode name="hierChild2">
                <dgm:choose name="Name21">
                  <dgm:if name="Name22" func="var" arg="dir" op="equ" val="norm">
                    <dgm:alg type="hierChild">
                      <dgm:param type="linDir" val="fromT"/>
                      <dgm:param type="chAlign" val="l"/>
                    </dgm:alg>
                  </dgm:if>
                  <dgm:else name="Name23">
                    <dgm:alg type="hierChild">
                      <dgm:param type="linDir" val="fromT"/>
                      <dgm:param type="ch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  <dgm:forEach name="repeat" axis="ch">
                  <dgm:forEach name="Name24" axis="self" ptType="parTrans" cnt="1">
                    <dgm:layoutNode name="Name25">
                      <dgm:choose name="Name26">
                        <dgm:if name="Name27" func="var" arg="dir" op="equ" val="norm">
                          <dgm:alg type="conn">
                            <dgm:param type="dim" val="1D"/>
                            <dgm:param type="begPts" val="midR"/>
                            <dgm:param type="endPts" val="midL"/>
                            <dgm:param type="endSty" val="noArr"/>
                          </dgm:alg>
                        </dgm:if>
                        <dgm:else name="Name28">
                          <dgm:alg type="conn">
                            <dgm:param type="dim" val="1D"/>
                            <dgm:param type="begPts" val="midL"/>
                            <dgm:param type="endPts" val="midR"/>
                            <dgm:param type="endSty" val="noArr"/>
                          </dgm:alg>
                        </dgm:else>
                      </dgm:choose>
                      <dgm:shape xmlns:r="http://schemas.openxmlformats.org/officeDocument/2006/relationships" type="conn" r:blip="">
                        <dgm:adjLst/>
                      </dgm:shape>
                      <dgm:presOf axis="self"/>
                      <dgm:constrLst>
                        <dgm:constr type="w" val="1"/>
                        <dgm:constr type="h" val="5"/>
                        <dgm:constr type="connDist"/>
                        <dgm:constr type="begPad"/>
                        <dgm:constr type="endPad"/>
                        <dgm:constr type="userA" for="ch" refType="connDist"/>
                      </dgm:constrLst>
                      <dgm:ruleLst/>
                      <dgm:layoutNode name="connTx">
                        <dgm:alg type="tx">
                          <dgm:param type="autoTxRot" val="grav"/>
                        </dgm:alg>
                        <dgm:shape xmlns:r="http://schemas.openxmlformats.org/officeDocument/2006/relationships" type="rect" r:blip="" hideGeom="1">
                          <dgm:adjLst/>
                        </dgm:shape>
                        <dgm:presOf axis="self"/>
                        <dgm:constrLst>
                          <dgm:constr type="userA"/>
                          <dgm:constr type="w" refType="userA" fact="0.05"/>
                          <dgm:constr type="h" refType="userA" fact="0.05"/>
                          <dgm:constr type="lMarg" val="1"/>
                          <dgm:constr type="rMarg" val="1"/>
                          <dgm:constr type="tMarg"/>
                          <dgm:constr type="bMarg"/>
                        </dgm:constrLst>
                        <dgm:ruleLst>
                          <dgm:rule type="h" val="NaN" fact="0.25" max="NaN"/>
                          <dgm:rule type="w" val="NaN" fact="0.8" max="NaN"/>
                          <dgm:rule type="primFontSz" val="5" fact="NaN" max="NaN"/>
                        </dgm:ruleLst>
                      </dgm:layoutNode>
                    </dgm:layoutNode>
                  </dgm:forEach>
                  <dgm:forEach name="Name29" axis="self" ptType="node">
                    <dgm:layoutNode name="Name30">
                      <dgm:choose name="Name31">
                        <dgm:if name="Name32" func="var" arg="dir" op="equ" val="norm">
                          <dgm:alg type="hierRoot">
                            <dgm:param type="hierAlign" val="lCtrCh"/>
                          </dgm:alg>
                        </dgm:if>
                        <dgm:else name="Name33">
                          <dgm:alg type="hierRoot">
                            <dgm:param type="hierAlign" val="rCtrCh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constrLst/>
                      <dgm:ruleLst/>
                      <dgm:layoutNode name="level2Shape">
                        <dgm:alg type="tx"/>
                        <dgm:shape xmlns:r="http://schemas.openxmlformats.org/officeDocument/2006/relationships" type="roundRect" r:blip="">
                          <dgm:adjLst>
                            <dgm:adj idx="1" val="0.1"/>
                          </dgm:adjLst>
                        </dgm:shape>
                        <dgm:presOf axis="self"/>
                        <dgm:constrLst>
                          <dgm:constr type="tMarg" refType="primFontSz" fact="0.05"/>
                          <dgm:constr type="bMarg" refType="primFontSz" fact="0.05"/>
                          <dgm:constr type="lMarg" refType="primFontSz" fact="0.05"/>
                          <dgm:constr type="rMarg" refType="primFontSz" fact="0.05"/>
                        </dgm:constrLst>
                        <dgm:ruleLst>
                          <dgm:rule type="primFontSz" val="5" fact="NaN" max="NaN"/>
                        </dgm:ruleLst>
                      </dgm:layoutNode>
                      <dgm:layoutNode name="hierChild3">
                        <dgm:choose name="Name34">
                          <dgm:if name="Name35" func="var" arg="dir" op="equ" val="norm">
                            <dgm:alg type="hierChild">
                              <dgm:param type="linDir" val="fromT"/>
                              <dgm:param type="chAlign" val="l"/>
                            </dgm:alg>
                          </dgm:if>
                          <dgm:else name="Name36">
                            <dgm:alg type="hierChild">
                              <dgm:param type="linDir" val="fromT"/>
                              <dgm:param type="chAlign" val="r"/>
                            </dgm:alg>
                          </dgm:else>
                        </dgm:choose>
                        <dgm:shape xmlns:r="http://schemas.openxmlformats.org/officeDocument/2006/relationships" r:blip="">
                          <dgm:adjLst/>
                        </dgm:shape>
                        <dgm:presOf/>
                        <dgm:constrLst/>
                        <dgm:ruleLst/>
                        <dgm:forEach name="Name37" ref="repeat"/>
                      </dgm:layoutNode>
                    </dgm:layoutNode>
                  </dgm:forEach>
                </dgm:forEach>
              </dgm:layoutNode>
            </dgm:layoutNode>
          </dgm:forEach>
        </dgm:forEach>
      </dgm:layoutNode>
    </dgm:layoutNode>
    <dgm:layoutNode name="bgShapesFlow">
      <dgm:choose name="Name38">
        <dgm:if name="Name39" func="var" arg="dir" op="equ" val="norm">
          <dgm:alg type="lin">
            <dgm:param type="linDir" val="fromL"/>
            <dgm:param type="nodeVertAlign" val="mid"/>
            <dgm:param type="vertAlign" val="mid"/>
            <dgm:param type="nodeHorzAlign" val="l"/>
            <dgm:param type="horzAlign" val="l"/>
          </dgm:alg>
        </dgm:if>
        <dgm:else name="Name40">
          <dgm:alg type="lin">
            <dgm:param type="linDir" val="fromR"/>
            <dgm:param type="nodeVertAlign" val="mid"/>
            <dgm:param type="vertAlign" val="mid"/>
            <dgm:param type="nodeHorzAlign" val="r"/>
            <dgm:param type="horzAlign" val="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rectComp" refType="w"/>
        <dgm:constr type="h" for="ch" forName="rectComp" refType="h"/>
        <dgm:constr type="h" for="des" forName="bgRect" refType="h"/>
        <dgm:constr type="primFontSz" for="des" forName="bgRectTx" op="equ" val="65"/>
      </dgm:constrLst>
      <dgm:ruleLst/>
      <dgm:forEach name="Name41" axis="ch" ptType="node" st="2">
        <dgm:layoutNode name="rectComp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userA"/>
            <dgm:constr type="l" for="ch" forName="bgRect"/>
            <dgm:constr type="t" for="ch" forName="bgRect"/>
            <dgm:constr type="w" for="ch" forName="bgRect" refType="userA" fact="1.2"/>
            <dgm:constr type="l" for="ch" forName="bgRectTx"/>
            <dgm:constr type="t" for="ch" forName="bgRectTx"/>
            <dgm:constr type="h" for="ch" forName="bgRectTx" refType="h" refFor="ch" refForName="bgRect" fact="0.3"/>
            <dgm:constr type="w" for="ch" forName="bgRectTx" refType="w" refFor="ch" refForName="bgRect" op="equ"/>
          </dgm:constrLst>
          <dgm:ruleLst/>
          <dgm:layoutNode name="bgRect" styleLbl="bgShp">
            <dgm:alg type="sp"/>
            <dgm:shape xmlns:r="http://schemas.openxmlformats.org/officeDocument/2006/relationships" type="roundRect" r:blip="" zOrderOff="-999">
              <dgm:adjLst>
                <dgm:adj idx="1" val="0.1"/>
              </dgm:adjLst>
            </dgm:shape>
            <dgm:presOf axis="desOrSelf" ptType="node"/>
            <dgm:constrLst/>
            <dgm:ruleLst/>
          </dgm:layoutNode>
          <dgm:layoutNode name="bgRectTx" styleLbl="bgShp">
            <dgm:varLst>
              <dgm:bulletEnabled val="1"/>
            </dgm:varLst>
            <dgm:alg type="tx"/>
            <dgm:shape xmlns:r="http://schemas.openxmlformats.org/officeDocument/2006/relationships" type="rect" r:blip="" zOrderOff="-999" hideGeom="1">
              <dgm:adjLst/>
            </dgm:shape>
            <dgm:presOf axis="desOrSelf" ptType="node"/>
            <dgm:constrLst/>
            <dgm:ruleLst>
              <dgm:rule type="primFontSz" val="5" fact="NaN" max="NaN"/>
            </dgm:ruleLst>
          </dgm:layoutNode>
        </dgm:layoutNode>
        <dgm:choose name="Name42">
          <dgm:if name="Name43" axis="self" ptType="node" func="revPos" op="gte" val="2">
            <dgm:layoutNode name="spComp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userA"/>
                <dgm:constr type="userB"/>
                <dgm:constr type="l" for="ch" forName="hSp"/>
                <dgm:constr type="t" for="ch" forName="hSp"/>
                <dgm:constr type="w" for="ch" forName="hSp" refType="userB"/>
                <dgm:constr type="wOff" for="ch" forName="hSp" refType="userA" fact="-0.2"/>
              </dgm:constrLst>
              <dgm:ruleLst/>
              <dgm:layoutNode name="hSp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if>
          <dgm:else name="Name44"/>
        </dgm:choose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22588" cy="493713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b="0"/>
            </a:lvl1pPr>
          </a:lstStyle>
          <a:p>
            <a:endParaRPr lang="cs-CZ"/>
          </a:p>
        </p:txBody>
      </p:sp>
      <p:sp>
        <p:nvSpPr>
          <p:cNvPr id="3072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21113" y="0"/>
            <a:ext cx="2922587" cy="493713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b="0"/>
            </a:lvl1pPr>
          </a:lstStyle>
          <a:p>
            <a:endParaRPr lang="cs-CZ"/>
          </a:p>
        </p:txBody>
      </p:sp>
      <p:sp>
        <p:nvSpPr>
          <p:cNvPr id="3072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374188"/>
            <a:ext cx="2922588" cy="493712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b="0"/>
            </a:lvl1pPr>
          </a:lstStyle>
          <a:p>
            <a:endParaRPr lang="cs-CZ"/>
          </a:p>
        </p:txBody>
      </p:sp>
      <p:sp>
        <p:nvSpPr>
          <p:cNvPr id="3072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21113" y="9374188"/>
            <a:ext cx="2922587" cy="493712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b="0"/>
            </a:lvl1pPr>
          </a:lstStyle>
          <a:p>
            <a:fld id="{B789FC14-9522-4CF0-9A65-5F024E367975}" type="slidenum">
              <a:rPr lang="cs-CZ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80049282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7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22588" cy="493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b="0"/>
            </a:lvl1pPr>
          </a:lstStyle>
          <a:p>
            <a:endParaRPr lang="cs-CZ"/>
          </a:p>
        </p:txBody>
      </p:sp>
      <p:sp>
        <p:nvSpPr>
          <p:cNvPr id="13517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19525" y="0"/>
            <a:ext cx="2922588" cy="493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b="0"/>
            </a:lvl1pPr>
          </a:lstStyle>
          <a:p>
            <a:endParaRPr lang="cs-CZ"/>
          </a:p>
        </p:txBody>
      </p:sp>
      <p:sp>
        <p:nvSpPr>
          <p:cNvPr id="13517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04875" y="739775"/>
            <a:ext cx="4933950" cy="3700463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13517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74688" y="4687888"/>
            <a:ext cx="5394325" cy="44402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13517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372600"/>
            <a:ext cx="2922588" cy="493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b="0"/>
            </a:lvl1pPr>
          </a:lstStyle>
          <a:p>
            <a:endParaRPr lang="cs-CZ"/>
          </a:p>
        </p:txBody>
      </p:sp>
      <p:sp>
        <p:nvSpPr>
          <p:cNvPr id="13517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19525" y="9372600"/>
            <a:ext cx="2922588" cy="493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b="0"/>
            </a:lvl1pPr>
          </a:lstStyle>
          <a:p>
            <a:fld id="{5F85057A-F1F2-483B-BD27-BE54DAB18A85}" type="slidenum">
              <a:rPr lang="cs-CZ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44955469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4.xml"/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5.xml"/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6.xml"/><Relationship Id="rId1" Type="http://schemas.openxmlformats.org/officeDocument/2006/relationships/notesMaster" Target="../notesMasters/notesMaster1.xml"/></Relationships>
</file>

<file path=ppt/notesSlides/_rels/notesSlide9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7.xml"/><Relationship Id="rId1" Type="http://schemas.openxmlformats.org/officeDocument/2006/relationships/notesMaster" Target="../notesMasters/notesMaster1.xml"/></Relationships>
</file>

<file path=ppt/notesSlides/_rels/notesSlide9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>
          <a:xfrm>
            <a:off x="904875" y="739775"/>
            <a:ext cx="4933950" cy="3700463"/>
          </a:xfrm>
        </p:spPr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cs-CZ" dirty="0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r" rtl="0" eaLnBrk="0" fontAlgn="base" hangingPunct="0">
              <a:spcBef>
                <a:spcPct val="0"/>
              </a:spcBef>
              <a:spcAft>
                <a:spcPct val="0"/>
              </a:spcAft>
            </a:pPr>
            <a:fld id="{95EEAFF5-42F6-48E8-8B2A-FBA7A2EC0999}" type="slidenum">
              <a:rPr lang="cs-CZ" sz="1200" kern="1200">
                <a:solidFill>
                  <a:prstClr val="black"/>
                </a:solidFill>
                <a:latin typeface="Times New Roman" pitchFamily="18" charset="0"/>
                <a:ea typeface="+mn-ea"/>
                <a:cs typeface="+mn-cs"/>
              </a:rPr>
              <a:pPr algn="r" rtl="0" eaLnBrk="0" fontAlgn="base" hangingPunct="0">
                <a:spcBef>
                  <a:spcPct val="0"/>
                </a:spcBef>
                <a:spcAft>
                  <a:spcPct val="0"/>
                </a:spcAft>
              </a:pPr>
              <a:t>1</a:t>
            </a:fld>
            <a:endParaRPr lang="cs-CZ" sz="1200" kern="1200" dirty="0">
              <a:solidFill>
                <a:prstClr val="black"/>
              </a:solidFill>
              <a:latin typeface="Times New Roman" pitchFamily="18" charset="0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pPr algn="r" rtl="0" eaLnBrk="0" fontAlgn="base" hangingPunct="0">
              <a:spcBef>
                <a:spcPct val="0"/>
              </a:spcBef>
              <a:spcAft>
                <a:spcPct val="0"/>
              </a:spcAft>
            </a:pPr>
            <a:fld id="{0F6ACE72-45B9-46EB-9812-BE6DEFC3F096}" type="slidenum">
              <a:rPr lang="cs-CZ">
                <a:solidFill>
                  <a:prstClr val="black"/>
                </a:solidFill>
              </a:rPr>
              <a:pPr algn="r" rtl="0" eaLnBrk="0" fontAlgn="base" hangingPunct="0">
                <a:spcBef>
                  <a:spcPct val="0"/>
                </a:spcBef>
                <a:spcAft>
                  <a:spcPct val="0"/>
                </a:spcAft>
              </a:pPr>
              <a:t>2</a:t>
            </a:fld>
            <a:endParaRPr lang="cs-CZ" dirty="0">
              <a:solidFill>
                <a:prstClr val="black"/>
              </a:solidFill>
            </a:endParaRPr>
          </a:p>
        </p:txBody>
      </p:sp>
      <p:sp>
        <p:nvSpPr>
          <p:cNvPr id="2744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04875" y="739775"/>
            <a:ext cx="4933950" cy="3700463"/>
          </a:xfrm>
          <a:ln/>
        </p:spPr>
      </p:sp>
      <p:sp>
        <p:nvSpPr>
          <p:cNvPr id="2744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cs-CZ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2EF345F-C42D-4BFB-832D-7718F492B793}" type="slidenum">
              <a:rPr lang="cs-CZ"/>
              <a:pPr/>
              <a:t>3</a:t>
            </a:fld>
            <a:endParaRPr lang="cs-CZ"/>
          </a:p>
        </p:txBody>
      </p:sp>
      <p:sp>
        <p:nvSpPr>
          <p:cNvPr id="512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04875" y="739775"/>
            <a:ext cx="4933950" cy="3700463"/>
          </a:xfrm>
          <a:ln/>
        </p:spPr>
      </p:sp>
      <p:sp>
        <p:nvSpPr>
          <p:cNvPr id="512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cs-CZ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B415192-1EC6-44ED-96DF-1592854C7C07}" type="slidenum">
              <a:rPr lang="cs-CZ"/>
              <a:pPr/>
              <a:t>4</a:t>
            </a:fld>
            <a:endParaRPr lang="cs-CZ"/>
          </a:p>
        </p:txBody>
      </p:sp>
      <p:sp>
        <p:nvSpPr>
          <p:cNvPr id="2007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04875" y="739775"/>
            <a:ext cx="4933950" cy="3700463"/>
          </a:xfrm>
          <a:ln/>
        </p:spPr>
      </p:sp>
      <p:sp>
        <p:nvSpPr>
          <p:cNvPr id="2007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cs-CZ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9630340-7C31-4A01-BCDB-2665DC91E5A1}" type="slidenum">
              <a:rPr lang="cs-CZ"/>
              <a:pPr/>
              <a:t>5</a:t>
            </a:fld>
            <a:endParaRPr lang="cs-CZ" dirty="0"/>
          </a:p>
        </p:txBody>
      </p:sp>
      <p:sp>
        <p:nvSpPr>
          <p:cNvPr id="2365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65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cs-CZ" dirty="0"/>
              <a:t>Nakreslit na tabuli příklad ADD A,</a:t>
            </a:r>
            <a:r>
              <a:rPr lang="en-US" dirty="0"/>
              <a:t>#33</a:t>
            </a:r>
            <a:r>
              <a:rPr lang="en-US" baseline="0" dirty="0"/>
              <a:t> </a:t>
            </a:r>
            <a:endParaRPr lang="cs-CZ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9630340-7C31-4A01-BCDB-2665DC91E5A1}" type="slidenum">
              <a:rPr lang="cs-CZ"/>
              <a:pPr/>
              <a:t>6</a:t>
            </a:fld>
            <a:endParaRPr lang="cs-CZ" dirty="0"/>
          </a:p>
        </p:txBody>
      </p:sp>
      <p:sp>
        <p:nvSpPr>
          <p:cNvPr id="2365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65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cs-CZ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9630340-7C31-4A01-BCDB-2665DC91E5A1}" type="slidenum">
              <a:rPr lang="cs-CZ"/>
              <a:pPr/>
              <a:t>7</a:t>
            </a:fld>
            <a:endParaRPr lang="cs-CZ" dirty="0"/>
          </a:p>
        </p:txBody>
      </p:sp>
      <p:sp>
        <p:nvSpPr>
          <p:cNvPr id="2365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65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cs-CZ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9630340-7C31-4A01-BCDB-2665DC91E5A1}" type="slidenum">
              <a:rPr lang="cs-CZ"/>
              <a:pPr/>
              <a:t>8</a:t>
            </a:fld>
            <a:endParaRPr lang="cs-CZ" dirty="0"/>
          </a:p>
        </p:txBody>
      </p:sp>
      <p:sp>
        <p:nvSpPr>
          <p:cNvPr id="2365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65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cs-CZ" dirty="0"/>
              <a:t>Nakreslit na tabuli příklad ADD A,</a:t>
            </a:r>
            <a:r>
              <a:rPr lang="en-US" dirty="0"/>
              <a:t>#33</a:t>
            </a:r>
            <a:r>
              <a:rPr lang="en-US" baseline="0" dirty="0"/>
              <a:t> </a:t>
            </a: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369868891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9630340-7C31-4A01-BCDB-2665DC91E5A1}" type="slidenum">
              <a:rPr lang="cs-CZ"/>
              <a:pPr/>
              <a:t>9</a:t>
            </a:fld>
            <a:endParaRPr lang="cs-CZ" dirty="0"/>
          </a:p>
        </p:txBody>
      </p:sp>
      <p:sp>
        <p:nvSpPr>
          <p:cNvPr id="2365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65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cs-CZ" dirty="0"/>
              <a:t>Nakreslit na tabuli příklad ADD A,</a:t>
            </a:r>
            <a:r>
              <a:rPr lang="en-US" dirty="0"/>
              <a:t>#33</a:t>
            </a:r>
            <a:r>
              <a:rPr lang="en-US" baseline="0" dirty="0"/>
              <a:t> </a:t>
            </a: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255976045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9630340-7C31-4A01-BCDB-2665DC91E5A1}" type="slidenum">
              <a:rPr lang="cs-CZ"/>
              <a:pPr/>
              <a:t>10</a:t>
            </a:fld>
            <a:endParaRPr lang="cs-CZ" dirty="0"/>
          </a:p>
        </p:txBody>
      </p:sp>
      <p:sp>
        <p:nvSpPr>
          <p:cNvPr id="2365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65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156367157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7B310D8-C984-4310-8D60-E03B1BD7E252}" type="slidenum">
              <a:rPr lang="cs-CZ"/>
              <a:pPr/>
              <a:t>11</a:t>
            </a:fld>
            <a:endParaRPr lang="cs-CZ" dirty="0"/>
          </a:p>
        </p:txBody>
      </p:sp>
      <p:sp>
        <p:nvSpPr>
          <p:cNvPr id="2304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04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cs-CZ"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7B310D8-C984-4310-8D60-E03B1BD7E252}" type="slidenum">
              <a:rPr lang="cs-CZ"/>
              <a:pPr/>
              <a:t>12</a:t>
            </a:fld>
            <a:endParaRPr lang="cs-CZ" dirty="0"/>
          </a:p>
        </p:txBody>
      </p:sp>
      <p:sp>
        <p:nvSpPr>
          <p:cNvPr id="2304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04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cs-CZ"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7B310D8-C984-4310-8D60-E03B1BD7E252}" type="slidenum">
              <a:rPr lang="cs-CZ"/>
              <a:pPr/>
              <a:t>13</a:t>
            </a:fld>
            <a:endParaRPr lang="cs-CZ" dirty="0"/>
          </a:p>
        </p:txBody>
      </p:sp>
      <p:sp>
        <p:nvSpPr>
          <p:cNvPr id="2304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04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cs-CZ" dirty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9630340-7C31-4A01-BCDB-2665DC91E5A1}" type="slidenum">
              <a:rPr lang="cs-CZ"/>
              <a:pPr/>
              <a:t>14</a:t>
            </a:fld>
            <a:endParaRPr lang="cs-CZ" dirty="0"/>
          </a:p>
        </p:txBody>
      </p:sp>
      <p:sp>
        <p:nvSpPr>
          <p:cNvPr id="2365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65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cs-CZ" dirty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BAFDC3B-9763-498C-B8AB-84156A3A3F62}" type="slidenum">
              <a:rPr lang="cs-CZ"/>
              <a:pPr/>
              <a:t>15</a:t>
            </a:fld>
            <a:endParaRPr lang="cs-CZ" dirty="0"/>
          </a:p>
        </p:txBody>
      </p:sp>
      <p:sp>
        <p:nvSpPr>
          <p:cNvPr id="2385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85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cs-CZ" dirty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04C7CF4-5DDE-424E-8789-81E5CA85F9FF}" type="slidenum">
              <a:rPr lang="cs-CZ"/>
              <a:pPr/>
              <a:t>16</a:t>
            </a:fld>
            <a:endParaRPr lang="cs-CZ"/>
          </a:p>
        </p:txBody>
      </p:sp>
      <p:sp>
        <p:nvSpPr>
          <p:cNvPr id="501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04875" y="739775"/>
            <a:ext cx="4933950" cy="3700463"/>
          </a:xfrm>
          <a:ln/>
        </p:spPr>
      </p:sp>
      <p:sp>
        <p:nvSpPr>
          <p:cNvPr id="501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242992984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04C7CF4-5DDE-424E-8789-81E5CA85F9FF}" type="slidenum">
              <a:rPr lang="cs-CZ"/>
              <a:pPr/>
              <a:t>17</a:t>
            </a:fld>
            <a:endParaRPr lang="cs-CZ"/>
          </a:p>
        </p:txBody>
      </p:sp>
      <p:sp>
        <p:nvSpPr>
          <p:cNvPr id="501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04875" y="739775"/>
            <a:ext cx="4933950" cy="3700463"/>
          </a:xfrm>
          <a:ln/>
        </p:spPr>
      </p:sp>
      <p:sp>
        <p:nvSpPr>
          <p:cNvPr id="501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25885175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04C7CF4-5DDE-424E-8789-81E5CA85F9FF}" type="slidenum">
              <a:rPr lang="cs-CZ"/>
              <a:pPr/>
              <a:t>18</a:t>
            </a:fld>
            <a:endParaRPr lang="cs-CZ"/>
          </a:p>
        </p:txBody>
      </p:sp>
      <p:sp>
        <p:nvSpPr>
          <p:cNvPr id="501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04875" y="739775"/>
            <a:ext cx="4933950" cy="3700463"/>
          </a:xfrm>
          <a:ln/>
        </p:spPr>
      </p:sp>
      <p:sp>
        <p:nvSpPr>
          <p:cNvPr id="501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25174693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04C7CF4-5DDE-424E-8789-81E5CA85F9FF}" type="slidenum">
              <a:rPr lang="cs-CZ"/>
              <a:pPr/>
              <a:t>19</a:t>
            </a:fld>
            <a:endParaRPr lang="cs-CZ"/>
          </a:p>
        </p:txBody>
      </p:sp>
      <p:sp>
        <p:nvSpPr>
          <p:cNvPr id="501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04875" y="739775"/>
            <a:ext cx="4933950" cy="3700463"/>
          </a:xfrm>
          <a:ln/>
        </p:spPr>
      </p:sp>
      <p:sp>
        <p:nvSpPr>
          <p:cNvPr id="501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9946369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04C7CF4-5DDE-424E-8789-81E5CA85F9FF}" type="slidenum">
              <a:rPr lang="cs-CZ"/>
              <a:pPr/>
              <a:t>20</a:t>
            </a:fld>
            <a:endParaRPr lang="cs-CZ"/>
          </a:p>
        </p:txBody>
      </p:sp>
      <p:sp>
        <p:nvSpPr>
          <p:cNvPr id="501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04875" y="739775"/>
            <a:ext cx="4933950" cy="3700463"/>
          </a:xfrm>
          <a:ln/>
        </p:spPr>
      </p:sp>
      <p:sp>
        <p:nvSpPr>
          <p:cNvPr id="501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395939258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04C7CF4-5DDE-424E-8789-81E5CA85F9FF}" type="slidenum">
              <a:rPr lang="cs-CZ"/>
              <a:pPr/>
              <a:t>21</a:t>
            </a:fld>
            <a:endParaRPr lang="cs-CZ"/>
          </a:p>
        </p:txBody>
      </p:sp>
      <p:sp>
        <p:nvSpPr>
          <p:cNvPr id="501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04875" y="739775"/>
            <a:ext cx="4933950" cy="3700463"/>
          </a:xfrm>
          <a:ln/>
        </p:spPr>
      </p:sp>
      <p:sp>
        <p:nvSpPr>
          <p:cNvPr id="501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27575252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04C7CF4-5DDE-424E-8789-81E5CA85F9FF}" type="slidenum">
              <a:rPr lang="cs-CZ"/>
              <a:pPr/>
              <a:t>22</a:t>
            </a:fld>
            <a:endParaRPr lang="cs-CZ"/>
          </a:p>
        </p:txBody>
      </p:sp>
      <p:sp>
        <p:nvSpPr>
          <p:cNvPr id="501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04875" y="739775"/>
            <a:ext cx="4933950" cy="3700463"/>
          </a:xfrm>
          <a:ln/>
        </p:spPr>
      </p:sp>
      <p:sp>
        <p:nvSpPr>
          <p:cNvPr id="501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85573537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04C7CF4-5DDE-424E-8789-81E5CA85F9FF}" type="slidenum">
              <a:rPr lang="cs-CZ"/>
              <a:pPr/>
              <a:t>23</a:t>
            </a:fld>
            <a:endParaRPr lang="cs-CZ"/>
          </a:p>
        </p:txBody>
      </p:sp>
      <p:sp>
        <p:nvSpPr>
          <p:cNvPr id="501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04875" y="739775"/>
            <a:ext cx="4933950" cy="3700463"/>
          </a:xfrm>
          <a:ln/>
        </p:spPr>
      </p:sp>
      <p:sp>
        <p:nvSpPr>
          <p:cNvPr id="501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3561330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04C7CF4-5DDE-424E-8789-81E5CA85F9FF}" type="slidenum">
              <a:rPr lang="cs-CZ"/>
              <a:pPr/>
              <a:t>24</a:t>
            </a:fld>
            <a:endParaRPr lang="cs-CZ"/>
          </a:p>
        </p:txBody>
      </p:sp>
      <p:sp>
        <p:nvSpPr>
          <p:cNvPr id="501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04875" y="739775"/>
            <a:ext cx="4933950" cy="3700463"/>
          </a:xfrm>
          <a:ln/>
        </p:spPr>
      </p:sp>
      <p:sp>
        <p:nvSpPr>
          <p:cNvPr id="501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39960457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04C7CF4-5DDE-424E-8789-81E5CA85F9FF}" type="slidenum">
              <a:rPr lang="cs-CZ"/>
              <a:pPr/>
              <a:t>25</a:t>
            </a:fld>
            <a:endParaRPr lang="cs-CZ"/>
          </a:p>
        </p:txBody>
      </p:sp>
      <p:sp>
        <p:nvSpPr>
          <p:cNvPr id="501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04875" y="739775"/>
            <a:ext cx="4933950" cy="3700463"/>
          </a:xfrm>
          <a:ln/>
        </p:spPr>
      </p:sp>
      <p:sp>
        <p:nvSpPr>
          <p:cNvPr id="501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63802209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04C7CF4-5DDE-424E-8789-81E5CA85F9FF}" type="slidenum">
              <a:rPr lang="cs-CZ"/>
              <a:pPr/>
              <a:t>26</a:t>
            </a:fld>
            <a:endParaRPr lang="cs-CZ"/>
          </a:p>
        </p:txBody>
      </p:sp>
      <p:sp>
        <p:nvSpPr>
          <p:cNvPr id="501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04875" y="739775"/>
            <a:ext cx="4933950" cy="3700463"/>
          </a:xfrm>
          <a:ln/>
        </p:spPr>
      </p:sp>
      <p:sp>
        <p:nvSpPr>
          <p:cNvPr id="501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89624493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04C7CF4-5DDE-424E-8789-81E5CA85F9FF}" type="slidenum">
              <a:rPr lang="cs-CZ"/>
              <a:pPr/>
              <a:t>27</a:t>
            </a:fld>
            <a:endParaRPr lang="cs-CZ"/>
          </a:p>
        </p:txBody>
      </p:sp>
      <p:sp>
        <p:nvSpPr>
          <p:cNvPr id="501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04875" y="739775"/>
            <a:ext cx="4933950" cy="3700463"/>
          </a:xfrm>
          <a:ln/>
        </p:spPr>
      </p:sp>
      <p:sp>
        <p:nvSpPr>
          <p:cNvPr id="501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337699120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04C7CF4-5DDE-424E-8789-81E5CA85F9FF}" type="slidenum">
              <a:rPr lang="cs-CZ"/>
              <a:pPr/>
              <a:t>28</a:t>
            </a:fld>
            <a:endParaRPr lang="cs-CZ"/>
          </a:p>
        </p:txBody>
      </p:sp>
      <p:sp>
        <p:nvSpPr>
          <p:cNvPr id="501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04875" y="739775"/>
            <a:ext cx="4933950" cy="3700463"/>
          </a:xfrm>
          <a:ln/>
        </p:spPr>
      </p:sp>
      <p:sp>
        <p:nvSpPr>
          <p:cNvPr id="501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cs-CZ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04C7CF4-5DDE-424E-8789-81E5CA85F9FF}" type="slidenum">
              <a:rPr lang="cs-CZ"/>
              <a:pPr/>
              <a:t>29</a:t>
            </a:fld>
            <a:endParaRPr lang="cs-CZ"/>
          </a:p>
        </p:txBody>
      </p:sp>
      <p:sp>
        <p:nvSpPr>
          <p:cNvPr id="501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04875" y="739775"/>
            <a:ext cx="4933950" cy="3700463"/>
          </a:xfrm>
          <a:ln/>
        </p:spPr>
      </p:sp>
      <p:sp>
        <p:nvSpPr>
          <p:cNvPr id="501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cs-CZ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04C7CF4-5DDE-424E-8789-81E5CA85F9FF}" type="slidenum">
              <a:rPr lang="cs-CZ"/>
              <a:pPr/>
              <a:t>30</a:t>
            </a:fld>
            <a:endParaRPr lang="cs-CZ"/>
          </a:p>
        </p:txBody>
      </p:sp>
      <p:sp>
        <p:nvSpPr>
          <p:cNvPr id="501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04875" y="739775"/>
            <a:ext cx="4933950" cy="3700463"/>
          </a:xfrm>
          <a:ln/>
        </p:spPr>
      </p:sp>
      <p:sp>
        <p:nvSpPr>
          <p:cNvPr id="501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cs-CZ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04C7CF4-5DDE-424E-8789-81E5CA85F9FF}" type="slidenum">
              <a:rPr lang="cs-CZ"/>
              <a:pPr/>
              <a:t>31</a:t>
            </a:fld>
            <a:endParaRPr lang="cs-CZ"/>
          </a:p>
        </p:txBody>
      </p:sp>
      <p:sp>
        <p:nvSpPr>
          <p:cNvPr id="501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04875" y="739775"/>
            <a:ext cx="4933950" cy="3700463"/>
          </a:xfrm>
          <a:ln/>
        </p:spPr>
      </p:sp>
      <p:sp>
        <p:nvSpPr>
          <p:cNvPr id="501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cs-CZ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04C7CF4-5DDE-424E-8789-81E5CA85F9FF}" type="slidenum">
              <a:rPr lang="cs-CZ"/>
              <a:pPr/>
              <a:t>32</a:t>
            </a:fld>
            <a:endParaRPr lang="cs-CZ"/>
          </a:p>
        </p:txBody>
      </p:sp>
      <p:sp>
        <p:nvSpPr>
          <p:cNvPr id="501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04875" y="739775"/>
            <a:ext cx="4933950" cy="3700463"/>
          </a:xfrm>
          <a:ln/>
        </p:spPr>
      </p:sp>
      <p:sp>
        <p:nvSpPr>
          <p:cNvPr id="501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cs-CZ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04C7CF4-5DDE-424E-8789-81E5CA85F9FF}" type="slidenum">
              <a:rPr lang="cs-CZ"/>
              <a:pPr/>
              <a:t>33</a:t>
            </a:fld>
            <a:endParaRPr lang="cs-CZ"/>
          </a:p>
        </p:txBody>
      </p:sp>
      <p:sp>
        <p:nvSpPr>
          <p:cNvPr id="501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04875" y="739775"/>
            <a:ext cx="4933950" cy="3700463"/>
          </a:xfrm>
          <a:ln/>
        </p:spPr>
      </p:sp>
      <p:sp>
        <p:nvSpPr>
          <p:cNvPr id="501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cs-CZ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04C7CF4-5DDE-424E-8789-81E5CA85F9FF}" type="slidenum">
              <a:rPr lang="cs-CZ"/>
              <a:pPr/>
              <a:t>34</a:t>
            </a:fld>
            <a:endParaRPr lang="cs-CZ"/>
          </a:p>
        </p:txBody>
      </p:sp>
      <p:sp>
        <p:nvSpPr>
          <p:cNvPr id="501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04875" y="739775"/>
            <a:ext cx="4933950" cy="3700463"/>
          </a:xfrm>
          <a:ln/>
        </p:spPr>
      </p:sp>
      <p:sp>
        <p:nvSpPr>
          <p:cNvPr id="501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cs-CZ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04C7CF4-5DDE-424E-8789-81E5CA85F9FF}" type="slidenum">
              <a:rPr lang="cs-CZ"/>
              <a:pPr/>
              <a:t>35</a:t>
            </a:fld>
            <a:endParaRPr lang="cs-CZ"/>
          </a:p>
        </p:txBody>
      </p:sp>
      <p:sp>
        <p:nvSpPr>
          <p:cNvPr id="501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04875" y="739775"/>
            <a:ext cx="4933950" cy="3700463"/>
          </a:xfrm>
          <a:ln/>
        </p:spPr>
      </p:sp>
      <p:sp>
        <p:nvSpPr>
          <p:cNvPr id="501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cs-CZ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04C7CF4-5DDE-424E-8789-81E5CA85F9FF}" type="slidenum">
              <a:rPr lang="cs-CZ"/>
              <a:pPr/>
              <a:t>36</a:t>
            </a:fld>
            <a:endParaRPr lang="cs-CZ"/>
          </a:p>
        </p:txBody>
      </p:sp>
      <p:sp>
        <p:nvSpPr>
          <p:cNvPr id="501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04875" y="739775"/>
            <a:ext cx="4933950" cy="3700463"/>
          </a:xfrm>
          <a:ln/>
        </p:spPr>
      </p:sp>
      <p:sp>
        <p:nvSpPr>
          <p:cNvPr id="501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cs-CZ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C4C69345-BCB8-40A8-9EEE-55FD1AFC74CA}" type="slidenum">
              <a:rPr lang="cs-CZ"/>
              <a:pPr/>
              <a:t>37</a:t>
            </a:fld>
            <a:endParaRPr lang="cs-CZ"/>
          </a:p>
        </p:txBody>
      </p:sp>
      <p:sp>
        <p:nvSpPr>
          <p:cNvPr id="798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04875" y="739775"/>
            <a:ext cx="4933950" cy="3700463"/>
          </a:xfrm>
          <a:ln/>
        </p:spPr>
      </p:sp>
      <p:sp>
        <p:nvSpPr>
          <p:cNvPr id="7987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cs-CZ" dirty="0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A9383F7-2EE9-4D4C-A25D-890BE40E0459}" type="slidenum">
              <a:rPr lang="cs-CZ"/>
              <a:pPr/>
              <a:t>38</a:t>
            </a:fld>
            <a:endParaRPr lang="cs-CZ"/>
          </a:p>
        </p:txBody>
      </p:sp>
      <p:sp>
        <p:nvSpPr>
          <p:cNvPr id="706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6763"/>
            <a:ext cx="5118100" cy="3838575"/>
          </a:xfrm>
          <a:ln/>
        </p:spPr>
      </p:sp>
      <p:sp>
        <p:nvSpPr>
          <p:cNvPr id="706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1188070640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A9383F7-2EE9-4D4C-A25D-890BE40E0459}" type="slidenum">
              <a:rPr lang="cs-CZ"/>
              <a:pPr/>
              <a:t>39</a:t>
            </a:fld>
            <a:endParaRPr lang="cs-CZ"/>
          </a:p>
        </p:txBody>
      </p:sp>
      <p:sp>
        <p:nvSpPr>
          <p:cNvPr id="706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6763"/>
            <a:ext cx="5118100" cy="3838575"/>
          </a:xfrm>
          <a:ln/>
        </p:spPr>
      </p:sp>
      <p:sp>
        <p:nvSpPr>
          <p:cNvPr id="706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303458984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83F8BB8-67C5-4EFB-B894-66F1DA37CBF9}" type="slidenum">
              <a:rPr lang="cs-CZ"/>
              <a:pPr/>
              <a:t>40</a:t>
            </a:fld>
            <a:endParaRPr lang="cs-CZ"/>
          </a:p>
        </p:txBody>
      </p:sp>
      <p:sp>
        <p:nvSpPr>
          <p:cNvPr id="624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6763"/>
            <a:ext cx="5118100" cy="3838575"/>
          </a:xfrm>
          <a:ln/>
        </p:spPr>
      </p:sp>
      <p:sp>
        <p:nvSpPr>
          <p:cNvPr id="6246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763760372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A9383F7-2EE9-4D4C-A25D-890BE40E0459}" type="slidenum">
              <a:rPr lang="cs-CZ"/>
              <a:pPr/>
              <a:t>41</a:t>
            </a:fld>
            <a:endParaRPr lang="cs-CZ"/>
          </a:p>
        </p:txBody>
      </p:sp>
      <p:sp>
        <p:nvSpPr>
          <p:cNvPr id="706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6763"/>
            <a:ext cx="5118100" cy="3838575"/>
          </a:xfrm>
          <a:ln/>
        </p:spPr>
      </p:sp>
      <p:sp>
        <p:nvSpPr>
          <p:cNvPr id="706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2198016207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A9383F7-2EE9-4D4C-A25D-890BE40E0459}" type="slidenum">
              <a:rPr lang="cs-CZ"/>
              <a:pPr/>
              <a:t>42</a:t>
            </a:fld>
            <a:endParaRPr lang="cs-CZ"/>
          </a:p>
        </p:txBody>
      </p:sp>
      <p:sp>
        <p:nvSpPr>
          <p:cNvPr id="706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6763"/>
            <a:ext cx="5118100" cy="3838575"/>
          </a:xfrm>
          <a:ln/>
        </p:spPr>
      </p:sp>
      <p:sp>
        <p:nvSpPr>
          <p:cNvPr id="706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356205805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A9383F7-2EE9-4D4C-A25D-890BE40E0459}" type="slidenum">
              <a:rPr lang="cs-CZ"/>
              <a:pPr/>
              <a:t>43</a:t>
            </a:fld>
            <a:endParaRPr lang="cs-CZ"/>
          </a:p>
        </p:txBody>
      </p:sp>
      <p:sp>
        <p:nvSpPr>
          <p:cNvPr id="706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6763"/>
            <a:ext cx="5118100" cy="3838575"/>
          </a:xfrm>
          <a:ln/>
        </p:spPr>
      </p:sp>
      <p:sp>
        <p:nvSpPr>
          <p:cNvPr id="706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2432625343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83F8BB8-67C5-4EFB-B894-66F1DA37CBF9}" type="slidenum">
              <a:rPr lang="cs-CZ"/>
              <a:pPr/>
              <a:t>44</a:t>
            </a:fld>
            <a:endParaRPr lang="cs-CZ"/>
          </a:p>
        </p:txBody>
      </p:sp>
      <p:sp>
        <p:nvSpPr>
          <p:cNvPr id="624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6763"/>
            <a:ext cx="5118100" cy="3838575"/>
          </a:xfrm>
          <a:ln/>
        </p:spPr>
      </p:sp>
      <p:sp>
        <p:nvSpPr>
          <p:cNvPr id="6246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253723617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A9383F7-2EE9-4D4C-A25D-890BE40E0459}" type="slidenum">
              <a:rPr lang="cs-CZ"/>
              <a:pPr/>
              <a:t>45</a:t>
            </a:fld>
            <a:endParaRPr lang="cs-CZ"/>
          </a:p>
        </p:txBody>
      </p:sp>
      <p:sp>
        <p:nvSpPr>
          <p:cNvPr id="706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6763"/>
            <a:ext cx="5118100" cy="3838575"/>
          </a:xfrm>
          <a:ln/>
        </p:spPr>
      </p:sp>
      <p:sp>
        <p:nvSpPr>
          <p:cNvPr id="706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059840026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A9383F7-2EE9-4D4C-A25D-890BE40E0459}" type="slidenum">
              <a:rPr lang="cs-CZ"/>
              <a:pPr/>
              <a:t>46</a:t>
            </a:fld>
            <a:endParaRPr lang="cs-CZ"/>
          </a:p>
        </p:txBody>
      </p:sp>
      <p:sp>
        <p:nvSpPr>
          <p:cNvPr id="706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6763"/>
            <a:ext cx="5118100" cy="3838575"/>
          </a:xfrm>
          <a:ln/>
        </p:spPr>
      </p:sp>
      <p:sp>
        <p:nvSpPr>
          <p:cNvPr id="706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3794314717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04C7CF4-5DDE-424E-8789-81E5CA85F9FF}" type="slidenum">
              <a:rPr lang="cs-CZ"/>
              <a:pPr/>
              <a:t>47</a:t>
            </a:fld>
            <a:endParaRPr lang="cs-CZ" dirty="0"/>
          </a:p>
        </p:txBody>
      </p:sp>
      <p:sp>
        <p:nvSpPr>
          <p:cNvPr id="501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04875" y="739775"/>
            <a:ext cx="4933950" cy="3700463"/>
          </a:xfrm>
          <a:ln/>
        </p:spPr>
      </p:sp>
      <p:sp>
        <p:nvSpPr>
          <p:cNvPr id="501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cs-CZ" dirty="0"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137E991-F034-4F26-AD6B-10CA17E25909}" type="slidenum">
              <a:rPr lang="cs-CZ"/>
              <a:pPr/>
              <a:t>48</a:t>
            </a:fld>
            <a:endParaRPr lang="cs-CZ" dirty="0"/>
          </a:p>
        </p:txBody>
      </p:sp>
      <p:sp>
        <p:nvSpPr>
          <p:cNvPr id="880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04875" y="739775"/>
            <a:ext cx="4933950" cy="3700463"/>
          </a:xfrm>
          <a:ln/>
        </p:spPr>
      </p:sp>
      <p:sp>
        <p:nvSpPr>
          <p:cNvPr id="8806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98525" y="4687888"/>
            <a:ext cx="4946650" cy="4440237"/>
          </a:xfrm>
          <a:noFill/>
          <a:ln/>
        </p:spPr>
        <p:txBody>
          <a:bodyPr/>
          <a:lstStyle/>
          <a:p>
            <a:r>
              <a:rPr lang="cs-CZ" dirty="0"/>
              <a:t>Nastav</a:t>
            </a:r>
          </a:p>
          <a:p>
            <a:r>
              <a:rPr lang="cs-CZ" dirty="0"/>
              <a:t>PORTK</a:t>
            </a:r>
            <a:r>
              <a:rPr lang="cs-CZ" baseline="0" dirty="0"/>
              <a:t> – 	0101</a:t>
            </a:r>
            <a:r>
              <a:rPr lang="cs-CZ" b="1" baseline="0" dirty="0"/>
              <a:t>0</a:t>
            </a:r>
            <a:r>
              <a:rPr lang="cs-CZ" baseline="0" dirty="0"/>
              <a:t>001</a:t>
            </a:r>
          </a:p>
          <a:p>
            <a:r>
              <a:rPr lang="cs-CZ" baseline="0" dirty="0"/>
              <a:t>MASKA OR	0000</a:t>
            </a:r>
            <a:r>
              <a:rPr lang="cs-CZ" b="1" baseline="0" dirty="0"/>
              <a:t>1</a:t>
            </a:r>
            <a:r>
              <a:rPr lang="cs-CZ" baseline="0" dirty="0"/>
              <a:t>000</a:t>
            </a:r>
          </a:p>
          <a:p>
            <a:r>
              <a:rPr lang="cs-CZ" baseline="0" dirty="0"/>
              <a:t>	0101</a:t>
            </a:r>
            <a:r>
              <a:rPr lang="cs-CZ" b="1" baseline="0" dirty="0"/>
              <a:t>1</a:t>
            </a:r>
            <a:r>
              <a:rPr lang="cs-CZ" baseline="0" dirty="0"/>
              <a:t>001</a:t>
            </a:r>
          </a:p>
          <a:p>
            <a:endParaRPr lang="cs-CZ" baseline="0" dirty="0"/>
          </a:p>
          <a:p>
            <a:r>
              <a:rPr lang="cs-CZ" dirty="0"/>
              <a:t>Nuluj</a:t>
            </a:r>
          </a:p>
          <a:p>
            <a:r>
              <a:rPr lang="cs-CZ" b="0" dirty="0"/>
              <a:t>PORTK</a:t>
            </a:r>
            <a:r>
              <a:rPr lang="cs-CZ" b="0" baseline="0" dirty="0"/>
              <a:t> – 	0101111</a:t>
            </a:r>
            <a:r>
              <a:rPr lang="cs-CZ" b="1" baseline="0" dirty="0"/>
              <a:t>1</a:t>
            </a:r>
          </a:p>
          <a:p>
            <a:r>
              <a:rPr lang="cs-CZ" b="0" baseline="0" dirty="0"/>
              <a:t>MASKA AND	1111111</a:t>
            </a:r>
            <a:r>
              <a:rPr lang="cs-CZ" b="1" baseline="0" dirty="0"/>
              <a:t>0</a:t>
            </a:r>
          </a:p>
          <a:p>
            <a:r>
              <a:rPr lang="cs-CZ" b="0" baseline="0" dirty="0"/>
              <a:t>	0101111</a:t>
            </a:r>
            <a:r>
              <a:rPr lang="cs-CZ" b="1" baseline="0" dirty="0"/>
              <a:t>0</a:t>
            </a:r>
            <a:endParaRPr lang="cs-CZ" b="1" dirty="0"/>
          </a:p>
          <a:p>
            <a:endParaRPr lang="cs-CZ" dirty="0"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137E991-F034-4F26-AD6B-10CA17E25909}" type="slidenum">
              <a:rPr lang="cs-CZ"/>
              <a:pPr/>
              <a:t>49</a:t>
            </a:fld>
            <a:endParaRPr lang="cs-CZ" dirty="0"/>
          </a:p>
        </p:txBody>
      </p:sp>
      <p:sp>
        <p:nvSpPr>
          <p:cNvPr id="880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04875" y="739775"/>
            <a:ext cx="4933950" cy="3700463"/>
          </a:xfrm>
          <a:ln/>
        </p:spPr>
      </p:sp>
      <p:sp>
        <p:nvSpPr>
          <p:cNvPr id="8806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98525" y="4687888"/>
            <a:ext cx="4946650" cy="4440237"/>
          </a:xfrm>
          <a:noFill/>
          <a:ln/>
        </p:spPr>
        <p:txBody>
          <a:bodyPr/>
          <a:lstStyle/>
          <a:p>
            <a:r>
              <a:rPr lang="cs-CZ" dirty="0"/>
              <a:t>Nastav</a:t>
            </a:r>
          </a:p>
          <a:p>
            <a:r>
              <a:rPr lang="cs-CZ" dirty="0"/>
              <a:t>PORTK</a:t>
            </a:r>
            <a:r>
              <a:rPr lang="cs-CZ" baseline="0" dirty="0"/>
              <a:t> – 	0101</a:t>
            </a:r>
            <a:r>
              <a:rPr lang="cs-CZ" b="1" baseline="0" dirty="0"/>
              <a:t>0</a:t>
            </a:r>
            <a:r>
              <a:rPr lang="cs-CZ" baseline="0" dirty="0"/>
              <a:t>001</a:t>
            </a:r>
          </a:p>
          <a:p>
            <a:r>
              <a:rPr lang="cs-CZ" baseline="0" dirty="0"/>
              <a:t>MASKA OR	0000</a:t>
            </a:r>
            <a:r>
              <a:rPr lang="cs-CZ" b="1" baseline="0" dirty="0"/>
              <a:t>1</a:t>
            </a:r>
            <a:r>
              <a:rPr lang="cs-CZ" baseline="0" dirty="0"/>
              <a:t>000</a:t>
            </a:r>
          </a:p>
          <a:p>
            <a:r>
              <a:rPr lang="cs-CZ" baseline="0" dirty="0"/>
              <a:t>	0101</a:t>
            </a:r>
            <a:r>
              <a:rPr lang="cs-CZ" b="1" baseline="0" dirty="0"/>
              <a:t>1</a:t>
            </a:r>
            <a:r>
              <a:rPr lang="cs-CZ" baseline="0" dirty="0"/>
              <a:t>001</a:t>
            </a:r>
          </a:p>
          <a:p>
            <a:endParaRPr lang="cs-CZ" baseline="0" dirty="0"/>
          </a:p>
          <a:p>
            <a:r>
              <a:rPr lang="cs-CZ" dirty="0"/>
              <a:t>Nuluj</a:t>
            </a:r>
          </a:p>
          <a:p>
            <a:r>
              <a:rPr lang="cs-CZ" b="0" dirty="0"/>
              <a:t>PORTK</a:t>
            </a:r>
            <a:r>
              <a:rPr lang="cs-CZ" b="0" baseline="0" dirty="0"/>
              <a:t> – 	0101111</a:t>
            </a:r>
            <a:r>
              <a:rPr lang="cs-CZ" b="1" baseline="0" dirty="0"/>
              <a:t>1</a:t>
            </a:r>
          </a:p>
          <a:p>
            <a:r>
              <a:rPr lang="cs-CZ" b="0" baseline="0" dirty="0"/>
              <a:t>MASKA AND	1111111</a:t>
            </a:r>
            <a:r>
              <a:rPr lang="cs-CZ" b="1" baseline="0" dirty="0"/>
              <a:t>0</a:t>
            </a:r>
          </a:p>
          <a:p>
            <a:r>
              <a:rPr lang="cs-CZ" b="0" baseline="0" dirty="0"/>
              <a:t>	0101111</a:t>
            </a:r>
            <a:r>
              <a:rPr lang="cs-CZ" b="1" baseline="0" dirty="0"/>
              <a:t>0</a:t>
            </a:r>
            <a:endParaRPr lang="cs-CZ" b="1" dirty="0"/>
          </a:p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594475314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04C7CF4-5DDE-424E-8789-81E5CA85F9FF}" type="slidenum">
              <a:rPr lang="cs-CZ"/>
              <a:pPr/>
              <a:t>50</a:t>
            </a:fld>
            <a:endParaRPr lang="cs-CZ" dirty="0"/>
          </a:p>
        </p:txBody>
      </p:sp>
      <p:sp>
        <p:nvSpPr>
          <p:cNvPr id="501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04875" y="739775"/>
            <a:ext cx="4933950" cy="3700463"/>
          </a:xfrm>
          <a:ln/>
        </p:spPr>
      </p:sp>
      <p:sp>
        <p:nvSpPr>
          <p:cNvPr id="501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cs-CZ" dirty="0"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137E991-F034-4F26-AD6B-10CA17E25909}" type="slidenum">
              <a:rPr lang="cs-CZ"/>
              <a:pPr/>
              <a:t>51</a:t>
            </a:fld>
            <a:endParaRPr lang="cs-CZ" dirty="0"/>
          </a:p>
        </p:txBody>
      </p:sp>
      <p:sp>
        <p:nvSpPr>
          <p:cNvPr id="880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04875" y="739775"/>
            <a:ext cx="4933950" cy="3700463"/>
          </a:xfrm>
          <a:ln/>
        </p:spPr>
      </p:sp>
      <p:sp>
        <p:nvSpPr>
          <p:cNvPr id="8806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98525" y="4687888"/>
            <a:ext cx="4946650" cy="4440237"/>
          </a:xfrm>
          <a:noFill/>
          <a:ln/>
        </p:spPr>
        <p:txBody>
          <a:bodyPr/>
          <a:lstStyle/>
          <a:p>
            <a:r>
              <a:rPr lang="cs-CZ" dirty="0"/>
              <a:t>Nastav</a:t>
            </a:r>
          </a:p>
          <a:p>
            <a:r>
              <a:rPr lang="cs-CZ" dirty="0"/>
              <a:t>PORTK</a:t>
            </a:r>
            <a:r>
              <a:rPr lang="cs-CZ" baseline="0" dirty="0"/>
              <a:t> – 	0101</a:t>
            </a:r>
            <a:r>
              <a:rPr lang="cs-CZ" b="1" baseline="0" dirty="0"/>
              <a:t>0</a:t>
            </a:r>
            <a:r>
              <a:rPr lang="cs-CZ" baseline="0" dirty="0"/>
              <a:t>001</a:t>
            </a:r>
          </a:p>
          <a:p>
            <a:r>
              <a:rPr lang="cs-CZ" baseline="0" dirty="0"/>
              <a:t>MASKA OR	0000</a:t>
            </a:r>
            <a:r>
              <a:rPr lang="cs-CZ" b="1" baseline="0" dirty="0"/>
              <a:t>1</a:t>
            </a:r>
            <a:r>
              <a:rPr lang="cs-CZ" baseline="0" dirty="0"/>
              <a:t>000</a:t>
            </a:r>
          </a:p>
          <a:p>
            <a:r>
              <a:rPr lang="cs-CZ" baseline="0" dirty="0"/>
              <a:t>	0101</a:t>
            </a:r>
            <a:r>
              <a:rPr lang="cs-CZ" b="1" baseline="0" dirty="0"/>
              <a:t>1</a:t>
            </a:r>
            <a:r>
              <a:rPr lang="cs-CZ" baseline="0" dirty="0"/>
              <a:t>001</a:t>
            </a:r>
          </a:p>
          <a:p>
            <a:endParaRPr lang="cs-CZ" baseline="0" dirty="0"/>
          </a:p>
          <a:p>
            <a:r>
              <a:rPr lang="cs-CZ" dirty="0"/>
              <a:t>Nuluj</a:t>
            </a:r>
          </a:p>
          <a:p>
            <a:r>
              <a:rPr lang="cs-CZ" b="0" dirty="0"/>
              <a:t>PORTK</a:t>
            </a:r>
            <a:r>
              <a:rPr lang="cs-CZ" b="0" baseline="0" dirty="0"/>
              <a:t> – 	0101111</a:t>
            </a:r>
            <a:r>
              <a:rPr lang="cs-CZ" b="1" baseline="0" dirty="0"/>
              <a:t>1</a:t>
            </a:r>
          </a:p>
          <a:p>
            <a:r>
              <a:rPr lang="cs-CZ" b="0" baseline="0" dirty="0"/>
              <a:t>MASKA AND	1111111</a:t>
            </a:r>
            <a:r>
              <a:rPr lang="cs-CZ" b="1" baseline="0" dirty="0"/>
              <a:t>0</a:t>
            </a:r>
          </a:p>
          <a:p>
            <a:r>
              <a:rPr lang="cs-CZ" b="0" baseline="0" dirty="0"/>
              <a:t>	0101111</a:t>
            </a:r>
            <a:r>
              <a:rPr lang="cs-CZ" b="1" baseline="0" dirty="0"/>
              <a:t>0</a:t>
            </a:r>
            <a:endParaRPr lang="cs-CZ" b="1" dirty="0"/>
          </a:p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1746826904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137E991-F034-4F26-AD6B-10CA17E25909}" type="slidenum">
              <a:rPr lang="cs-CZ"/>
              <a:pPr/>
              <a:t>52</a:t>
            </a:fld>
            <a:endParaRPr lang="cs-CZ" dirty="0"/>
          </a:p>
        </p:txBody>
      </p:sp>
      <p:sp>
        <p:nvSpPr>
          <p:cNvPr id="880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04875" y="739775"/>
            <a:ext cx="4933950" cy="3700463"/>
          </a:xfrm>
          <a:ln/>
        </p:spPr>
      </p:sp>
      <p:sp>
        <p:nvSpPr>
          <p:cNvPr id="8806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98525" y="4687888"/>
            <a:ext cx="4946650" cy="4440237"/>
          </a:xfrm>
          <a:noFill/>
          <a:ln/>
        </p:spPr>
        <p:txBody>
          <a:bodyPr/>
          <a:lstStyle/>
          <a:p>
            <a:endParaRPr lang="cs-CZ" dirty="0"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C4C69345-BCB8-40A8-9EEE-55FD1AFC74CA}" type="slidenum">
              <a:rPr lang="cs-CZ"/>
              <a:pPr/>
              <a:t>53</a:t>
            </a:fld>
            <a:endParaRPr lang="cs-CZ"/>
          </a:p>
        </p:txBody>
      </p:sp>
      <p:sp>
        <p:nvSpPr>
          <p:cNvPr id="798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04875" y="739775"/>
            <a:ext cx="4933950" cy="3700463"/>
          </a:xfrm>
          <a:ln/>
        </p:spPr>
      </p:sp>
      <p:sp>
        <p:nvSpPr>
          <p:cNvPr id="7987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cs-CZ" dirty="0"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C4C69345-BCB8-40A8-9EEE-55FD1AFC74CA}" type="slidenum">
              <a:rPr lang="cs-CZ"/>
              <a:pPr/>
              <a:t>54</a:t>
            </a:fld>
            <a:endParaRPr lang="cs-CZ"/>
          </a:p>
        </p:txBody>
      </p:sp>
      <p:sp>
        <p:nvSpPr>
          <p:cNvPr id="798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04875" y="739775"/>
            <a:ext cx="4933950" cy="3700463"/>
          </a:xfrm>
          <a:ln/>
        </p:spPr>
      </p:sp>
      <p:sp>
        <p:nvSpPr>
          <p:cNvPr id="7987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cs-CZ" dirty="0"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C4C69345-BCB8-40A8-9EEE-55FD1AFC74CA}" type="slidenum">
              <a:rPr lang="cs-CZ"/>
              <a:pPr/>
              <a:t>55</a:t>
            </a:fld>
            <a:endParaRPr lang="cs-CZ"/>
          </a:p>
        </p:txBody>
      </p:sp>
      <p:sp>
        <p:nvSpPr>
          <p:cNvPr id="798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6763"/>
            <a:ext cx="5118100" cy="3838575"/>
          </a:xfrm>
          <a:ln/>
        </p:spPr>
      </p:sp>
      <p:sp>
        <p:nvSpPr>
          <p:cNvPr id="7987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1400717875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04C7CF4-5DDE-424E-8789-81E5CA85F9FF}" type="slidenum">
              <a:rPr lang="cs-CZ"/>
              <a:pPr/>
              <a:t>56</a:t>
            </a:fld>
            <a:endParaRPr lang="cs-CZ"/>
          </a:p>
        </p:txBody>
      </p:sp>
      <p:sp>
        <p:nvSpPr>
          <p:cNvPr id="501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04875" y="739775"/>
            <a:ext cx="4933950" cy="3700463"/>
          </a:xfrm>
          <a:ln/>
        </p:spPr>
      </p:sp>
      <p:sp>
        <p:nvSpPr>
          <p:cNvPr id="501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cs-CZ"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04C7CF4-5DDE-424E-8789-81E5CA85F9FF}" type="slidenum">
              <a:rPr lang="cs-CZ"/>
              <a:pPr/>
              <a:t>57</a:t>
            </a:fld>
            <a:endParaRPr lang="cs-CZ"/>
          </a:p>
        </p:txBody>
      </p:sp>
      <p:sp>
        <p:nvSpPr>
          <p:cNvPr id="501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04875" y="739775"/>
            <a:ext cx="4933950" cy="3700463"/>
          </a:xfrm>
          <a:ln/>
        </p:spPr>
      </p:sp>
      <p:sp>
        <p:nvSpPr>
          <p:cNvPr id="501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622914173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04C7CF4-5DDE-424E-8789-81E5CA85F9FF}" type="slidenum">
              <a:rPr lang="cs-CZ"/>
              <a:pPr/>
              <a:t>58</a:t>
            </a:fld>
            <a:endParaRPr lang="cs-CZ"/>
          </a:p>
        </p:txBody>
      </p:sp>
      <p:sp>
        <p:nvSpPr>
          <p:cNvPr id="501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04875" y="739775"/>
            <a:ext cx="4933950" cy="3700463"/>
          </a:xfrm>
          <a:ln/>
        </p:spPr>
      </p:sp>
      <p:sp>
        <p:nvSpPr>
          <p:cNvPr id="501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582114518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04C7CF4-5DDE-424E-8789-81E5CA85F9FF}" type="slidenum">
              <a:rPr lang="cs-CZ"/>
              <a:pPr/>
              <a:t>59</a:t>
            </a:fld>
            <a:endParaRPr lang="cs-CZ"/>
          </a:p>
        </p:txBody>
      </p:sp>
      <p:sp>
        <p:nvSpPr>
          <p:cNvPr id="501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04875" y="739775"/>
            <a:ext cx="4933950" cy="3700463"/>
          </a:xfrm>
          <a:ln/>
        </p:spPr>
      </p:sp>
      <p:sp>
        <p:nvSpPr>
          <p:cNvPr id="501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47555236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04C7CF4-5DDE-424E-8789-81E5CA85F9FF}" type="slidenum">
              <a:rPr lang="cs-CZ"/>
              <a:pPr/>
              <a:t>60</a:t>
            </a:fld>
            <a:endParaRPr lang="cs-CZ"/>
          </a:p>
        </p:txBody>
      </p:sp>
      <p:sp>
        <p:nvSpPr>
          <p:cNvPr id="501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04875" y="739775"/>
            <a:ext cx="4933950" cy="3700463"/>
          </a:xfrm>
          <a:ln/>
        </p:spPr>
      </p:sp>
      <p:sp>
        <p:nvSpPr>
          <p:cNvPr id="501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707576870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04C7CF4-5DDE-424E-8789-81E5CA85F9FF}" type="slidenum">
              <a:rPr lang="cs-CZ"/>
              <a:pPr/>
              <a:t>61</a:t>
            </a:fld>
            <a:endParaRPr lang="cs-CZ"/>
          </a:p>
        </p:txBody>
      </p:sp>
      <p:sp>
        <p:nvSpPr>
          <p:cNvPr id="501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04875" y="739775"/>
            <a:ext cx="4933950" cy="3700463"/>
          </a:xfrm>
          <a:ln/>
        </p:spPr>
      </p:sp>
      <p:sp>
        <p:nvSpPr>
          <p:cNvPr id="501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722618143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04C7CF4-5DDE-424E-8789-81E5CA85F9FF}" type="slidenum">
              <a:rPr lang="cs-CZ"/>
              <a:pPr/>
              <a:t>62</a:t>
            </a:fld>
            <a:endParaRPr lang="cs-CZ"/>
          </a:p>
        </p:txBody>
      </p:sp>
      <p:sp>
        <p:nvSpPr>
          <p:cNvPr id="501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04875" y="739775"/>
            <a:ext cx="4933950" cy="3700463"/>
          </a:xfrm>
          <a:ln/>
        </p:spPr>
      </p:sp>
      <p:sp>
        <p:nvSpPr>
          <p:cNvPr id="501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091783456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83F8BB8-67C5-4EFB-B894-66F1DA37CBF9}" type="slidenum">
              <a:rPr lang="cs-CZ"/>
              <a:pPr/>
              <a:t>63</a:t>
            </a:fld>
            <a:endParaRPr lang="cs-CZ"/>
          </a:p>
        </p:txBody>
      </p:sp>
      <p:sp>
        <p:nvSpPr>
          <p:cNvPr id="624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6763"/>
            <a:ext cx="5118100" cy="3838575"/>
          </a:xfrm>
          <a:ln/>
        </p:spPr>
      </p:sp>
      <p:sp>
        <p:nvSpPr>
          <p:cNvPr id="6246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778520676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83F8BB8-67C5-4EFB-B894-66F1DA37CBF9}" type="slidenum">
              <a:rPr lang="cs-CZ"/>
              <a:pPr/>
              <a:t>64</a:t>
            </a:fld>
            <a:endParaRPr lang="cs-CZ"/>
          </a:p>
        </p:txBody>
      </p:sp>
      <p:sp>
        <p:nvSpPr>
          <p:cNvPr id="624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6763"/>
            <a:ext cx="5118100" cy="3838575"/>
          </a:xfrm>
          <a:ln/>
        </p:spPr>
      </p:sp>
      <p:sp>
        <p:nvSpPr>
          <p:cNvPr id="6246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188490168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04C7CF4-5DDE-424E-8789-81E5CA85F9FF}" type="slidenum">
              <a:rPr lang="cs-CZ"/>
              <a:pPr/>
              <a:t>65</a:t>
            </a:fld>
            <a:endParaRPr lang="cs-CZ"/>
          </a:p>
        </p:txBody>
      </p:sp>
      <p:sp>
        <p:nvSpPr>
          <p:cNvPr id="501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04875" y="739775"/>
            <a:ext cx="4933950" cy="3700463"/>
          </a:xfrm>
          <a:ln/>
        </p:spPr>
      </p:sp>
      <p:sp>
        <p:nvSpPr>
          <p:cNvPr id="501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908320574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04C7CF4-5DDE-424E-8789-81E5CA85F9FF}" type="slidenum">
              <a:rPr lang="cs-CZ"/>
              <a:pPr/>
              <a:t>66</a:t>
            </a:fld>
            <a:endParaRPr lang="cs-CZ"/>
          </a:p>
        </p:txBody>
      </p:sp>
      <p:sp>
        <p:nvSpPr>
          <p:cNvPr id="501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04875" y="739775"/>
            <a:ext cx="4933950" cy="3700463"/>
          </a:xfrm>
          <a:ln/>
        </p:spPr>
      </p:sp>
      <p:sp>
        <p:nvSpPr>
          <p:cNvPr id="501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24077174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04C7CF4-5DDE-424E-8789-81E5CA85F9FF}" type="slidenum">
              <a:rPr lang="cs-CZ"/>
              <a:pPr/>
              <a:t>67</a:t>
            </a:fld>
            <a:endParaRPr lang="cs-CZ"/>
          </a:p>
        </p:txBody>
      </p:sp>
      <p:sp>
        <p:nvSpPr>
          <p:cNvPr id="501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04875" y="739775"/>
            <a:ext cx="4933950" cy="3700463"/>
          </a:xfrm>
          <a:ln/>
        </p:spPr>
      </p:sp>
      <p:sp>
        <p:nvSpPr>
          <p:cNvPr id="501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747255174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83F8BB8-67C5-4EFB-B894-66F1DA37CBF9}" type="slidenum">
              <a:rPr lang="cs-CZ"/>
              <a:pPr/>
              <a:t>68</a:t>
            </a:fld>
            <a:endParaRPr lang="cs-CZ"/>
          </a:p>
        </p:txBody>
      </p:sp>
      <p:sp>
        <p:nvSpPr>
          <p:cNvPr id="624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6763"/>
            <a:ext cx="5118100" cy="3838575"/>
          </a:xfrm>
          <a:ln/>
        </p:spPr>
      </p:sp>
      <p:sp>
        <p:nvSpPr>
          <p:cNvPr id="6246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903739027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83F8BB8-67C5-4EFB-B894-66F1DA37CBF9}" type="slidenum">
              <a:rPr lang="cs-CZ"/>
              <a:pPr/>
              <a:t>69</a:t>
            </a:fld>
            <a:endParaRPr lang="cs-CZ"/>
          </a:p>
        </p:txBody>
      </p:sp>
      <p:sp>
        <p:nvSpPr>
          <p:cNvPr id="624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6763"/>
            <a:ext cx="5118100" cy="3838575"/>
          </a:xfrm>
          <a:ln/>
        </p:spPr>
      </p:sp>
      <p:sp>
        <p:nvSpPr>
          <p:cNvPr id="6246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127300225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04C7CF4-5DDE-424E-8789-81E5CA85F9FF}" type="slidenum">
              <a:rPr lang="cs-CZ"/>
              <a:pPr/>
              <a:t>70</a:t>
            </a:fld>
            <a:endParaRPr lang="cs-CZ"/>
          </a:p>
        </p:txBody>
      </p:sp>
      <p:sp>
        <p:nvSpPr>
          <p:cNvPr id="501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04875" y="739775"/>
            <a:ext cx="4933950" cy="3700463"/>
          </a:xfrm>
          <a:ln/>
        </p:spPr>
      </p:sp>
      <p:sp>
        <p:nvSpPr>
          <p:cNvPr id="501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433554012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04C7CF4-5DDE-424E-8789-81E5CA85F9FF}" type="slidenum">
              <a:rPr lang="cs-CZ"/>
              <a:pPr/>
              <a:t>71</a:t>
            </a:fld>
            <a:endParaRPr lang="cs-CZ"/>
          </a:p>
        </p:txBody>
      </p:sp>
      <p:sp>
        <p:nvSpPr>
          <p:cNvPr id="501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04875" y="739775"/>
            <a:ext cx="4933950" cy="3700463"/>
          </a:xfrm>
          <a:ln/>
        </p:spPr>
      </p:sp>
      <p:sp>
        <p:nvSpPr>
          <p:cNvPr id="501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722666573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04C7CF4-5DDE-424E-8789-81E5CA85F9FF}" type="slidenum">
              <a:rPr lang="cs-CZ"/>
              <a:pPr/>
              <a:t>72</a:t>
            </a:fld>
            <a:endParaRPr lang="cs-CZ"/>
          </a:p>
        </p:txBody>
      </p:sp>
      <p:sp>
        <p:nvSpPr>
          <p:cNvPr id="501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04875" y="739775"/>
            <a:ext cx="4933950" cy="3700463"/>
          </a:xfrm>
          <a:ln/>
        </p:spPr>
      </p:sp>
      <p:sp>
        <p:nvSpPr>
          <p:cNvPr id="501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510512636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04C7CF4-5DDE-424E-8789-81E5CA85F9FF}" type="slidenum">
              <a:rPr lang="cs-CZ"/>
              <a:pPr/>
              <a:t>73</a:t>
            </a:fld>
            <a:endParaRPr lang="cs-CZ"/>
          </a:p>
        </p:txBody>
      </p:sp>
      <p:sp>
        <p:nvSpPr>
          <p:cNvPr id="501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04875" y="739775"/>
            <a:ext cx="4933950" cy="3700463"/>
          </a:xfrm>
          <a:ln/>
        </p:spPr>
      </p:sp>
      <p:sp>
        <p:nvSpPr>
          <p:cNvPr id="501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cs-CZ"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04C7CF4-5DDE-424E-8789-81E5CA85F9FF}" type="slidenum">
              <a:rPr lang="cs-CZ"/>
              <a:pPr/>
              <a:t>74</a:t>
            </a:fld>
            <a:endParaRPr lang="cs-CZ"/>
          </a:p>
        </p:txBody>
      </p:sp>
      <p:sp>
        <p:nvSpPr>
          <p:cNvPr id="501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04875" y="739775"/>
            <a:ext cx="4933950" cy="3700463"/>
          </a:xfrm>
          <a:ln/>
        </p:spPr>
      </p:sp>
      <p:sp>
        <p:nvSpPr>
          <p:cNvPr id="501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455709572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04C7CF4-5DDE-424E-8789-81E5CA85F9FF}" type="slidenum">
              <a:rPr lang="cs-CZ"/>
              <a:pPr/>
              <a:t>75</a:t>
            </a:fld>
            <a:endParaRPr lang="cs-CZ"/>
          </a:p>
        </p:txBody>
      </p:sp>
      <p:sp>
        <p:nvSpPr>
          <p:cNvPr id="501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04875" y="739775"/>
            <a:ext cx="4933950" cy="3700463"/>
          </a:xfrm>
          <a:ln/>
        </p:spPr>
      </p:sp>
      <p:sp>
        <p:nvSpPr>
          <p:cNvPr id="501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405715012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04C7CF4-5DDE-424E-8789-81E5CA85F9FF}" type="slidenum">
              <a:rPr lang="cs-CZ"/>
              <a:pPr/>
              <a:t>76</a:t>
            </a:fld>
            <a:endParaRPr lang="cs-CZ"/>
          </a:p>
        </p:txBody>
      </p:sp>
      <p:sp>
        <p:nvSpPr>
          <p:cNvPr id="501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04875" y="739775"/>
            <a:ext cx="4933950" cy="3700463"/>
          </a:xfrm>
          <a:ln/>
        </p:spPr>
      </p:sp>
      <p:sp>
        <p:nvSpPr>
          <p:cNvPr id="501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718644508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Zástupný symbol pro obrázek snímku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904875" y="739775"/>
            <a:ext cx="4933950" cy="3700463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5603" name="Zástupný symbol pro poznámky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cs-CZ"/>
          </a:p>
        </p:txBody>
      </p:sp>
      <p:sp>
        <p:nvSpPr>
          <p:cNvPr id="25604" name="Zástupný symbol pro číslo snímku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964C4D20-BBFD-4384-B29A-39B25A4E63F4}" type="slidenum">
              <a:rPr lang="cs-CZ">
                <a:latin typeface="Arial" charset="0"/>
              </a:rPr>
              <a:pPr/>
              <a:t>77</a:t>
            </a:fld>
            <a:endParaRPr lang="cs-CZ">
              <a:latin typeface="Arial" charset="0"/>
            </a:endParaRPr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04C7CF4-5DDE-424E-8789-81E5CA85F9FF}" type="slidenum">
              <a:rPr lang="cs-CZ"/>
              <a:pPr/>
              <a:t>78</a:t>
            </a:fld>
            <a:endParaRPr lang="cs-CZ"/>
          </a:p>
        </p:txBody>
      </p:sp>
      <p:sp>
        <p:nvSpPr>
          <p:cNvPr id="501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04875" y="739775"/>
            <a:ext cx="4933950" cy="3700463"/>
          </a:xfrm>
          <a:ln/>
        </p:spPr>
      </p:sp>
      <p:sp>
        <p:nvSpPr>
          <p:cNvPr id="501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060488208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04C7CF4-5DDE-424E-8789-81E5CA85F9FF}" type="slidenum">
              <a:rPr lang="cs-CZ"/>
              <a:pPr/>
              <a:t>79</a:t>
            </a:fld>
            <a:endParaRPr lang="cs-CZ"/>
          </a:p>
        </p:txBody>
      </p:sp>
      <p:sp>
        <p:nvSpPr>
          <p:cNvPr id="501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04875" y="739775"/>
            <a:ext cx="4933950" cy="3700463"/>
          </a:xfrm>
          <a:ln/>
        </p:spPr>
      </p:sp>
      <p:sp>
        <p:nvSpPr>
          <p:cNvPr id="501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3975818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04C7CF4-5DDE-424E-8789-81E5CA85F9FF}" type="slidenum">
              <a:rPr lang="cs-CZ"/>
              <a:pPr/>
              <a:t>80</a:t>
            </a:fld>
            <a:endParaRPr lang="cs-CZ"/>
          </a:p>
        </p:txBody>
      </p:sp>
      <p:sp>
        <p:nvSpPr>
          <p:cNvPr id="501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04875" y="739775"/>
            <a:ext cx="4933950" cy="3700463"/>
          </a:xfrm>
          <a:ln/>
        </p:spPr>
      </p:sp>
      <p:sp>
        <p:nvSpPr>
          <p:cNvPr id="501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491814545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04C7CF4-5DDE-424E-8789-81E5CA85F9FF}" type="slidenum">
              <a:rPr lang="cs-CZ"/>
              <a:pPr/>
              <a:t>81</a:t>
            </a:fld>
            <a:endParaRPr lang="cs-CZ"/>
          </a:p>
        </p:txBody>
      </p:sp>
      <p:sp>
        <p:nvSpPr>
          <p:cNvPr id="501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04875" y="739775"/>
            <a:ext cx="4933950" cy="3700463"/>
          </a:xfrm>
          <a:ln/>
        </p:spPr>
      </p:sp>
      <p:sp>
        <p:nvSpPr>
          <p:cNvPr id="501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890633934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04C7CF4-5DDE-424E-8789-81E5CA85F9FF}" type="slidenum">
              <a:rPr lang="cs-CZ"/>
              <a:pPr/>
              <a:t>82</a:t>
            </a:fld>
            <a:endParaRPr lang="cs-CZ"/>
          </a:p>
        </p:txBody>
      </p:sp>
      <p:sp>
        <p:nvSpPr>
          <p:cNvPr id="501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04875" y="739775"/>
            <a:ext cx="4933950" cy="3700463"/>
          </a:xfrm>
          <a:ln/>
        </p:spPr>
      </p:sp>
      <p:sp>
        <p:nvSpPr>
          <p:cNvPr id="501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71672445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04C7CF4-5DDE-424E-8789-81E5CA85F9FF}" type="slidenum">
              <a:rPr lang="cs-CZ"/>
              <a:pPr/>
              <a:t>83</a:t>
            </a:fld>
            <a:endParaRPr lang="cs-CZ"/>
          </a:p>
        </p:txBody>
      </p:sp>
      <p:sp>
        <p:nvSpPr>
          <p:cNvPr id="501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04875" y="739775"/>
            <a:ext cx="4933950" cy="3700463"/>
          </a:xfrm>
          <a:ln/>
        </p:spPr>
      </p:sp>
      <p:sp>
        <p:nvSpPr>
          <p:cNvPr id="501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898715694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04C7CF4-5DDE-424E-8789-81E5CA85F9FF}" type="slidenum">
              <a:rPr lang="cs-CZ"/>
              <a:pPr/>
              <a:t>84</a:t>
            </a:fld>
            <a:endParaRPr lang="cs-CZ"/>
          </a:p>
        </p:txBody>
      </p:sp>
      <p:sp>
        <p:nvSpPr>
          <p:cNvPr id="501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04875" y="739775"/>
            <a:ext cx="4933950" cy="3700463"/>
          </a:xfrm>
          <a:ln/>
        </p:spPr>
      </p:sp>
      <p:sp>
        <p:nvSpPr>
          <p:cNvPr id="501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852523268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68F9DF9-5EF2-474E-8FA6-3A8B73747D6A}" type="slidenum">
              <a:rPr lang="cs-CZ"/>
              <a:pPr/>
              <a:t>85</a:t>
            </a:fld>
            <a:endParaRPr lang="cs-CZ"/>
          </a:p>
        </p:txBody>
      </p:sp>
      <p:sp>
        <p:nvSpPr>
          <p:cNvPr id="583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04875" y="739775"/>
            <a:ext cx="4933950" cy="3700463"/>
          </a:xfrm>
          <a:ln/>
        </p:spPr>
      </p:sp>
      <p:sp>
        <p:nvSpPr>
          <p:cNvPr id="583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cs-CZ" dirty="0"/>
          </a:p>
        </p:txBody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68F9DF9-5EF2-474E-8FA6-3A8B73747D6A}" type="slidenum">
              <a:rPr lang="cs-CZ"/>
              <a:pPr/>
              <a:t>86</a:t>
            </a:fld>
            <a:endParaRPr lang="cs-CZ"/>
          </a:p>
        </p:txBody>
      </p:sp>
      <p:sp>
        <p:nvSpPr>
          <p:cNvPr id="583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04875" y="739775"/>
            <a:ext cx="4933950" cy="3700463"/>
          </a:xfrm>
          <a:ln/>
        </p:spPr>
      </p:sp>
      <p:sp>
        <p:nvSpPr>
          <p:cNvPr id="583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cs-CZ"/>
          </a:p>
        </p:txBody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C4C69345-BCB8-40A8-9EEE-55FD1AFC74CA}" type="slidenum">
              <a:rPr lang="cs-CZ"/>
              <a:pPr/>
              <a:t>87</a:t>
            </a:fld>
            <a:endParaRPr lang="cs-CZ"/>
          </a:p>
        </p:txBody>
      </p:sp>
      <p:sp>
        <p:nvSpPr>
          <p:cNvPr id="798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04875" y="739775"/>
            <a:ext cx="4933950" cy="3700463"/>
          </a:xfrm>
          <a:ln/>
        </p:spPr>
      </p:sp>
      <p:sp>
        <p:nvSpPr>
          <p:cNvPr id="7987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cs-CZ" dirty="0"/>
          </a:p>
        </p:txBody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C4C69345-BCB8-40A8-9EEE-55FD1AFC74CA}" type="slidenum">
              <a:rPr lang="cs-CZ"/>
              <a:pPr/>
              <a:t>88</a:t>
            </a:fld>
            <a:endParaRPr lang="cs-CZ"/>
          </a:p>
        </p:txBody>
      </p:sp>
      <p:sp>
        <p:nvSpPr>
          <p:cNvPr id="798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04875" y="739775"/>
            <a:ext cx="4933950" cy="3700463"/>
          </a:xfrm>
          <a:ln/>
        </p:spPr>
      </p:sp>
      <p:sp>
        <p:nvSpPr>
          <p:cNvPr id="7987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cs-CZ" dirty="0"/>
          </a:p>
        </p:txBody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C4C69345-BCB8-40A8-9EEE-55FD1AFC74CA}" type="slidenum">
              <a:rPr lang="cs-CZ"/>
              <a:pPr/>
              <a:t>89</a:t>
            </a:fld>
            <a:endParaRPr lang="cs-CZ"/>
          </a:p>
        </p:txBody>
      </p:sp>
      <p:sp>
        <p:nvSpPr>
          <p:cNvPr id="798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04875" y="739775"/>
            <a:ext cx="4933950" cy="3700463"/>
          </a:xfrm>
          <a:ln/>
        </p:spPr>
      </p:sp>
      <p:sp>
        <p:nvSpPr>
          <p:cNvPr id="7987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1245660974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C4C69345-BCB8-40A8-9EEE-55FD1AFC74CA}" type="slidenum">
              <a:rPr lang="cs-CZ"/>
              <a:pPr/>
              <a:t>90</a:t>
            </a:fld>
            <a:endParaRPr lang="cs-CZ"/>
          </a:p>
        </p:txBody>
      </p:sp>
      <p:sp>
        <p:nvSpPr>
          <p:cNvPr id="798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04875" y="739775"/>
            <a:ext cx="4933950" cy="3700463"/>
          </a:xfrm>
          <a:ln/>
        </p:spPr>
      </p:sp>
      <p:sp>
        <p:nvSpPr>
          <p:cNvPr id="7987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1348756312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68F9DF9-5EF2-474E-8FA6-3A8B73747D6A}" type="slidenum">
              <a:rPr lang="cs-CZ"/>
              <a:pPr/>
              <a:t>91</a:t>
            </a:fld>
            <a:endParaRPr lang="cs-CZ"/>
          </a:p>
        </p:txBody>
      </p:sp>
      <p:sp>
        <p:nvSpPr>
          <p:cNvPr id="583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04875" y="739775"/>
            <a:ext cx="4933950" cy="3700463"/>
          </a:xfrm>
          <a:ln/>
        </p:spPr>
      </p:sp>
      <p:sp>
        <p:nvSpPr>
          <p:cNvPr id="583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3569997204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Zástupný symbol pro obrázek snímku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1267" name="Zástupný symbol pro poznámky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>
              <a:spcBef>
                <a:spcPct val="0"/>
              </a:spcBef>
            </a:pPr>
            <a:endParaRPr lang="cs-CZ"/>
          </a:p>
        </p:txBody>
      </p:sp>
      <p:sp>
        <p:nvSpPr>
          <p:cNvPr id="11268" name="Zástupný symbol pro číslo snímku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9742174-B384-44E9-ACF8-E1BBF6547551}" type="slidenum">
              <a:rPr lang="cs-CZ">
                <a:solidFill>
                  <a:srgbClr val="000000"/>
                </a:solidFill>
                <a:latin typeface="Arial" charset="0"/>
              </a:rPr>
              <a:pPr/>
              <a:t>92</a:t>
            </a:fld>
            <a:endParaRPr lang="cs-CZ">
              <a:solidFill>
                <a:srgbClr val="000000"/>
              </a:solidFill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0662406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Zástupný symbol pro obrázek snímku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1267" name="Zástupný symbol pro poznámky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>
              <a:spcBef>
                <a:spcPct val="0"/>
              </a:spcBef>
            </a:pPr>
            <a:endParaRPr lang="cs-CZ"/>
          </a:p>
        </p:txBody>
      </p:sp>
      <p:sp>
        <p:nvSpPr>
          <p:cNvPr id="11268" name="Zástupný symbol pro číslo snímku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9742174-B384-44E9-ACF8-E1BBF6547551}" type="slidenum">
              <a:rPr lang="cs-CZ">
                <a:solidFill>
                  <a:srgbClr val="000000"/>
                </a:solidFill>
                <a:latin typeface="Arial" charset="0"/>
              </a:rPr>
              <a:pPr/>
              <a:t>93</a:t>
            </a:fld>
            <a:endParaRPr lang="cs-CZ">
              <a:solidFill>
                <a:srgbClr val="000000"/>
              </a:solidFill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370354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Zástupný symbol pro obrázek snímku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1267" name="Zástupný symbol pro poznámky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>
              <a:spcBef>
                <a:spcPct val="0"/>
              </a:spcBef>
            </a:pPr>
            <a:endParaRPr lang="cs-CZ"/>
          </a:p>
        </p:txBody>
      </p:sp>
      <p:sp>
        <p:nvSpPr>
          <p:cNvPr id="11268" name="Zástupný symbol pro číslo snímku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9742174-B384-44E9-ACF8-E1BBF6547551}" type="slidenum">
              <a:rPr lang="cs-CZ">
                <a:solidFill>
                  <a:srgbClr val="000000"/>
                </a:solidFill>
                <a:latin typeface="Arial" charset="0"/>
              </a:rPr>
              <a:pPr/>
              <a:t>94</a:t>
            </a:fld>
            <a:endParaRPr lang="cs-CZ">
              <a:solidFill>
                <a:srgbClr val="000000"/>
              </a:solidFill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17503551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Zástupný symbol pro obrázek snímku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1267" name="Zástupný symbol pro poznámky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>
              <a:spcBef>
                <a:spcPct val="0"/>
              </a:spcBef>
            </a:pPr>
            <a:endParaRPr lang="cs-CZ"/>
          </a:p>
        </p:txBody>
      </p:sp>
      <p:sp>
        <p:nvSpPr>
          <p:cNvPr id="11268" name="Zástupný symbol pro číslo snímku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9742174-B384-44E9-ACF8-E1BBF6547551}" type="slidenum">
              <a:rPr lang="cs-CZ">
                <a:solidFill>
                  <a:srgbClr val="000000"/>
                </a:solidFill>
                <a:latin typeface="Arial" charset="0"/>
              </a:rPr>
              <a:pPr/>
              <a:t>95</a:t>
            </a:fld>
            <a:endParaRPr lang="cs-CZ">
              <a:solidFill>
                <a:srgbClr val="000000"/>
              </a:solidFill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25690511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49EABF8-4A3B-4292-97E5-BED568519E07}" type="slidenum">
              <a:rPr lang="cs-CZ"/>
              <a:pPr/>
              <a:t>96</a:t>
            </a:fld>
            <a:endParaRPr lang="cs-CZ"/>
          </a:p>
        </p:txBody>
      </p:sp>
      <p:sp>
        <p:nvSpPr>
          <p:cNvPr id="1536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04875" y="739775"/>
            <a:ext cx="4933950" cy="3700463"/>
          </a:xfrm>
          <a:ln/>
        </p:spPr>
      </p:sp>
      <p:sp>
        <p:nvSpPr>
          <p:cNvPr id="1536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cs-CZ"/>
          </a:p>
        </p:txBody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Zástupný symbol pro obrázek snímku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1267" name="Zástupný symbol pro poznámky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>
              <a:spcBef>
                <a:spcPct val="0"/>
              </a:spcBef>
            </a:pPr>
            <a:endParaRPr lang="cs-CZ"/>
          </a:p>
        </p:txBody>
      </p:sp>
      <p:sp>
        <p:nvSpPr>
          <p:cNvPr id="11268" name="Zástupný symbol pro číslo snímku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9742174-B384-44E9-ACF8-E1BBF6547551}" type="slidenum">
              <a:rPr lang="cs-CZ">
                <a:solidFill>
                  <a:srgbClr val="000000"/>
                </a:solidFill>
                <a:latin typeface="Arial" charset="0"/>
              </a:rPr>
              <a:pPr/>
              <a:t>97</a:t>
            </a:fld>
            <a:endParaRPr lang="cs-CZ">
              <a:solidFill>
                <a:srgbClr val="000000"/>
              </a:solidFill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8535034"/>
      </p:ext>
    </p:extLst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68F9DF9-5EF2-474E-8FA6-3A8B73747D6A}" type="slidenum">
              <a:rPr lang="cs-CZ"/>
              <a:pPr/>
              <a:t>98</a:t>
            </a:fld>
            <a:endParaRPr lang="cs-CZ"/>
          </a:p>
        </p:txBody>
      </p:sp>
      <p:sp>
        <p:nvSpPr>
          <p:cNvPr id="583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04875" y="739775"/>
            <a:ext cx="4933950" cy="3700463"/>
          </a:xfrm>
          <a:ln/>
        </p:spPr>
      </p:sp>
      <p:sp>
        <p:nvSpPr>
          <p:cNvPr id="583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6797496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/>
          </p:cNvGrpSpPr>
          <p:nvPr/>
        </p:nvGrpSpPr>
        <p:grpSpPr bwMode="auto">
          <a:xfrm>
            <a:off x="1" y="1"/>
            <a:ext cx="9144000" cy="6858000"/>
            <a:chOff x="0" y="0"/>
            <a:chExt cx="5760" cy="4320"/>
          </a:xfrm>
        </p:grpSpPr>
        <p:sp>
          <p:nvSpPr>
            <p:cNvPr id="5" name="Rectangle 3"/>
            <p:cNvSpPr>
              <a:spLocks noChangeArrowheads="1"/>
            </p:cNvSpPr>
            <p:nvPr/>
          </p:nvSpPr>
          <p:spPr bwMode="hidden">
            <a:xfrm>
              <a:off x="0" y="0"/>
              <a:ext cx="2208" cy="4320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rtl="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cs-CZ" sz="2400" kern="1200" dirty="0">
                <a:solidFill>
                  <a:srgbClr val="000000"/>
                </a:solidFill>
                <a:latin typeface="Times New Roman" pitchFamily="18" charset="0"/>
                <a:ea typeface="+mn-ea"/>
                <a:cs typeface="+mn-cs"/>
              </a:endParaRPr>
            </a:p>
          </p:txBody>
        </p:sp>
        <p:sp>
          <p:nvSpPr>
            <p:cNvPr id="6" name="Rectangle 4"/>
            <p:cNvSpPr>
              <a:spLocks noChangeArrowheads="1"/>
            </p:cNvSpPr>
            <p:nvPr/>
          </p:nvSpPr>
          <p:spPr bwMode="hidden">
            <a:xfrm>
              <a:off x="1081" y="1065"/>
              <a:ext cx="4679" cy="1596"/>
            </a:xfrm>
            <a:prstGeom prst="rect">
              <a:avLst/>
            </a:prstGeom>
            <a:solidFill>
              <a:schemeClr val="bg2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r" rtl="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cs-CZ" sz="2400" kern="1200" dirty="0">
                <a:solidFill>
                  <a:srgbClr val="000000"/>
                </a:solidFill>
                <a:latin typeface="Times New Roman" pitchFamily="18" charset="0"/>
                <a:ea typeface="+mn-ea"/>
                <a:cs typeface="+mn-cs"/>
              </a:endParaRPr>
            </a:p>
          </p:txBody>
        </p:sp>
        <p:grpSp>
          <p:nvGrpSpPr>
            <p:cNvPr id="3" name="Group 5"/>
            <p:cNvGrpSpPr>
              <a:grpSpLocks/>
            </p:cNvGrpSpPr>
            <p:nvPr/>
          </p:nvGrpSpPr>
          <p:grpSpPr bwMode="auto">
            <a:xfrm>
              <a:off x="0" y="672"/>
              <a:ext cx="1806" cy="1989"/>
              <a:chOff x="0" y="672"/>
              <a:chExt cx="1806" cy="1989"/>
            </a:xfrm>
          </p:grpSpPr>
          <p:sp>
            <p:nvSpPr>
              <p:cNvPr id="8" name="Rectangle 6"/>
              <p:cNvSpPr>
                <a:spLocks noChangeArrowheads="1"/>
              </p:cNvSpPr>
              <p:nvPr userDrawn="1"/>
            </p:nvSpPr>
            <p:spPr bwMode="auto">
              <a:xfrm>
                <a:off x="361" y="2257"/>
                <a:ext cx="363" cy="404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 algn="r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cs-CZ" sz="2400" kern="1200" dirty="0">
                  <a:solidFill>
                    <a:srgbClr val="000000"/>
                  </a:solidFill>
                  <a:latin typeface="Times New Roman" pitchFamily="18" charset="0"/>
                  <a:ea typeface="+mn-ea"/>
                  <a:cs typeface="+mn-cs"/>
                </a:endParaRPr>
              </a:p>
            </p:txBody>
          </p:sp>
          <p:sp>
            <p:nvSpPr>
              <p:cNvPr id="9" name="Rectangle 7"/>
              <p:cNvSpPr>
                <a:spLocks noChangeArrowheads="1"/>
              </p:cNvSpPr>
              <p:nvPr userDrawn="1"/>
            </p:nvSpPr>
            <p:spPr bwMode="auto">
              <a:xfrm>
                <a:off x="1081" y="1065"/>
                <a:ext cx="362" cy="405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 algn="r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cs-CZ" sz="2400" kern="1200" dirty="0">
                  <a:solidFill>
                    <a:srgbClr val="000000"/>
                  </a:solidFill>
                  <a:latin typeface="Times New Roman" pitchFamily="18" charset="0"/>
                  <a:ea typeface="+mn-ea"/>
                  <a:cs typeface="+mn-cs"/>
                </a:endParaRPr>
              </a:p>
            </p:txBody>
          </p:sp>
          <p:sp>
            <p:nvSpPr>
              <p:cNvPr id="10" name="Rectangle 8"/>
              <p:cNvSpPr>
                <a:spLocks noChangeArrowheads="1"/>
              </p:cNvSpPr>
              <p:nvPr userDrawn="1"/>
            </p:nvSpPr>
            <p:spPr bwMode="auto">
              <a:xfrm>
                <a:off x="1437" y="672"/>
                <a:ext cx="369" cy="400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 algn="r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cs-CZ" sz="2400" kern="1200" dirty="0">
                  <a:solidFill>
                    <a:srgbClr val="000000"/>
                  </a:solidFill>
                  <a:latin typeface="Times New Roman" pitchFamily="18" charset="0"/>
                  <a:ea typeface="+mn-ea"/>
                  <a:cs typeface="+mn-cs"/>
                </a:endParaRPr>
              </a:p>
            </p:txBody>
          </p:sp>
          <p:sp>
            <p:nvSpPr>
              <p:cNvPr id="11" name="Rectangle 9"/>
              <p:cNvSpPr>
                <a:spLocks noChangeArrowheads="1"/>
              </p:cNvSpPr>
              <p:nvPr userDrawn="1"/>
            </p:nvSpPr>
            <p:spPr bwMode="auto">
              <a:xfrm>
                <a:off x="719" y="2257"/>
                <a:ext cx="368" cy="404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 algn="r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cs-CZ" sz="2400" kern="1200" dirty="0">
                  <a:solidFill>
                    <a:srgbClr val="000000"/>
                  </a:solidFill>
                  <a:latin typeface="Times New Roman" pitchFamily="18" charset="0"/>
                  <a:ea typeface="+mn-ea"/>
                  <a:cs typeface="+mn-cs"/>
                </a:endParaRPr>
              </a:p>
            </p:txBody>
          </p:sp>
          <p:sp>
            <p:nvSpPr>
              <p:cNvPr id="12" name="Rectangle 10"/>
              <p:cNvSpPr>
                <a:spLocks noChangeArrowheads="1"/>
              </p:cNvSpPr>
              <p:nvPr userDrawn="1"/>
            </p:nvSpPr>
            <p:spPr bwMode="auto">
              <a:xfrm>
                <a:off x="1437" y="1065"/>
                <a:ext cx="369" cy="405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 algn="r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cs-CZ" sz="2400" kern="1200" dirty="0">
                  <a:solidFill>
                    <a:srgbClr val="000000"/>
                  </a:solidFill>
                  <a:latin typeface="Times New Roman" pitchFamily="18" charset="0"/>
                  <a:ea typeface="+mn-ea"/>
                  <a:cs typeface="+mn-cs"/>
                </a:endParaRPr>
              </a:p>
            </p:txBody>
          </p:sp>
          <p:sp>
            <p:nvSpPr>
              <p:cNvPr id="13" name="Rectangle 11"/>
              <p:cNvSpPr>
                <a:spLocks noChangeArrowheads="1"/>
              </p:cNvSpPr>
              <p:nvPr userDrawn="1"/>
            </p:nvSpPr>
            <p:spPr bwMode="auto">
              <a:xfrm>
                <a:off x="719" y="1464"/>
                <a:ext cx="368" cy="399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 algn="r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cs-CZ" sz="2400" kern="1200" dirty="0">
                  <a:solidFill>
                    <a:srgbClr val="000000"/>
                  </a:solidFill>
                  <a:latin typeface="Times New Roman" pitchFamily="18" charset="0"/>
                  <a:ea typeface="+mn-ea"/>
                  <a:cs typeface="+mn-cs"/>
                </a:endParaRPr>
              </a:p>
            </p:txBody>
          </p:sp>
          <p:sp>
            <p:nvSpPr>
              <p:cNvPr id="14" name="Rectangle 12"/>
              <p:cNvSpPr>
                <a:spLocks noChangeArrowheads="1"/>
              </p:cNvSpPr>
              <p:nvPr userDrawn="1"/>
            </p:nvSpPr>
            <p:spPr bwMode="auto">
              <a:xfrm>
                <a:off x="0" y="1464"/>
                <a:ext cx="367" cy="399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 algn="r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cs-CZ" sz="2400" kern="1200" dirty="0">
                  <a:solidFill>
                    <a:srgbClr val="000000"/>
                  </a:solidFill>
                  <a:latin typeface="Times New Roman" pitchFamily="18" charset="0"/>
                  <a:ea typeface="+mn-ea"/>
                  <a:cs typeface="+mn-cs"/>
                </a:endParaRPr>
              </a:p>
            </p:txBody>
          </p:sp>
          <p:sp>
            <p:nvSpPr>
              <p:cNvPr id="15" name="Rectangle 13"/>
              <p:cNvSpPr>
                <a:spLocks noChangeArrowheads="1"/>
              </p:cNvSpPr>
              <p:nvPr userDrawn="1"/>
            </p:nvSpPr>
            <p:spPr bwMode="auto">
              <a:xfrm>
                <a:off x="1081" y="1464"/>
                <a:ext cx="362" cy="399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 algn="r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cs-CZ" sz="2400" kern="1200" dirty="0">
                  <a:solidFill>
                    <a:srgbClr val="000000"/>
                  </a:solidFill>
                  <a:latin typeface="Times New Roman" pitchFamily="18" charset="0"/>
                  <a:ea typeface="+mn-ea"/>
                  <a:cs typeface="+mn-cs"/>
                </a:endParaRPr>
              </a:p>
            </p:txBody>
          </p:sp>
          <p:sp>
            <p:nvSpPr>
              <p:cNvPr id="16" name="Rectangle 14"/>
              <p:cNvSpPr>
                <a:spLocks noChangeArrowheads="1"/>
              </p:cNvSpPr>
              <p:nvPr userDrawn="1"/>
            </p:nvSpPr>
            <p:spPr bwMode="auto">
              <a:xfrm>
                <a:off x="361" y="1857"/>
                <a:ext cx="363" cy="406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 algn="r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cs-CZ" sz="2400" kern="1200" dirty="0">
                  <a:solidFill>
                    <a:srgbClr val="000000"/>
                  </a:solidFill>
                  <a:latin typeface="Times New Roman" pitchFamily="18" charset="0"/>
                  <a:ea typeface="+mn-ea"/>
                  <a:cs typeface="+mn-cs"/>
                </a:endParaRPr>
              </a:p>
            </p:txBody>
          </p:sp>
          <p:sp>
            <p:nvSpPr>
              <p:cNvPr id="17" name="Rectangle 15"/>
              <p:cNvSpPr>
                <a:spLocks noChangeArrowheads="1"/>
              </p:cNvSpPr>
              <p:nvPr userDrawn="1"/>
            </p:nvSpPr>
            <p:spPr bwMode="auto">
              <a:xfrm>
                <a:off x="719" y="1857"/>
                <a:ext cx="368" cy="406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 algn="r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cs-CZ" sz="2400" kern="1200" dirty="0">
                  <a:solidFill>
                    <a:srgbClr val="000000"/>
                  </a:solidFill>
                  <a:latin typeface="Times New Roman" pitchFamily="18" charset="0"/>
                  <a:ea typeface="+mn-ea"/>
                  <a:cs typeface="+mn-cs"/>
                </a:endParaRPr>
              </a:p>
            </p:txBody>
          </p:sp>
        </p:grpSp>
      </p:grpSp>
      <p:sp>
        <p:nvSpPr>
          <p:cNvPr id="15379" name="Rectangle 19"/>
          <p:cNvSpPr>
            <a:spLocks noGrp="1" noChangeArrowheads="1"/>
          </p:cNvSpPr>
          <p:nvPr>
            <p:ph type="ctrTitle"/>
          </p:nvPr>
        </p:nvSpPr>
        <p:spPr>
          <a:xfrm>
            <a:off x="2971801" y="1828801"/>
            <a:ext cx="6019800" cy="2209800"/>
          </a:xfrm>
        </p:spPr>
        <p:txBody>
          <a:bodyPr/>
          <a:lstStyle>
            <a:lvl1pPr>
              <a:defRPr sz="5000">
                <a:solidFill>
                  <a:srgbClr val="FFFFFF"/>
                </a:solidFill>
              </a:defRPr>
            </a:lvl1pPr>
          </a:lstStyle>
          <a:p>
            <a:r>
              <a:rPr lang="cs-CZ"/>
              <a:t>Klepnutím lze upravit styl předlohy nadpisů.</a:t>
            </a:r>
          </a:p>
        </p:txBody>
      </p:sp>
      <p:sp>
        <p:nvSpPr>
          <p:cNvPr id="15380" name="Rectangle 20"/>
          <p:cNvSpPr>
            <a:spLocks noGrp="1" noChangeArrowheads="1"/>
          </p:cNvSpPr>
          <p:nvPr>
            <p:ph type="subTitle" idx="1"/>
          </p:nvPr>
        </p:nvSpPr>
        <p:spPr>
          <a:xfrm>
            <a:off x="2971801" y="4267202"/>
            <a:ext cx="6019800" cy="1752600"/>
          </a:xfrm>
        </p:spPr>
        <p:txBody>
          <a:bodyPr/>
          <a:lstStyle>
            <a:lvl1pPr marL="0" indent="0">
              <a:buFont typeface="Wingdings" pitchFamily="2" charset="2"/>
              <a:buNone/>
              <a:defRPr sz="3400"/>
            </a:lvl1pPr>
          </a:lstStyle>
          <a:p>
            <a:r>
              <a:rPr lang="cs-CZ"/>
              <a:t>Klepnutím lze upravit styl předlohy podnadpisů.</a:t>
            </a:r>
          </a:p>
        </p:txBody>
      </p:sp>
      <p:sp>
        <p:nvSpPr>
          <p:cNvPr id="18" name="Rectangle 16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8400"/>
            <a:ext cx="2133600" cy="457200"/>
          </a:xfrm>
        </p:spPr>
        <p:txBody>
          <a:bodyPr/>
          <a:lstStyle>
            <a:lvl1pPr>
              <a:defRPr smtClean="0"/>
            </a:lvl1pPr>
          </a:lstStyle>
          <a:p>
            <a:pPr algn="r" rtl="0" eaLnBrk="0" fontAlgn="base" hangingPunct="0">
              <a:spcBef>
                <a:spcPct val="0"/>
              </a:spcBef>
              <a:spcAft>
                <a:spcPct val="0"/>
              </a:spcAft>
            </a:pPr>
            <a:endParaRPr lang="cs-CZ" sz="1200" kern="1200" dirty="0">
              <a:solidFill>
                <a:srgbClr val="000000"/>
              </a:solidFill>
              <a:latin typeface="Arial" pitchFamily="34" charset="0"/>
              <a:ea typeface="+mn-ea"/>
              <a:cs typeface="+mn-cs"/>
            </a:endParaRPr>
          </a:p>
        </p:txBody>
      </p:sp>
      <p:sp>
        <p:nvSpPr>
          <p:cNvPr id="19" name="Rectangle 1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 algn="ctr" rtl="0" eaLnBrk="0" fontAlgn="base" hangingPunct="0">
              <a:spcBef>
                <a:spcPct val="0"/>
              </a:spcBef>
              <a:spcAft>
                <a:spcPct val="0"/>
              </a:spcAft>
            </a:pPr>
            <a:endParaRPr lang="cs-CZ" sz="1200" kern="1200" dirty="0">
              <a:solidFill>
                <a:srgbClr val="000000"/>
              </a:solidFill>
              <a:latin typeface="Arial" pitchFamily="34" charset="0"/>
              <a:ea typeface="+mn-ea"/>
              <a:cs typeface="+mn-cs"/>
            </a:endParaRPr>
          </a:p>
        </p:txBody>
      </p:sp>
      <p:sp>
        <p:nvSpPr>
          <p:cNvPr id="20" name="Rectangle 1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 algn="r" rtl="0" eaLnBrk="0" fontAlgn="base" hangingPunct="0">
              <a:spcBef>
                <a:spcPct val="0"/>
              </a:spcBef>
              <a:spcAft>
                <a:spcPct val="0"/>
              </a:spcAft>
            </a:pPr>
            <a:fld id="{DA347E44-1AAC-420B-AB32-12DDDBCDE885}" type="slidenum">
              <a:rPr lang="cs-CZ" sz="1200" kern="1200">
                <a:solidFill>
                  <a:srgbClr val="000000"/>
                </a:solidFill>
                <a:latin typeface="Arial Black" pitchFamily="34" charset="0"/>
                <a:ea typeface="+mn-ea"/>
                <a:cs typeface="+mn-cs"/>
              </a:rPr>
              <a:pPr algn="r" rtl="0"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cs-CZ" sz="1200" kern="1200" dirty="0">
              <a:solidFill>
                <a:srgbClr val="000000"/>
              </a:solidFill>
              <a:latin typeface="Arial Black" pitchFamily="34" charset="0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Klepnutím lze upravit styl předlohy nadpisů.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ctr" rtl="0" eaLnBrk="0" fontAlgn="base" hangingPunct="0">
              <a:spcBef>
                <a:spcPct val="0"/>
              </a:spcBef>
              <a:spcAft>
                <a:spcPct val="0"/>
              </a:spcAft>
            </a:pPr>
            <a:endParaRPr lang="cs-CZ" sz="1200" kern="1200" dirty="0">
              <a:solidFill>
                <a:srgbClr val="000000"/>
              </a:solidFill>
              <a:latin typeface="Arial" pitchFamily="34" charset="0"/>
              <a:ea typeface="+mn-ea"/>
              <a:cs typeface="+mn-cs"/>
            </a:endParaRPr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r" rtl="0" eaLnBrk="0" fontAlgn="base" hangingPunct="0">
              <a:spcBef>
                <a:spcPct val="0"/>
              </a:spcBef>
              <a:spcAft>
                <a:spcPct val="0"/>
              </a:spcAft>
            </a:pPr>
            <a:fld id="{C8C8903D-23E7-46FD-A74A-6DF06809A117}" type="slidenum">
              <a:rPr lang="cs-CZ" sz="1200" kern="1200" smtClean="0">
                <a:solidFill>
                  <a:srgbClr val="000000"/>
                </a:solidFill>
                <a:latin typeface="Arial Black" pitchFamily="34" charset="0"/>
                <a:ea typeface="+mn-ea"/>
                <a:cs typeface="+mn-cs"/>
              </a:rPr>
              <a:pPr algn="r" rtl="0"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cs-CZ" sz="1200" kern="1200" dirty="0">
              <a:solidFill>
                <a:srgbClr val="000000"/>
              </a:solidFill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r" rt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cs-CZ" sz="1200" kern="1200" dirty="0">
                <a:solidFill>
                  <a:srgbClr val="000000"/>
                </a:solidFill>
                <a:latin typeface="Arial" pitchFamily="34" charset="0"/>
                <a:ea typeface="+mn-ea"/>
                <a:cs typeface="+mn-cs"/>
              </a:rPr>
              <a:t> </a:t>
            </a:r>
            <a:fld id="{F6A0C1FC-A554-491D-A23A-A703A9D524E7}" type="slidenum">
              <a:rPr lang="cs-CZ" sz="1200" kern="1200" smtClean="0">
                <a:solidFill>
                  <a:srgbClr val="000000"/>
                </a:solidFill>
                <a:latin typeface="Arial" pitchFamily="34" charset="0"/>
                <a:ea typeface="+mn-ea"/>
                <a:cs typeface="+mn-cs"/>
              </a:rPr>
              <a:pPr algn="r" rtl="0"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cs-CZ" sz="1200" kern="1200" dirty="0">
              <a:solidFill>
                <a:srgbClr val="000000"/>
              </a:solidFill>
              <a:latin typeface="Arial" pitchFamily="34" charset="0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čás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722315" y="4406903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cs-CZ"/>
              <a:t>Klepnutím lze upravit styl předlohy nadpisů.</a:t>
            </a:r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722315" y="2906714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cs-CZ"/>
              <a:t>Klepnutím lze upravit styly předlohy textu.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ctr" rtl="0" eaLnBrk="0" fontAlgn="base" hangingPunct="0">
              <a:spcBef>
                <a:spcPct val="0"/>
              </a:spcBef>
              <a:spcAft>
                <a:spcPct val="0"/>
              </a:spcAft>
            </a:pPr>
            <a:endParaRPr lang="cs-CZ" sz="1200" kern="1200" dirty="0">
              <a:solidFill>
                <a:srgbClr val="000000"/>
              </a:solidFill>
              <a:latin typeface="Arial" pitchFamily="34" charset="0"/>
              <a:ea typeface="+mn-ea"/>
              <a:cs typeface="+mn-cs"/>
            </a:endParaRPr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r" rtl="0" eaLnBrk="0" fontAlgn="base" hangingPunct="0">
              <a:spcBef>
                <a:spcPct val="0"/>
              </a:spcBef>
              <a:spcAft>
                <a:spcPct val="0"/>
              </a:spcAft>
            </a:pPr>
            <a:fld id="{DD00DF35-2688-4F44-9F8C-2107F806ADC6}" type="slidenum">
              <a:rPr lang="cs-CZ" sz="1200" kern="1200" smtClean="0">
                <a:solidFill>
                  <a:srgbClr val="000000"/>
                </a:solidFill>
                <a:latin typeface="Arial Black" pitchFamily="34" charset="0"/>
                <a:ea typeface="+mn-ea"/>
                <a:cs typeface="+mn-cs"/>
              </a:rPr>
              <a:pPr algn="r" rtl="0"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cs-CZ" sz="1200" kern="1200" dirty="0">
              <a:solidFill>
                <a:srgbClr val="000000"/>
              </a:solidFill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r" rt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cs-CZ" sz="1200" kern="1200" dirty="0">
                <a:solidFill>
                  <a:srgbClr val="000000"/>
                </a:solidFill>
                <a:latin typeface="Arial" pitchFamily="34" charset="0"/>
                <a:ea typeface="+mn-ea"/>
                <a:cs typeface="+mn-cs"/>
              </a:rPr>
              <a:t> </a:t>
            </a:r>
            <a:fld id="{9145DC76-6872-4DF4-9E14-3C9F149DB051}" type="slidenum">
              <a:rPr lang="cs-CZ" sz="1200" kern="1200" smtClean="0">
                <a:solidFill>
                  <a:srgbClr val="000000"/>
                </a:solidFill>
                <a:latin typeface="Arial" pitchFamily="34" charset="0"/>
                <a:ea typeface="+mn-ea"/>
                <a:cs typeface="+mn-cs"/>
              </a:rPr>
              <a:pPr algn="r" rtl="0"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cs-CZ" sz="1200" kern="1200" dirty="0">
              <a:solidFill>
                <a:srgbClr val="000000"/>
              </a:solidFill>
              <a:latin typeface="Arial" pitchFamily="34" charset="0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Klepnutím lze upravit styl předlohy nadpisů.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sz="half" idx="1"/>
          </p:nvPr>
        </p:nvSpPr>
        <p:spPr>
          <a:xfrm>
            <a:off x="457201" y="1981200"/>
            <a:ext cx="40386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obsah 3"/>
          <p:cNvSpPr>
            <a:spLocks noGrp="1"/>
          </p:cNvSpPr>
          <p:nvPr>
            <p:ph sz="half" idx="2"/>
          </p:nvPr>
        </p:nvSpPr>
        <p:spPr>
          <a:xfrm>
            <a:off x="4648201" y="1981200"/>
            <a:ext cx="40386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ctr" rtl="0" eaLnBrk="0" fontAlgn="base" hangingPunct="0">
              <a:spcBef>
                <a:spcPct val="0"/>
              </a:spcBef>
              <a:spcAft>
                <a:spcPct val="0"/>
              </a:spcAft>
            </a:pPr>
            <a:endParaRPr lang="cs-CZ" sz="1200" kern="1200" dirty="0">
              <a:solidFill>
                <a:srgbClr val="000000"/>
              </a:solidFill>
              <a:latin typeface="Arial" pitchFamily="34" charset="0"/>
              <a:ea typeface="+mn-ea"/>
              <a:cs typeface="+mn-cs"/>
            </a:endParaRPr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r" rtl="0" eaLnBrk="0" fontAlgn="base" hangingPunct="0">
              <a:spcBef>
                <a:spcPct val="0"/>
              </a:spcBef>
              <a:spcAft>
                <a:spcPct val="0"/>
              </a:spcAft>
            </a:pPr>
            <a:fld id="{D6387A52-E705-490A-838D-8B1C5ED7F7CC}" type="slidenum">
              <a:rPr lang="cs-CZ" sz="1200" kern="1200" smtClean="0">
                <a:solidFill>
                  <a:srgbClr val="000000"/>
                </a:solidFill>
                <a:latin typeface="Arial Black" pitchFamily="34" charset="0"/>
                <a:ea typeface="+mn-ea"/>
                <a:cs typeface="+mn-cs"/>
              </a:rPr>
              <a:pPr algn="r" rtl="0"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cs-CZ" sz="1200" kern="1200" dirty="0">
              <a:solidFill>
                <a:srgbClr val="000000"/>
              </a:solidFill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r" rt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cs-CZ" sz="1200" kern="1200" dirty="0">
                <a:solidFill>
                  <a:srgbClr val="000000"/>
                </a:solidFill>
                <a:latin typeface="Arial" pitchFamily="34" charset="0"/>
                <a:ea typeface="+mn-ea"/>
                <a:cs typeface="+mn-cs"/>
              </a:rPr>
              <a:t> </a:t>
            </a:r>
            <a:fld id="{3CCA7D36-5D0B-46DA-8B86-93CC45348741}" type="slidenum">
              <a:rPr lang="cs-CZ" sz="1200" kern="1200" smtClean="0">
                <a:solidFill>
                  <a:srgbClr val="000000"/>
                </a:solidFill>
                <a:latin typeface="Arial" pitchFamily="34" charset="0"/>
                <a:ea typeface="+mn-ea"/>
                <a:cs typeface="+mn-cs"/>
              </a:rPr>
              <a:pPr algn="r" rtl="0"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cs-CZ" sz="1200" kern="1200" dirty="0">
              <a:solidFill>
                <a:srgbClr val="000000"/>
              </a:solidFill>
              <a:latin typeface="Arial" pitchFamily="34" charset="0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cs-CZ"/>
              <a:t>Klepnutím lze upravit styl předlohy nadpisů.</a:t>
            </a:r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457200" y="1535114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Klepnutím lze upravit styly předlohy textu.</a:t>
            </a:r>
          </a:p>
        </p:txBody>
      </p:sp>
      <p:sp>
        <p:nvSpPr>
          <p:cNvPr id="4" name="Zástupný symbol pro obsah 3"/>
          <p:cNvSpPr>
            <a:spLocks noGrp="1"/>
          </p:cNvSpPr>
          <p:nvPr>
            <p:ph sz="half" idx="2"/>
          </p:nvPr>
        </p:nvSpPr>
        <p:spPr>
          <a:xfrm>
            <a:off x="457200" y="2174876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text 4"/>
          <p:cNvSpPr>
            <a:spLocks noGrp="1"/>
          </p:cNvSpPr>
          <p:nvPr>
            <p:ph type="body" sz="quarter" idx="3"/>
          </p:nvPr>
        </p:nvSpPr>
        <p:spPr>
          <a:xfrm>
            <a:off x="4645026" y="1535114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Klepnutím lze upravit styly předlohy textu.</a:t>
            </a:r>
          </a:p>
        </p:txBody>
      </p:sp>
      <p:sp>
        <p:nvSpPr>
          <p:cNvPr id="6" name="Zástupný symbol pro obsah 5"/>
          <p:cNvSpPr>
            <a:spLocks noGrp="1"/>
          </p:cNvSpPr>
          <p:nvPr>
            <p:ph sz="quarter" idx="4"/>
          </p:nvPr>
        </p:nvSpPr>
        <p:spPr>
          <a:xfrm>
            <a:off x="4645026" y="2174876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7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ctr" rtl="0" eaLnBrk="0" fontAlgn="base" hangingPunct="0">
              <a:spcBef>
                <a:spcPct val="0"/>
              </a:spcBef>
              <a:spcAft>
                <a:spcPct val="0"/>
              </a:spcAft>
            </a:pPr>
            <a:endParaRPr lang="cs-CZ" sz="1200" kern="1200" dirty="0">
              <a:solidFill>
                <a:srgbClr val="000000"/>
              </a:solidFill>
              <a:latin typeface="Arial" pitchFamily="34" charset="0"/>
              <a:ea typeface="+mn-ea"/>
              <a:cs typeface="+mn-cs"/>
            </a:endParaRPr>
          </a:p>
        </p:txBody>
      </p:sp>
      <p:sp>
        <p:nvSpPr>
          <p:cNvPr id="8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r" rtl="0" eaLnBrk="0" fontAlgn="base" hangingPunct="0">
              <a:spcBef>
                <a:spcPct val="0"/>
              </a:spcBef>
              <a:spcAft>
                <a:spcPct val="0"/>
              </a:spcAft>
            </a:pPr>
            <a:fld id="{527CE658-0EE9-48FF-B2F3-346B209313CA}" type="slidenum">
              <a:rPr lang="cs-CZ" sz="1200" kern="1200" smtClean="0">
                <a:solidFill>
                  <a:srgbClr val="000000"/>
                </a:solidFill>
                <a:latin typeface="Arial Black" pitchFamily="34" charset="0"/>
                <a:ea typeface="+mn-ea"/>
                <a:cs typeface="+mn-cs"/>
              </a:rPr>
              <a:pPr algn="r" rtl="0"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cs-CZ" sz="1200" kern="1200" dirty="0">
              <a:solidFill>
                <a:srgbClr val="000000"/>
              </a:solidFill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9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r" rt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cs-CZ" sz="1200" kern="1200" dirty="0">
                <a:solidFill>
                  <a:srgbClr val="000000"/>
                </a:solidFill>
                <a:latin typeface="Arial" pitchFamily="34" charset="0"/>
                <a:ea typeface="+mn-ea"/>
                <a:cs typeface="+mn-cs"/>
              </a:rPr>
              <a:t> </a:t>
            </a:r>
            <a:fld id="{6FC0A10C-74C9-4EDA-8B18-281A1C85680F}" type="slidenum">
              <a:rPr lang="cs-CZ" sz="1200" kern="1200" smtClean="0">
                <a:solidFill>
                  <a:srgbClr val="000000"/>
                </a:solidFill>
                <a:latin typeface="Arial" pitchFamily="34" charset="0"/>
                <a:ea typeface="+mn-ea"/>
                <a:cs typeface="+mn-cs"/>
              </a:rPr>
              <a:pPr algn="r" rtl="0"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cs-CZ" sz="1200" kern="1200" dirty="0">
              <a:solidFill>
                <a:srgbClr val="000000"/>
              </a:solidFill>
              <a:latin typeface="Arial" pitchFamily="34" charset="0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Pouze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Klepnutím lze upravit styl předlohy nadpisů.</a:t>
            </a:r>
          </a:p>
        </p:txBody>
      </p:sp>
      <p:sp>
        <p:nvSpPr>
          <p:cNvPr id="3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ctr" rtl="0" eaLnBrk="0" fontAlgn="base" hangingPunct="0">
              <a:spcBef>
                <a:spcPct val="0"/>
              </a:spcBef>
              <a:spcAft>
                <a:spcPct val="0"/>
              </a:spcAft>
            </a:pPr>
            <a:endParaRPr lang="cs-CZ" sz="1200" kern="1200" dirty="0">
              <a:solidFill>
                <a:srgbClr val="000000"/>
              </a:solidFill>
              <a:latin typeface="Arial" pitchFamily="34" charset="0"/>
              <a:ea typeface="+mn-ea"/>
              <a:cs typeface="+mn-cs"/>
            </a:endParaRPr>
          </a:p>
        </p:txBody>
      </p:sp>
      <p:sp>
        <p:nvSpPr>
          <p:cNvPr id="4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r" rtl="0" eaLnBrk="0" fontAlgn="base" hangingPunct="0">
              <a:spcBef>
                <a:spcPct val="0"/>
              </a:spcBef>
              <a:spcAft>
                <a:spcPct val="0"/>
              </a:spcAft>
            </a:pPr>
            <a:fld id="{59F259AA-69C5-45ED-B1EF-90BAC465720E}" type="slidenum">
              <a:rPr lang="cs-CZ" sz="1200" kern="1200" smtClean="0">
                <a:solidFill>
                  <a:srgbClr val="000000"/>
                </a:solidFill>
                <a:latin typeface="Arial Black" pitchFamily="34" charset="0"/>
                <a:ea typeface="+mn-ea"/>
                <a:cs typeface="+mn-cs"/>
              </a:rPr>
              <a:pPr algn="r" rtl="0"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cs-CZ" sz="1200" kern="1200" dirty="0">
              <a:solidFill>
                <a:srgbClr val="000000"/>
              </a:solidFill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5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r" rt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cs-CZ" sz="1200" kern="1200" dirty="0">
                <a:solidFill>
                  <a:srgbClr val="000000"/>
                </a:solidFill>
                <a:latin typeface="Arial" pitchFamily="34" charset="0"/>
                <a:ea typeface="+mn-ea"/>
                <a:cs typeface="+mn-cs"/>
              </a:rPr>
              <a:t> </a:t>
            </a:r>
            <a:fld id="{4A972A3D-E40E-44AE-8599-5054B70DFC1D}" type="slidenum">
              <a:rPr lang="cs-CZ" sz="1200" kern="1200" smtClean="0">
                <a:solidFill>
                  <a:srgbClr val="000000"/>
                </a:solidFill>
                <a:latin typeface="Arial" pitchFamily="34" charset="0"/>
                <a:ea typeface="+mn-ea"/>
                <a:cs typeface="+mn-cs"/>
              </a:rPr>
              <a:pPr algn="r" rtl="0"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cs-CZ" sz="1200" kern="1200" dirty="0">
              <a:solidFill>
                <a:srgbClr val="000000"/>
              </a:solidFill>
              <a:latin typeface="Arial" pitchFamily="34" charset="0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ctr" rtl="0" eaLnBrk="0" fontAlgn="base" hangingPunct="0">
              <a:spcBef>
                <a:spcPct val="0"/>
              </a:spcBef>
              <a:spcAft>
                <a:spcPct val="0"/>
              </a:spcAft>
            </a:pPr>
            <a:endParaRPr lang="cs-CZ" sz="1200" kern="1200" dirty="0">
              <a:solidFill>
                <a:srgbClr val="000000"/>
              </a:solidFill>
              <a:latin typeface="Arial" pitchFamily="34" charset="0"/>
              <a:ea typeface="+mn-ea"/>
              <a:cs typeface="+mn-cs"/>
            </a:endParaRPr>
          </a:p>
        </p:txBody>
      </p:sp>
      <p:sp>
        <p:nvSpPr>
          <p:cNvPr id="3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r" rtl="0" eaLnBrk="0" fontAlgn="base" hangingPunct="0">
              <a:spcBef>
                <a:spcPct val="0"/>
              </a:spcBef>
              <a:spcAft>
                <a:spcPct val="0"/>
              </a:spcAft>
            </a:pPr>
            <a:fld id="{D1D2316D-E476-4C1C-97C5-38113797E089}" type="slidenum">
              <a:rPr lang="cs-CZ" sz="1200" kern="1200" smtClean="0">
                <a:solidFill>
                  <a:srgbClr val="000000"/>
                </a:solidFill>
                <a:latin typeface="Arial Black" pitchFamily="34" charset="0"/>
                <a:ea typeface="+mn-ea"/>
                <a:cs typeface="+mn-cs"/>
              </a:rPr>
              <a:pPr algn="r" rtl="0"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cs-CZ" sz="1200" kern="1200" dirty="0">
              <a:solidFill>
                <a:srgbClr val="000000"/>
              </a:solidFill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4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r" rt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cs-CZ" sz="1200" kern="1200" dirty="0">
                <a:solidFill>
                  <a:srgbClr val="000000"/>
                </a:solidFill>
                <a:latin typeface="Arial" pitchFamily="34" charset="0"/>
                <a:ea typeface="+mn-ea"/>
                <a:cs typeface="+mn-cs"/>
              </a:rPr>
              <a:t> </a:t>
            </a:r>
            <a:fld id="{BB126D77-9135-4E47-A5DC-34E5006577A9}" type="slidenum">
              <a:rPr lang="cs-CZ" sz="1200" kern="1200" smtClean="0">
                <a:solidFill>
                  <a:srgbClr val="000000"/>
                </a:solidFill>
                <a:latin typeface="Arial" pitchFamily="34" charset="0"/>
                <a:ea typeface="+mn-ea"/>
                <a:cs typeface="+mn-cs"/>
              </a:rPr>
              <a:pPr algn="r" rtl="0"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cs-CZ" sz="1200" kern="1200" dirty="0">
              <a:solidFill>
                <a:srgbClr val="000000"/>
              </a:solidFill>
              <a:latin typeface="Arial" pitchFamily="34" charset="0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457203" y="273051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cs-CZ"/>
              <a:t>Klepnutím lze upravit styl předlohy nadpisů.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3575050" y="273053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text 3"/>
          <p:cNvSpPr>
            <a:spLocks noGrp="1"/>
          </p:cNvSpPr>
          <p:nvPr>
            <p:ph type="body" sz="half" idx="2"/>
          </p:nvPr>
        </p:nvSpPr>
        <p:spPr>
          <a:xfrm>
            <a:off x="457203" y="1435102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/>
              <a:t>Klepnutím lze upravit styly předlohy textu.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ctr" rtl="0" eaLnBrk="0" fontAlgn="base" hangingPunct="0">
              <a:spcBef>
                <a:spcPct val="0"/>
              </a:spcBef>
              <a:spcAft>
                <a:spcPct val="0"/>
              </a:spcAft>
            </a:pPr>
            <a:endParaRPr lang="cs-CZ" sz="1200" kern="1200" dirty="0">
              <a:solidFill>
                <a:srgbClr val="000000"/>
              </a:solidFill>
              <a:latin typeface="Arial" pitchFamily="34" charset="0"/>
              <a:ea typeface="+mn-ea"/>
              <a:cs typeface="+mn-cs"/>
            </a:endParaRPr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r" rtl="0" eaLnBrk="0" fontAlgn="base" hangingPunct="0">
              <a:spcBef>
                <a:spcPct val="0"/>
              </a:spcBef>
              <a:spcAft>
                <a:spcPct val="0"/>
              </a:spcAft>
            </a:pPr>
            <a:fld id="{57E249D1-C02F-4E77-A829-446A2E49D60E}" type="slidenum">
              <a:rPr lang="cs-CZ" sz="1200" kern="1200" smtClean="0">
                <a:solidFill>
                  <a:srgbClr val="000000"/>
                </a:solidFill>
                <a:latin typeface="Arial Black" pitchFamily="34" charset="0"/>
                <a:ea typeface="+mn-ea"/>
                <a:cs typeface="+mn-cs"/>
              </a:rPr>
              <a:pPr algn="r" rtl="0"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cs-CZ" sz="1200" kern="1200" dirty="0">
              <a:solidFill>
                <a:srgbClr val="000000"/>
              </a:solidFill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r" rt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cs-CZ" sz="1200" kern="1200" dirty="0">
                <a:solidFill>
                  <a:srgbClr val="000000"/>
                </a:solidFill>
                <a:latin typeface="Arial" pitchFamily="34" charset="0"/>
                <a:ea typeface="+mn-ea"/>
                <a:cs typeface="+mn-cs"/>
              </a:rPr>
              <a:t> </a:t>
            </a:r>
            <a:fld id="{BC81E695-55B3-4878-8A1B-BFF729C1E317}" type="slidenum">
              <a:rPr lang="cs-CZ" sz="1200" kern="1200" smtClean="0">
                <a:solidFill>
                  <a:srgbClr val="000000"/>
                </a:solidFill>
                <a:latin typeface="Arial" pitchFamily="34" charset="0"/>
                <a:ea typeface="+mn-ea"/>
                <a:cs typeface="+mn-cs"/>
              </a:rPr>
              <a:pPr algn="r" rtl="0"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cs-CZ" sz="1200" kern="1200" dirty="0">
              <a:solidFill>
                <a:srgbClr val="000000"/>
              </a:solidFill>
              <a:latin typeface="Arial" pitchFamily="34" charset="0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cs-CZ"/>
              <a:t>Klepnutím lze upravit styl předlohy nadpisů.</a:t>
            </a:r>
          </a:p>
        </p:txBody>
      </p:sp>
      <p:sp>
        <p:nvSpPr>
          <p:cNvPr id="3" name="Zástupný symbol pro obrázek 2"/>
          <p:cNvSpPr>
            <a:spLocks noGrp="1"/>
          </p:cNvSpPr>
          <p:nvPr>
            <p:ph type="pic" idx="1"/>
          </p:nvPr>
        </p:nvSpPr>
        <p:spPr>
          <a:xfrm>
            <a:off x="1792288" y="612776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cs-CZ" noProof="0" dirty="0"/>
              <a:t>Klepnutím na ikonu přidáte obrázek.</a:t>
            </a:r>
          </a:p>
        </p:txBody>
      </p:sp>
      <p:sp>
        <p:nvSpPr>
          <p:cNvPr id="4" name="Zástupný symbol pro text 3"/>
          <p:cNvSpPr>
            <a:spLocks noGrp="1"/>
          </p:cNvSpPr>
          <p:nvPr>
            <p:ph type="body" sz="half" idx="2"/>
          </p:nvPr>
        </p:nvSpPr>
        <p:spPr>
          <a:xfrm>
            <a:off x="1792288" y="5367339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/>
              <a:t>Klepnutím lze upravit styly předlohy textu.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ctr" rtl="0" eaLnBrk="0" fontAlgn="base" hangingPunct="0">
              <a:spcBef>
                <a:spcPct val="0"/>
              </a:spcBef>
              <a:spcAft>
                <a:spcPct val="0"/>
              </a:spcAft>
            </a:pPr>
            <a:endParaRPr lang="cs-CZ" sz="1200" kern="1200" dirty="0">
              <a:solidFill>
                <a:srgbClr val="000000"/>
              </a:solidFill>
              <a:latin typeface="Arial" pitchFamily="34" charset="0"/>
              <a:ea typeface="+mn-ea"/>
              <a:cs typeface="+mn-cs"/>
            </a:endParaRPr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r" rtl="0" eaLnBrk="0" fontAlgn="base" hangingPunct="0">
              <a:spcBef>
                <a:spcPct val="0"/>
              </a:spcBef>
              <a:spcAft>
                <a:spcPct val="0"/>
              </a:spcAft>
            </a:pPr>
            <a:fld id="{4D96806B-82A5-4237-952D-C352BA9CEF60}" type="slidenum">
              <a:rPr lang="cs-CZ" sz="1200" kern="1200" smtClean="0">
                <a:solidFill>
                  <a:srgbClr val="000000"/>
                </a:solidFill>
                <a:latin typeface="Arial Black" pitchFamily="34" charset="0"/>
                <a:ea typeface="+mn-ea"/>
                <a:cs typeface="+mn-cs"/>
              </a:rPr>
              <a:pPr algn="r" rtl="0"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cs-CZ" sz="1200" kern="1200" dirty="0">
              <a:solidFill>
                <a:srgbClr val="000000"/>
              </a:solidFill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r" rt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cs-CZ" sz="1200" kern="1200" dirty="0">
                <a:solidFill>
                  <a:srgbClr val="000000"/>
                </a:solidFill>
                <a:latin typeface="Arial" pitchFamily="34" charset="0"/>
                <a:ea typeface="+mn-ea"/>
                <a:cs typeface="+mn-cs"/>
              </a:rPr>
              <a:t> </a:t>
            </a:r>
            <a:fld id="{5C5BDBD8-354C-4C33-8509-9899503E8362}" type="slidenum">
              <a:rPr lang="cs-CZ" sz="1200" kern="1200" smtClean="0">
                <a:solidFill>
                  <a:srgbClr val="000000"/>
                </a:solidFill>
                <a:latin typeface="Arial" pitchFamily="34" charset="0"/>
                <a:ea typeface="+mn-ea"/>
                <a:cs typeface="+mn-cs"/>
              </a:rPr>
              <a:pPr algn="r" rtl="0"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cs-CZ" sz="1200" kern="1200" dirty="0">
              <a:solidFill>
                <a:srgbClr val="000000"/>
              </a:solidFill>
              <a:latin typeface="Arial" pitchFamily="34" charset="0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Klepnutím lze upravit styl předlohy nadpisů.</a:t>
            </a:r>
          </a:p>
        </p:txBody>
      </p:sp>
      <p:sp>
        <p:nvSpPr>
          <p:cNvPr id="3" name="Zástupný symbol pro svislý text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ctr" rtl="0" eaLnBrk="0" fontAlgn="base" hangingPunct="0">
              <a:spcBef>
                <a:spcPct val="0"/>
              </a:spcBef>
              <a:spcAft>
                <a:spcPct val="0"/>
              </a:spcAft>
            </a:pPr>
            <a:endParaRPr lang="cs-CZ" sz="1200" kern="1200" dirty="0">
              <a:solidFill>
                <a:srgbClr val="000000"/>
              </a:solidFill>
              <a:latin typeface="Arial" pitchFamily="34" charset="0"/>
              <a:ea typeface="+mn-ea"/>
              <a:cs typeface="+mn-cs"/>
            </a:endParaRPr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r" rtl="0" eaLnBrk="0" fontAlgn="base" hangingPunct="0">
              <a:spcBef>
                <a:spcPct val="0"/>
              </a:spcBef>
              <a:spcAft>
                <a:spcPct val="0"/>
              </a:spcAft>
            </a:pPr>
            <a:fld id="{2669EF09-CD29-477D-ABCE-FD6C28D05070}" type="slidenum">
              <a:rPr lang="cs-CZ" sz="1200" kern="1200" smtClean="0">
                <a:solidFill>
                  <a:srgbClr val="000000"/>
                </a:solidFill>
                <a:latin typeface="Arial Black" pitchFamily="34" charset="0"/>
                <a:ea typeface="+mn-ea"/>
                <a:cs typeface="+mn-cs"/>
              </a:rPr>
              <a:pPr algn="r" rtl="0"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cs-CZ" sz="1200" kern="1200" dirty="0">
              <a:solidFill>
                <a:srgbClr val="000000"/>
              </a:solidFill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r" rt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cs-CZ" sz="1200" kern="1200" dirty="0">
                <a:solidFill>
                  <a:srgbClr val="000000"/>
                </a:solidFill>
                <a:latin typeface="Arial" pitchFamily="34" charset="0"/>
                <a:ea typeface="+mn-ea"/>
                <a:cs typeface="+mn-cs"/>
              </a:rPr>
              <a:t> </a:t>
            </a:r>
            <a:fld id="{A7743F0B-D3BD-4B64-87E9-5E7926EE0CE3}" type="slidenum">
              <a:rPr lang="cs-CZ" sz="1200" kern="1200" smtClean="0">
                <a:solidFill>
                  <a:srgbClr val="000000"/>
                </a:solidFill>
                <a:latin typeface="Arial" pitchFamily="34" charset="0"/>
                <a:ea typeface="+mn-ea"/>
                <a:cs typeface="+mn-cs"/>
              </a:rPr>
              <a:pPr algn="r" rtl="0"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cs-CZ" sz="1200" kern="1200" dirty="0">
              <a:solidFill>
                <a:srgbClr val="000000"/>
              </a:solidFill>
              <a:latin typeface="Arial" pitchFamily="34" charset="0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vislý nadpis 1"/>
          <p:cNvSpPr>
            <a:spLocks noGrp="1"/>
          </p:cNvSpPr>
          <p:nvPr>
            <p:ph type="title" orient="vert"/>
          </p:nvPr>
        </p:nvSpPr>
        <p:spPr>
          <a:xfrm>
            <a:off x="6629400" y="457200"/>
            <a:ext cx="2057400" cy="5410200"/>
          </a:xfrm>
        </p:spPr>
        <p:txBody>
          <a:bodyPr vert="eaVert"/>
          <a:lstStyle/>
          <a:p>
            <a:r>
              <a:rPr lang="cs-CZ"/>
              <a:t>Klepnutím lze upravit styl předlohy nadpisů.</a:t>
            </a:r>
          </a:p>
        </p:txBody>
      </p:sp>
      <p:sp>
        <p:nvSpPr>
          <p:cNvPr id="3" name="Zástupný symbol pro svislý text 2"/>
          <p:cNvSpPr>
            <a:spLocks noGrp="1"/>
          </p:cNvSpPr>
          <p:nvPr>
            <p:ph type="body" orient="vert" idx="1"/>
          </p:nvPr>
        </p:nvSpPr>
        <p:spPr>
          <a:xfrm>
            <a:off x="457202" y="457200"/>
            <a:ext cx="6019800" cy="5410200"/>
          </a:xfrm>
        </p:spPr>
        <p:txBody>
          <a:bodyPr vert="eaVert"/>
          <a:lstStyle/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ctr" rtl="0" eaLnBrk="0" fontAlgn="base" hangingPunct="0">
              <a:spcBef>
                <a:spcPct val="0"/>
              </a:spcBef>
              <a:spcAft>
                <a:spcPct val="0"/>
              </a:spcAft>
            </a:pPr>
            <a:endParaRPr lang="cs-CZ" sz="1200" kern="1200" dirty="0">
              <a:solidFill>
                <a:srgbClr val="000000"/>
              </a:solidFill>
              <a:latin typeface="Arial" pitchFamily="34" charset="0"/>
              <a:ea typeface="+mn-ea"/>
              <a:cs typeface="+mn-cs"/>
            </a:endParaRPr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r" rtl="0" eaLnBrk="0" fontAlgn="base" hangingPunct="0">
              <a:spcBef>
                <a:spcPct val="0"/>
              </a:spcBef>
              <a:spcAft>
                <a:spcPct val="0"/>
              </a:spcAft>
            </a:pPr>
            <a:fld id="{B60F7D18-8356-410F-86CC-C0A59AA6E5C2}" type="slidenum">
              <a:rPr lang="cs-CZ" sz="1200" kern="1200" smtClean="0">
                <a:solidFill>
                  <a:srgbClr val="000000"/>
                </a:solidFill>
                <a:latin typeface="Arial Black" pitchFamily="34" charset="0"/>
                <a:ea typeface="+mn-ea"/>
                <a:cs typeface="+mn-cs"/>
              </a:rPr>
              <a:pPr algn="r" rtl="0"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cs-CZ" sz="1200" kern="1200" dirty="0">
              <a:solidFill>
                <a:srgbClr val="000000"/>
              </a:solidFill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r" rt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cs-CZ" sz="1200" kern="1200" dirty="0">
                <a:solidFill>
                  <a:srgbClr val="000000"/>
                </a:solidFill>
                <a:latin typeface="Arial" pitchFamily="34" charset="0"/>
                <a:ea typeface="+mn-ea"/>
                <a:cs typeface="+mn-cs"/>
              </a:rPr>
              <a:t> </a:t>
            </a:r>
            <a:fld id="{FFF29617-F229-4AA3-AF63-629A34F9D0C9}" type="slidenum">
              <a:rPr lang="cs-CZ" sz="1200" kern="1200" smtClean="0">
                <a:solidFill>
                  <a:srgbClr val="000000"/>
                </a:solidFill>
                <a:latin typeface="Arial" pitchFamily="34" charset="0"/>
                <a:ea typeface="+mn-ea"/>
                <a:cs typeface="+mn-cs"/>
              </a:rPr>
              <a:pPr algn="r" rtl="0"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cs-CZ" sz="1200" kern="1200" dirty="0">
              <a:solidFill>
                <a:srgbClr val="000000"/>
              </a:solidFill>
              <a:latin typeface="Arial" pitchFamily="34" charset="0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Nadpis, 2 malé a 1 velký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457200" y="457201"/>
            <a:ext cx="8229600" cy="1371600"/>
          </a:xfrm>
        </p:spPr>
        <p:txBody>
          <a:bodyPr/>
          <a:lstStyle/>
          <a:p>
            <a:r>
              <a:rPr lang="cs-CZ"/>
              <a:t>Klepnutím lze upravit styl předlohy nadpisů.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sz="quarter" idx="1"/>
          </p:nvPr>
        </p:nvSpPr>
        <p:spPr>
          <a:xfrm>
            <a:off x="457201" y="1981200"/>
            <a:ext cx="4038600" cy="1866900"/>
          </a:xfrm>
        </p:spPr>
        <p:txBody>
          <a:bodyPr/>
          <a:lstStyle/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obsah 3"/>
          <p:cNvSpPr>
            <a:spLocks noGrp="1"/>
          </p:cNvSpPr>
          <p:nvPr>
            <p:ph sz="quarter" idx="2"/>
          </p:nvPr>
        </p:nvSpPr>
        <p:spPr>
          <a:xfrm>
            <a:off x="457201" y="4000500"/>
            <a:ext cx="4038600" cy="1866900"/>
          </a:xfrm>
        </p:spPr>
        <p:txBody>
          <a:bodyPr/>
          <a:lstStyle/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obsah 4"/>
          <p:cNvSpPr>
            <a:spLocks noGrp="1"/>
          </p:cNvSpPr>
          <p:nvPr>
            <p:ph sz="half" idx="3"/>
          </p:nvPr>
        </p:nvSpPr>
        <p:spPr>
          <a:xfrm>
            <a:off x="4648201" y="1981200"/>
            <a:ext cx="4038600" cy="3886200"/>
          </a:xfrm>
        </p:spPr>
        <p:txBody>
          <a:bodyPr/>
          <a:lstStyle/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6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ctr" rtl="0" eaLnBrk="0" fontAlgn="base" hangingPunct="0">
              <a:spcBef>
                <a:spcPct val="0"/>
              </a:spcBef>
              <a:spcAft>
                <a:spcPct val="0"/>
              </a:spcAft>
            </a:pPr>
            <a:endParaRPr lang="cs-CZ" sz="1200" kern="1200" dirty="0">
              <a:solidFill>
                <a:srgbClr val="000000"/>
              </a:solidFill>
              <a:latin typeface="Arial" pitchFamily="34" charset="0"/>
              <a:ea typeface="+mn-ea"/>
              <a:cs typeface="+mn-cs"/>
            </a:endParaRPr>
          </a:p>
        </p:txBody>
      </p:sp>
      <p:sp>
        <p:nvSpPr>
          <p:cNvPr id="7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r" rtl="0" eaLnBrk="0" fontAlgn="base" hangingPunct="0">
              <a:spcBef>
                <a:spcPct val="0"/>
              </a:spcBef>
              <a:spcAft>
                <a:spcPct val="0"/>
              </a:spcAft>
            </a:pPr>
            <a:fld id="{A24E9C55-C54B-46F2-802C-C950BBC5F97F}" type="slidenum">
              <a:rPr lang="cs-CZ" sz="1200" kern="1200" smtClean="0">
                <a:solidFill>
                  <a:srgbClr val="000000"/>
                </a:solidFill>
                <a:latin typeface="Arial Black" pitchFamily="34" charset="0"/>
                <a:ea typeface="+mn-ea"/>
                <a:cs typeface="+mn-cs"/>
              </a:rPr>
              <a:pPr algn="r" rtl="0"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cs-CZ" sz="1200" kern="1200" dirty="0">
              <a:solidFill>
                <a:srgbClr val="000000"/>
              </a:solidFill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8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r" rt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cs-CZ" sz="1200" kern="1200" dirty="0">
                <a:solidFill>
                  <a:srgbClr val="000000"/>
                </a:solidFill>
                <a:latin typeface="Arial" pitchFamily="34" charset="0"/>
                <a:ea typeface="+mn-ea"/>
                <a:cs typeface="+mn-cs"/>
              </a:rPr>
              <a:t> </a:t>
            </a:r>
            <a:fld id="{EC377670-D1B4-4464-8ADD-7E5B3403F0F4}" type="slidenum">
              <a:rPr lang="cs-CZ" sz="1200" kern="1200" smtClean="0">
                <a:solidFill>
                  <a:srgbClr val="000000"/>
                </a:solidFill>
                <a:latin typeface="Arial" pitchFamily="34" charset="0"/>
                <a:ea typeface="+mn-ea"/>
                <a:cs typeface="+mn-cs"/>
              </a:rPr>
              <a:pPr algn="r" rtl="0"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cs-CZ" sz="1200" kern="1200" dirty="0">
              <a:solidFill>
                <a:srgbClr val="000000"/>
              </a:solidFill>
              <a:latin typeface="Arial" pitchFamily="34" charset="0"/>
              <a:ea typeface="+mn-ea"/>
              <a:cs typeface="+mn-cs"/>
            </a:endParaRPr>
          </a:p>
        </p:txBody>
      </p:sp>
    </p:spTree>
  </p:cSld>
  <p:clrMapOvr>
    <a:masterClrMapping/>
  </p:clrMapOvr>
  <p:hf hdr="0" ftr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Nadpis a 4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 sz="quarter"/>
          </p:nvPr>
        </p:nvSpPr>
        <p:spPr>
          <a:xfrm>
            <a:off x="457200" y="457201"/>
            <a:ext cx="8229600" cy="1371600"/>
          </a:xfrm>
        </p:spPr>
        <p:txBody>
          <a:bodyPr/>
          <a:lstStyle/>
          <a:p>
            <a:r>
              <a:rPr lang="cs-CZ"/>
              <a:t>Klepnutím lze upravit styl předlohy nadpisů.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sz="quarter" idx="1"/>
          </p:nvPr>
        </p:nvSpPr>
        <p:spPr>
          <a:xfrm>
            <a:off x="457201" y="1981200"/>
            <a:ext cx="4038600" cy="1866900"/>
          </a:xfrm>
        </p:spPr>
        <p:txBody>
          <a:bodyPr/>
          <a:lstStyle/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obsah 3"/>
          <p:cNvSpPr>
            <a:spLocks noGrp="1"/>
          </p:cNvSpPr>
          <p:nvPr>
            <p:ph sz="quarter" idx="2"/>
          </p:nvPr>
        </p:nvSpPr>
        <p:spPr>
          <a:xfrm>
            <a:off x="4648201" y="1981200"/>
            <a:ext cx="4038600" cy="1866900"/>
          </a:xfrm>
        </p:spPr>
        <p:txBody>
          <a:bodyPr/>
          <a:lstStyle/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obsah 4"/>
          <p:cNvSpPr>
            <a:spLocks noGrp="1"/>
          </p:cNvSpPr>
          <p:nvPr>
            <p:ph sz="quarter" idx="3"/>
          </p:nvPr>
        </p:nvSpPr>
        <p:spPr>
          <a:xfrm>
            <a:off x="457201" y="4000500"/>
            <a:ext cx="4038600" cy="1866900"/>
          </a:xfrm>
        </p:spPr>
        <p:txBody>
          <a:bodyPr/>
          <a:lstStyle/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6" name="Zástupný symbol pro obsah 5"/>
          <p:cNvSpPr>
            <a:spLocks noGrp="1"/>
          </p:cNvSpPr>
          <p:nvPr>
            <p:ph sz="quarter" idx="4"/>
          </p:nvPr>
        </p:nvSpPr>
        <p:spPr>
          <a:xfrm>
            <a:off x="4648201" y="4000500"/>
            <a:ext cx="4038600" cy="1866900"/>
          </a:xfrm>
        </p:spPr>
        <p:txBody>
          <a:bodyPr/>
          <a:lstStyle/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7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ctr" rtl="0" eaLnBrk="0" fontAlgn="base" hangingPunct="0">
              <a:spcBef>
                <a:spcPct val="0"/>
              </a:spcBef>
              <a:spcAft>
                <a:spcPct val="0"/>
              </a:spcAft>
            </a:pPr>
            <a:endParaRPr lang="cs-CZ" sz="1200" kern="1200" dirty="0">
              <a:solidFill>
                <a:srgbClr val="000000"/>
              </a:solidFill>
              <a:latin typeface="Arial" pitchFamily="34" charset="0"/>
              <a:ea typeface="+mn-ea"/>
              <a:cs typeface="+mn-cs"/>
            </a:endParaRPr>
          </a:p>
        </p:txBody>
      </p:sp>
      <p:sp>
        <p:nvSpPr>
          <p:cNvPr id="8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r" rtl="0" eaLnBrk="0" fontAlgn="base" hangingPunct="0">
              <a:spcBef>
                <a:spcPct val="0"/>
              </a:spcBef>
              <a:spcAft>
                <a:spcPct val="0"/>
              </a:spcAft>
            </a:pPr>
            <a:fld id="{D4ACD1D1-1FD1-4BD2-B5AA-BAAE11F8E4F6}" type="slidenum">
              <a:rPr lang="cs-CZ" sz="1200" kern="1200" smtClean="0">
                <a:solidFill>
                  <a:srgbClr val="000000"/>
                </a:solidFill>
                <a:latin typeface="Arial Black" pitchFamily="34" charset="0"/>
                <a:ea typeface="+mn-ea"/>
                <a:cs typeface="+mn-cs"/>
              </a:rPr>
              <a:pPr algn="r" rtl="0"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cs-CZ" sz="1200" kern="1200" dirty="0">
              <a:solidFill>
                <a:srgbClr val="000000"/>
              </a:solidFill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9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r" rt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cs-CZ" sz="1200" kern="1200" dirty="0">
                <a:solidFill>
                  <a:srgbClr val="000000"/>
                </a:solidFill>
                <a:latin typeface="Arial" pitchFamily="34" charset="0"/>
                <a:ea typeface="+mn-ea"/>
                <a:cs typeface="+mn-cs"/>
              </a:rPr>
              <a:t> </a:t>
            </a:r>
            <a:fld id="{AD5EE032-125E-4EF1-897C-C6C132F4C071}" type="slidenum">
              <a:rPr lang="cs-CZ" sz="1200" kern="1200" smtClean="0">
                <a:solidFill>
                  <a:srgbClr val="000000"/>
                </a:solidFill>
                <a:latin typeface="Arial" pitchFamily="34" charset="0"/>
                <a:ea typeface="+mn-ea"/>
                <a:cs typeface="+mn-cs"/>
              </a:rPr>
              <a:pPr algn="r" rtl="0"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cs-CZ" sz="1200" kern="1200" dirty="0">
              <a:solidFill>
                <a:srgbClr val="000000"/>
              </a:solidFill>
              <a:latin typeface="Arial" pitchFamily="34" charset="0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Nadpis, 1 velký a 2 malé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457200" y="457201"/>
            <a:ext cx="8229600" cy="1371600"/>
          </a:xfrm>
        </p:spPr>
        <p:txBody>
          <a:bodyPr/>
          <a:lstStyle/>
          <a:p>
            <a:r>
              <a:rPr lang="cs-CZ"/>
              <a:t>Klepnutím lze upravit styl předlohy nadpisů.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sz="half" idx="1"/>
          </p:nvPr>
        </p:nvSpPr>
        <p:spPr>
          <a:xfrm>
            <a:off x="457201" y="1981200"/>
            <a:ext cx="4038600" cy="3886200"/>
          </a:xfrm>
        </p:spPr>
        <p:txBody>
          <a:bodyPr/>
          <a:lstStyle/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obsah 3"/>
          <p:cNvSpPr>
            <a:spLocks noGrp="1"/>
          </p:cNvSpPr>
          <p:nvPr>
            <p:ph sz="quarter" idx="2"/>
          </p:nvPr>
        </p:nvSpPr>
        <p:spPr>
          <a:xfrm>
            <a:off x="4648201" y="1981200"/>
            <a:ext cx="4038600" cy="1866900"/>
          </a:xfrm>
        </p:spPr>
        <p:txBody>
          <a:bodyPr/>
          <a:lstStyle/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obsah 4"/>
          <p:cNvSpPr>
            <a:spLocks noGrp="1"/>
          </p:cNvSpPr>
          <p:nvPr>
            <p:ph sz="quarter" idx="3"/>
          </p:nvPr>
        </p:nvSpPr>
        <p:spPr>
          <a:xfrm>
            <a:off x="4648201" y="4000500"/>
            <a:ext cx="4038600" cy="1866900"/>
          </a:xfrm>
        </p:spPr>
        <p:txBody>
          <a:bodyPr/>
          <a:lstStyle/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6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ctr" rtl="0" eaLnBrk="0" fontAlgn="base" hangingPunct="0">
              <a:spcBef>
                <a:spcPct val="0"/>
              </a:spcBef>
              <a:spcAft>
                <a:spcPct val="0"/>
              </a:spcAft>
            </a:pPr>
            <a:endParaRPr lang="cs-CZ" sz="1200" kern="1200" dirty="0">
              <a:solidFill>
                <a:srgbClr val="000000"/>
              </a:solidFill>
              <a:latin typeface="Arial" pitchFamily="34" charset="0"/>
              <a:ea typeface="+mn-ea"/>
              <a:cs typeface="+mn-cs"/>
            </a:endParaRPr>
          </a:p>
        </p:txBody>
      </p:sp>
      <p:sp>
        <p:nvSpPr>
          <p:cNvPr id="7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r" rtl="0" eaLnBrk="0" fontAlgn="base" hangingPunct="0">
              <a:spcBef>
                <a:spcPct val="0"/>
              </a:spcBef>
              <a:spcAft>
                <a:spcPct val="0"/>
              </a:spcAft>
            </a:pPr>
            <a:fld id="{A24E9C55-C54B-46F2-802C-C950BBC5F97F}" type="slidenum">
              <a:rPr lang="cs-CZ" sz="1200" kern="1200" smtClean="0">
                <a:solidFill>
                  <a:srgbClr val="000000"/>
                </a:solidFill>
                <a:latin typeface="Arial Black" pitchFamily="34" charset="0"/>
                <a:ea typeface="+mn-ea"/>
                <a:cs typeface="+mn-cs"/>
              </a:rPr>
              <a:pPr algn="r" rtl="0"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cs-CZ" sz="1200" kern="1200" dirty="0">
              <a:solidFill>
                <a:srgbClr val="000000"/>
              </a:solidFill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8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r" rt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cs-CZ" sz="1200" kern="1200" dirty="0">
                <a:solidFill>
                  <a:srgbClr val="000000"/>
                </a:solidFill>
                <a:latin typeface="Arial" pitchFamily="34" charset="0"/>
                <a:ea typeface="+mn-ea"/>
                <a:cs typeface="+mn-cs"/>
              </a:rPr>
              <a:t> </a:t>
            </a:r>
            <a:fld id="{EC377670-D1B4-4464-8ADD-7E5B3403F0F4}" type="slidenum">
              <a:rPr lang="cs-CZ" sz="1200" kern="1200" smtClean="0">
                <a:solidFill>
                  <a:srgbClr val="000000"/>
                </a:solidFill>
                <a:latin typeface="Arial" pitchFamily="34" charset="0"/>
                <a:ea typeface="+mn-ea"/>
                <a:cs typeface="+mn-cs"/>
              </a:rPr>
              <a:pPr algn="r" rtl="0"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cs-CZ" sz="1200" kern="1200" dirty="0">
              <a:solidFill>
                <a:srgbClr val="000000"/>
              </a:solidFill>
              <a:latin typeface="Arial" pitchFamily="34" charset="0"/>
              <a:ea typeface="+mn-ea"/>
              <a:cs typeface="+mn-cs"/>
            </a:endParaRPr>
          </a:p>
        </p:txBody>
      </p:sp>
    </p:spTree>
  </p:cSld>
  <p:clrMapOvr>
    <a:masterClrMapping/>
  </p:clrMapOvr>
  <p:hf hdr="0" ftr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Nadpis, text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381001" y="55566"/>
            <a:ext cx="7772400" cy="719137"/>
          </a:xfrm>
        </p:spPr>
        <p:txBody>
          <a:bodyPr/>
          <a:lstStyle/>
          <a:p>
            <a:r>
              <a:rPr lang="cs-CZ"/>
              <a:t>Klepnutím lze upravit styl předlohy nadpisů.</a:t>
            </a:r>
          </a:p>
        </p:txBody>
      </p:sp>
      <p:sp>
        <p:nvSpPr>
          <p:cNvPr id="3" name="Zástupný symbol pro text 2"/>
          <p:cNvSpPr>
            <a:spLocks noGrp="1"/>
          </p:cNvSpPr>
          <p:nvPr>
            <p:ph type="body" sz="half" idx="1"/>
          </p:nvPr>
        </p:nvSpPr>
        <p:spPr>
          <a:xfrm>
            <a:off x="357189" y="1412878"/>
            <a:ext cx="4125912" cy="4970463"/>
          </a:xfrm>
        </p:spPr>
        <p:txBody>
          <a:bodyPr/>
          <a:lstStyle/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obsah 3"/>
          <p:cNvSpPr>
            <a:spLocks noGrp="1"/>
          </p:cNvSpPr>
          <p:nvPr>
            <p:ph sz="half" idx="2"/>
          </p:nvPr>
        </p:nvSpPr>
        <p:spPr>
          <a:xfrm>
            <a:off x="4635500" y="1412878"/>
            <a:ext cx="4127500" cy="4970463"/>
          </a:xfrm>
        </p:spPr>
        <p:txBody>
          <a:bodyPr/>
          <a:lstStyle/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datum 4"/>
          <p:cNvSpPr>
            <a:spLocks noGrp="1"/>
          </p:cNvSpPr>
          <p:nvPr>
            <p:ph type="dt" sz="half" idx="10"/>
          </p:nvPr>
        </p:nvSpPr>
        <p:spPr>
          <a:xfrm>
            <a:off x="381001" y="61722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pPr algn="l" rt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cs-CZ" sz="1200" kern="1200" dirty="0">
                <a:solidFill>
                  <a:srgbClr val="000000"/>
                </a:solidFill>
                <a:latin typeface="Arial" pitchFamily="34" charset="0"/>
                <a:ea typeface="+mn-ea"/>
                <a:cs typeface="+mn-cs"/>
              </a:rPr>
              <a:t> </a:t>
            </a:r>
            <a:fld id="{72F054CC-169B-405A-8EFC-341DCDFEA7DC}" type="slidenum">
              <a:rPr lang="cs-CZ" sz="1200" kern="1200">
                <a:solidFill>
                  <a:srgbClr val="000000"/>
                </a:solidFill>
                <a:latin typeface="Arial" pitchFamily="34" charset="0"/>
                <a:ea typeface="+mn-ea"/>
                <a:cs typeface="+mn-cs"/>
              </a:rPr>
              <a:pPr algn="l" rtl="0"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cs-CZ" sz="1200" kern="1200" dirty="0">
              <a:solidFill>
                <a:srgbClr val="000000"/>
              </a:solidFill>
              <a:latin typeface="Arial" pitchFamily="34" charset="0"/>
              <a:ea typeface="+mn-ea"/>
              <a:cs typeface="+mn-cs"/>
            </a:endParaRPr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11"/>
          </p:nvPr>
        </p:nvSpPr>
        <p:spPr>
          <a:xfrm>
            <a:off x="3124201" y="61722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pPr algn="ctr" rtl="0" eaLnBrk="0" fontAlgn="base" hangingPunct="0">
              <a:spcBef>
                <a:spcPct val="0"/>
              </a:spcBef>
              <a:spcAft>
                <a:spcPct val="0"/>
              </a:spcAft>
            </a:pPr>
            <a:endParaRPr lang="cs-CZ" sz="1200" kern="1200" dirty="0">
              <a:solidFill>
                <a:srgbClr val="000000"/>
              </a:solidFill>
              <a:latin typeface="Arial" pitchFamily="34" charset="0"/>
              <a:ea typeface="+mn-ea"/>
              <a:cs typeface="+mn-cs"/>
            </a:endParaRPr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>
          <a:xfrm>
            <a:off x="6858001" y="61722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pPr algn="r" rtl="0" eaLnBrk="0" fontAlgn="base" hangingPunct="0">
              <a:spcBef>
                <a:spcPct val="0"/>
              </a:spcBef>
              <a:spcAft>
                <a:spcPct val="0"/>
              </a:spcAft>
            </a:pPr>
            <a:fld id="{F1FCE2D9-6AD3-4231-B397-0257783385A2}" type="slidenum">
              <a:rPr lang="cs-CZ" sz="1200" kern="1200">
                <a:solidFill>
                  <a:srgbClr val="000000"/>
                </a:solidFill>
                <a:latin typeface="Arial Black" pitchFamily="34" charset="0"/>
                <a:ea typeface="+mn-ea"/>
                <a:cs typeface="+mn-cs"/>
              </a:rPr>
              <a:pPr algn="r" rtl="0"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cs-CZ" sz="1200" kern="1200" dirty="0">
              <a:solidFill>
                <a:srgbClr val="000000"/>
              </a:solidFill>
              <a:latin typeface="Arial Black" pitchFamily="34" charset="0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1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200" smtClean="0">
                <a:latin typeface="Arial" pitchFamily="34" charset="0"/>
              </a:defRPr>
            </a:lvl1pPr>
          </a:lstStyle>
          <a:p>
            <a:pPr rtl="0" eaLnBrk="0" fontAlgn="base" hangingPunct="0">
              <a:spcBef>
                <a:spcPct val="0"/>
              </a:spcBef>
              <a:spcAft>
                <a:spcPct val="0"/>
              </a:spcAft>
            </a:pPr>
            <a:endParaRPr lang="cs-CZ" kern="1200" dirty="0">
              <a:solidFill>
                <a:srgbClr val="000000"/>
              </a:solidFill>
              <a:ea typeface="+mn-ea"/>
              <a:cs typeface="+mn-cs"/>
            </a:endParaRPr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smtClean="0">
                <a:latin typeface="Arial Black" pitchFamily="34" charset="0"/>
              </a:defRPr>
            </a:lvl1pPr>
          </a:lstStyle>
          <a:p>
            <a:pPr rtl="0" eaLnBrk="0" fontAlgn="base" hangingPunct="0">
              <a:spcBef>
                <a:spcPct val="0"/>
              </a:spcBef>
              <a:spcAft>
                <a:spcPct val="0"/>
              </a:spcAft>
            </a:pPr>
            <a:fld id="{A24E9C55-C54B-46F2-802C-C950BBC5F97F}" type="slidenum">
              <a:rPr lang="cs-CZ" kern="1200">
                <a:solidFill>
                  <a:srgbClr val="000000"/>
                </a:solidFill>
                <a:ea typeface="+mn-ea"/>
                <a:cs typeface="+mn-cs"/>
              </a:rPr>
              <a:pPr rtl="0"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cs-CZ" kern="1200" dirty="0">
              <a:solidFill>
                <a:srgbClr val="000000"/>
              </a:solidFill>
              <a:ea typeface="+mn-ea"/>
              <a:cs typeface="+mn-cs"/>
            </a:endParaRPr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1" y="0"/>
            <a:ext cx="9144000" cy="546100"/>
            <a:chOff x="0" y="0"/>
            <a:chExt cx="5760" cy="344"/>
          </a:xfrm>
        </p:grpSpPr>
        <p:sp>
          <p:nvSpPr>
            <p:cNvPr id="14341" name="Rectangle 5"/>
            <p:cNvSpPr>
              <a:spLocks noChangeArrowheads="1"/>
            </p:cNvSpPr>
            <p:nvPr/>
          </p:nvSpPr>
          <p:spPr bwMode="auto">
            <a:xfrm>
              <a:off x="0" y="0"/>
              <a:ext cx="180" cy="336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rtl="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cs-CZ" sz="2400" kern="1200" dirty="0">
                <a:solidFill>
                  <a:srgbClr val="000000"/>
                </a:solidFill>
                <a:latin typeface="Times New Roman" pitchFamily="18" charset="0"/>
                <a:ea typeface="+mn-ea"/>
                <a:cs typeface="+mn-cs"/>
              </a:endParaRPr>
            </a:p>
          </p:txBody>
        </p:sp>
        <p:sp>
          <p:nvSpPr>
            <p:cNvPr id="14342" name="Rectangle 6"/>
            <p:cNvSpPr>
              <a:spLocks noChangeArrowheads="1"/>
            </p:cNvSpPr>
            <p:nvPr/>
          </p:nvSpPr>
          <p:spPr bwMode="auto">
            <a:xfrm>
              <a:off x="260" y="85"/>
              <a:ext cx="5500" cy="173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r" rtl="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cs-CZ" sz="2400" kern="1200" dirty="0">
                <a:solidFill>
                  <a:srgbClr val="000000"/>
                </a:solidFill>
                <a:latin typeface="Times New Roman" pitchFamily="18" charset="0"/>
                <a:ea typeface="+mn-ea"/>
                <a:cs typeface="+mn-cs"/>
              </a:endParaRPr>
            </a:p>
          </p:txBody>
        </p:sp>
        <p:sp>
          <p:nvSpPr>
            <p:cNvPr id="14343" name="Rectangle 7"/>
            <p:cNvSpPr>
              <a:spLocks noChangeArrowheads="1"/>
            </p:cNvSpPr>
            <p:nvPr/>
          </p:nvSpPr>
          <p:spPr bwMode="auto">
            <a:xfrm>
              <a:off x="258" y="85"/>
              <a:ext cx="87" cy="89"/>
            </a:xfrm>
            <a:prstGeom prst="rect">
              <a:avLst/>
            </a:prstGeom>
            <a:solidFill>
              <a:schemeClr val="folHlink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r" rtl="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cs-CZ" sz="2400" kern="1200" dirty="0">
                <a:solidFill>
                  <a:srgbClr val="663300"/>
                </a:solidFill>
                <a:latin typeface="Arial" pitchFamily="34" charset="0"/>
                <a:ea typeface="+mn-ea"/>
                <a:cs typeface="+mn-cs"/>
              </a:endParaRPr>
            </a:p>
          </p:txBody>
        </p:sp>
        <p:sp>
          <p:nvSpPr>
            <p:cNvPr id="14344" name="Rectangle 8"/>
            <p:cNvSpPr>
              <a:spLocks noChangeArrowheads="1"/>
            </p:cNvSpPr>
            <p:nvPr/>
          </p:nvSpPr>
          <p:spPr bwMode="auto">
            <a:xfrm>
              <a:off x="345" y="0"/>
              <a:ext cx="88" cy="87"/>
            </a:xfrm>
            <a:prstGeom prst="rect">
              <a:avLst/>
            </a:prstGeom>
            <a:solidFill>
              <a:schemeClr val="folHlink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r" rtl="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cs-CZ" sz="2400" kern="1200" dirty="0">
                <a:solidFill>
                  <a:srgbClr val="663300"/>
                </a:solidFill>
                <a:latin typeface="Arial" pitchFamily="34" charset="0"/>
                <a:ea typeface="+mn-ea"/>
                <a:cs typeface="+mn-cs"/>
              </a:endParaRPr>
            </a:p>
          </p:txBody>
        </p:sp>
        <p:sp>
          <p:nvSpPr>
            <p:cNvPr id="14345" name="Rectangle 9"/>
            <p:cNvSpPr>
              <a:spLocks noChangeArrowheads="1"/>
            </p:cNvSpPr>
            <p:nvPr/>
          </p:nvSpPr>
          <p:spPr bwMode="auto">
            <a:xfrm>
              <a:off x="345" y="85"/>
              <a:ext cx="88" cy="89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r" rtl="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cs-CZ" sz="2400" kern="1200" dirty="0">
                <a:solidFill>
                  <a:srgbClr val="CC6600"/>
                </a:solidFill>
                <a:latin typeface="Arial" pitchFamily="34" charset="0"/>
                <a:ea typeface="+mn-ea"/>
                <a:cs typeface="+mn-cs"/>
              </a:endParaRPr>
            </a:p>
          </p:txBody>
        </p:sp>
        <p:sp>
          <p:nvSpPr>
            <p:cNvPr id="14346" name="Rectangle 10"/>
            <p:cNvSpPr>
              <a:spLocks noChangeArrowheads="1"/>
            </p:cNvSpPr>
            <p:nvPr/>
          </p:nvSpPr>
          <p:spPr bwMode="auto">
            <a:xfrm>
              <a:off x="173" y="173"/>
              <a:ext cx="86" cy="87"/>
            </a:xfrm>
            <a:prstGeom prst="rect">
              <a:avLst/>
            </a:prstGeom>
            <a:solidFill>
              <a:schemeClr val="folHlink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r" rtl="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cs-CZ" sz="2400" kern="1200" dirty="0">
                <a:solidFill>
                  <a:srgbClr val="663300"/>
                </a:solidFill>
                <a:latin typeface="Arial" pitchFamily="34" charset="0"/>
                <a:ea typeface="+mn-ea"/>
                <a:cs typeface="+mn-cs"/>
              </a:endParaRPr>
            </a:p>
          </p:txBody>
        </p:sp>
        <p:sp>
          <p:nvSpPr>
            <p:cNvPr id="14347" name="Rectangle 11"/>
            <p:cNvSpPr>
              <a:spLocks noChangeArrowheads="1"/>
            </p:cNvSpPr>
            <p:nvPr/>
          </p:nvSpPr>
          <p:spPr bwMode="auto">
            <a:xfrm>
              <a:off x="83" y="86"/>
              <a:ext cx="89" cy="87"/>
            </a:xfrm>
            <a:prstGeom prst="rect">
              <a:avLst/>
            </a:prstGeom>
            <a:solidFill>
              <a:schemeClr val="bg2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r" rtl="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cs-CZ" sz="2400" kern="1200" dirty="0">
                <a:solidFill>
                  <a:srgbClr val="000000"/>
                </a:solidFill>
                <a:latin typeface="Times New Roman" pitchFamily="18" charset="0"/>
                <a:ea typeface="+mn-ea"/>
                <a:cs typeface="+mn-cs"/>
              </a:endParaRPr>
            </a:p>
          </p:txBody>
        </p:sp>
        <p:sp>
          <p:nvSpPr>
            <p:cNvPr id="14348" name="Rectangle 12"/>
            <p:cNvSpPr>
              <a:spLocks noChangeArrowheads="1"/>
            </p:cNvSpPr>
            <p:nvPr/>
          </p:nvSpPr>
          <p:spPr bwMode="auto">
            <a:xfrm>
              <a:off x="258" y="171"/>
              <a:ext cx="87" cy="87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r" rtl="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cs-CZ" sz="2400" kern="1200" dirty="0">
                <a:solidFill>
                  <a:srgbClr val="CC6600"/>
                </a:solidFill>
                <a:latin typeface="Arial" pitchFamily="34" charset="0"/>
                <a:ea typeface="+mn-ea"/>
                <a:cs typeface="+mn-cs"/>
              </a:endParaRPr>
            </a:p>
          </p:txBody>
        </p:sp>
        <p:sp>
          <p:nvSpPr>
            <p:cNvPr id="14349" name="Rectangle 13"/>
            <p:cNvSpPr>
              <a:spLocks noChangeArrowheads="1"/>
            </p:cNvSpPr>
            <p:nvPr/>
          </p:nvSpPr>
          <p:spPr bwMode="auto">
            <a:xfrm>
              <a:off x="173" y="258"/>
              <a:ext cx="86" cy="86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r" rtl="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cs-CZ" sz="2400" kern="1200" dirty="0">
                <a:solidFill>
                  <a:srgbClr val="CC6600"/>
                </a:solidFill>
                <a:latin typeface="Arial" pitchFamily="34" charset="0"/>
                <a:ea typeface="+mn-ea"/>
                <a:cs typeface="+mn-cs"/>
              </a:endParaRPr>
            </a:p>
          </p:txBody>
        </p:sp>
      </p:grpSp>
      <p:sp>
        <p:nvSpPr>
          <p:cNvPr id="1029" name="Rectangle 14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457201"/>
            <a:ext cx="82296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cs-CZ"/>
              <a:t>Klepnutím lze upravit styl předlohy nadpisů.</a:t>
            </a:r>
          </a:p>
        </p:txBody>
      </p:sp>
      <p:sp>
        <p:nvSpPr>
          <p:cNvPr id="1030" name="Rectangle 15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981200"/>
            <a:ext cx="8229600" cy="3886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14352" name="Rectangle 1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6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smtClean="0">
                <a:latin typeface="Arial" pitchFamily="34" charset="0"/>
              </a:defRPr>
            </a:lvl1pPr>
          </a:lstStyle>
          <a:p>
            <a:pPr algn="r" rt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cs-CZ" kern="1200" dirty="0">
                <a:solidFill>
                  <a:srgbClr val="000000"/>
                </a:solidFill>
                <a:ea typeface="+mn-ea"/>
                <a:cs typeface="+mn-cs"/>
              </a:rPr>
              <a:t> </a:t>
            </a:r>
            <a:fld id="{EC377670-D1B4-4464-8ADD-7E5B3403F0F4}" type="slidenum">
              <a:rPr lang="cs-CZ" kern="1200">
                <a:solidFill>
                  <a:srgbClr val="000000"/>
                </a:solidFill>
                <a:ea typeface="+mn-ea"/>
                <a:cs typeface="+mn-cs"/>
              </a:rPr>
              <a:pPr algn="r" rtl="0"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cs-CZ" kern="1200" dirty="0">
              <a:solidFill>
                <a:srgbClr val="000000"/>
              </a:solidFill>
              <a:ea typeface="+mn-ea"/>
              <a:cs typeface="+mn-cs"/>
            </a:endParaRPr>
          </a:p>
        </p:txBody>
      </p:sp>
      <p:sp>
        <p:nvSpPr>
          <p:cNvPr id="17" name="Text Box 8"/>
          <p:cNvSpPr txBox="1">
            <a:spLocks noChangeArrowheads="1"/>
          </p:cNvSpPr>
          <p:nvPr userDrawn="1"/>
        </p:nvSpPr>
        <p:spPr bwMode="auto">
          <a:xfrm>
            <a:off x="8172453" y="692151"/>
            <a:ext cx="792163" cy="46166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algn="l" rtl="0" eaLnBrk="0" fontAlgn="base" hangingPunct="0">
              <a:spcBef>
                <a:spcPct val="50000"/>
              </a:spcBef>
              <a:spcAft>
                <a:spcPct val="0"/>
              </a:spcAft>
            </a:pPr>
            <a:endParaRPr lang="cs-CZ" sz="2400" kern="1200" dirty="0">
              <a:solidFill>
                <a:srgbClr val="000000"/>
              </a:solidFill>
              <a:latin typeface="Times New Roman" pitchFamily="18" charset="0"/>
              <a:ea typeface="+mn-ea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66" r:id="rId3"/>
    <p:sldLayoutId id="2147483667" r:id="rId4"/>
    <p:sldLayoutId id="2147483668" r:id="rId5"/>
    <p:sldLayoutId id="2147483669" r:id="rId6"/>
    <p:sldLayoutId id="2147483670" r:id="rId7"/>
    <p:sldLayoutId id="2147483671" r:id="rId8"/>
    <p:sldLayoutId id="2147483672" r:id="rId9"/>
    <p:sldLayoutId id="2147483673" r:id="rId10"/>
    <p:sldLayoutId id="2147483674" r:id="rId11"/>
    <p:sldLayoutId id="2147483675" r:id="rId12"/>
    <p:sldLayoutId id="2147483676" r:id="rId13"/>
    <p:sldLayoutId id="2147483677" r:id="rId14"/>
    <p:sldLayoutId id="2147483678" r:id="rId15"/>
  </p:sldLayoutIdLst>
  <p:hf hdr="0" ftr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SzPct val="75000"/>
        <a:buFont typeface="Wingdings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itchFamily="2" charset="2"/>
        <a:buChar char="¨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SzPct val="65000"/>
        <a:buFont typeface="Wingdings" pitchFamily="2" charset="2"/>
        <a:buChar char="n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¨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9pPr>
    </p:bodyStyle>
    <p:otherStyle>
      <a:defPPr>
        <a:defRPr lang="cs-C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slide" Target="slide38.xml"/><Relationship Id="rId3" Type="http://schemas.openxmlformats.org/officeDocument/2006/relationships/slide" Target="slide16.xml"/><Relationship Id="rId7" Type="http://schemas.openxmlformats.org/officeDocument/2006/relationships/slide" Target="slide74.xml"/><Relationship Id="rId12" Type="http://schemas.openxmlformats.org/officeDocument/2006/relationships/slide" Target="slide57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5.xml"/><Relationship Id="rId6" Type="http://schemas.openxmlformats.org/officeDocument/2006/relationships/slide" Target="slide50.xml"/><Relationship Id="rId11" Type="http://schemas.openxmlformats.org/officeDocument/2006/relationships/slide" Target="slide98.xml"/><Relationship Id="rId5" Type="http://schemas.openxmlformats.org/officeDocument/2006/relationships/slide" Target="slide47.xml"/><Relationship Id="rId10" Type="http://schemas.openxmlformats.org/officeDocument/2006/relationships/slide" Target="slide4.xml"/><Relationship Id="rId4" Type="http://schemas.openxmlformats.org/officeDocument/2006/relationships/slide" Target="slide29.xml"/><Relationship Id="rId9" Type="http://schemas.openxmlformats.org/officeDocument/2006/relationships/slide" Target="slide5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7" Type="http://schemas.openxmlformats.org/officeDocument/2006/relationships/hyperlink" Target="http://www.atmel.com/products/microcontrollers/avr/default.aspx?tab=documents&amp;Asset_Type=020%20Application%20Note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://avr.hw.cz/architektura/arch_avr.html" TargetMode="External"/><Relationship Id="rId5" Type="http://schemas.openxmlformats.org/officeDocument/2006/relationships/hyperlink" Target="http://www.atmel.com/webdoc/avrassembler/index.html" TargetMode="External"/><Relationship Id="rId4" Type="http://schemas.openxmlformats.org/officeDocument/2006/relationships/hyperlink" Target="http://www.avr-asm-tutorial.net/avr_en/calc/index.html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4" Type="http://schemas.openxmlformats.org/officeDocument/2006/relationships/slide" Target="slide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emf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emf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emf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emf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emf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emf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emf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7.emf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8.emf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9.emf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0.emf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slide" Target="slide2.xml"/><Relationship Id="rId7" Type="http://schemas.openxmlformats.org/officeDocument/2006/relationships/diagramColors" Target="../diagrams/colors1.xml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emf"/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5.emf"/><Relationship Id="rId4" Type="http://schemas.openxmlformats.org/officeDocument/2006/relationships/slide" Target="slide2.xml"/></Relationships>
</file>

<file path=ppt/slides/_rels/slide74.xml.rels><?xml version="1.0" encoding="UTF-8" standalone="yes"?>
<Relationships xmlns="http://schemas.openxmlformats.org/package/2006/relationships"><Relationship Id="rId8" Type="http://schemas.microsoft.com/office/2007/relationships/diagramDrawing" Target="../diagrams/drawing2.xml"/><Relationship Id="rId3" Type="http://schemas.openxmlformats.org/officeDocument/2006/relationships/slide" Target="slide2.xml"/><Relationship Id="rId7" Type="http://schemas.openxmlformats.org/officeDocument/2006/relationships/diagramColors" Target="../diagrams/colors2.xml"/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2.xml"/><Relationship Id="rId5" Type="http://schemas.openxmlformats.org/officeDocument/2006/relationships/diagramLayout" Target="../diagrams/layout2.xml"/><Relationship Id="rId4" Type="http://schemas.openxmlformats.org/officeDocument/2006/relationships/diagramData" Target="../diagrams/data2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4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84.xml"/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85.xml"/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86.xml"/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87.xml"/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88.xml"/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89.xml"/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90.xml"/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91.xml"/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slide" Target="slide32.xml"/><Relationship Id="rId2" Type="http://schemas.openxmlformats.org/officeDocument/2006/relationships/notesSlide" Target="../notesSlides/notesSlide92.xml"/><Relationship Id="rId1" Type="http://schemas.openxmlformats.org/officeDocument/2006/relationships/slideLayout" Target="../slideLayouts/slideLayout4.xml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slide" Target="slide32.xml"/><Relationship Id="rId2" Type="http://schemas.openxmlformats.org/officeDocument/2006/relationships/notesSlide" Target="../notesSlides/notesSlide9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8.png"/></Relationships>
</file>

<file path=ppt/slides/_rels/slide94.xml.rels><?xml version="1.0" encoding="UTF-8" standalone="yes"?>
<Relationships xmlns="http://schemas.openxmlformats.org/package/2006/relationships"><Relationship Id="rId3" Type="http://schemas.openxmlformats.org/officeDocument/2006/relationships/slide" Target="slide32.xml"/><Relationship Id="rId2" Type="http://schemas.openxmlformats.org/officeDocument/2006/relationships/notesSlide" Target="../notesSlides/notesSlide94.xml"/><Relationship Id="rId1" Type="http://schemas.openxmlformats.org/officeDocument/2006/relationships/slideLayout" Target="../slideLayouts/slideLayout4.xml"/></Relationships>
</file>

<file path=ppt/slides/_rels/slide95.xml.rels><?xml version="1.0" encoding="UTF-8" standalone="yes"?>
<Relationships xmlns="http://schemas.openxmlformats.org/package/2006/relationships"><Relationship Id="rId3" Type="http://schemas.openxmlformats.org/officeDocument/2006/relationships/slide" Target="slide32.xml"/><Relationship Id="rId2" Type="http://schemas.openxmlformats.org/officeDocument/2006/relationships/notesSlide" Target="../notesSlides/notesSlide95.xml"/><Relationship Id="rId1" Type="http://schemas.openxmlformats.org/officeDocument/2006/relationships/slideLayout" Target="../slideLayouts/slideLayout4.xml"/></Relationships>
</file>

<file path=ppt/slides/_rels/slide96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96.xml"/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3" Type="http://schemas.openxmlformats.org/officeDocument/2006/relationships/slide" Target="slide32.xml"/><Relationship Id="rId2" Type="http://schemas.openxmlformats.org/officeDocument/2006/relationships/notesSlide" Target="../notesSlides/notesSlide97.xml"/><Relationship Id="rId1" Type="http://schemas.openxmlformats.org/officeDocument/2006/relationships/slideLayout" Target="../slideLayouts/slideLayout4.xml"/></Relationships>
</file>

<file path=ppt/slides/_rels/slide98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9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Nadpis 5"/>
          <p:cNvSpPr>
            <a:spLocks noGrp="1"/>
          </p:cNvSpPr>
          <p:nvPr>
            <p:ph type="ctrTitle"/>
          </p:nvPr>
        </p:nvSpPr>
        <p:spPr>
          <a:xfrm>
            <a:off x="2880001" y="1694783"/>
            <a:ext cx="6264000" cy="2154436"/>
          </a:xfrm>
        </p:spPr>
        <p:txBody>
          <a:bodyPr>
            <a:spAutoFit/>
          </a:bodyPr>
          <a:lstStyle/>
          <a:p>
            <a:r>
              <a:rPr lang="cs-CZ" sz="8800" b="1" dirty="0"/>
              <a:t>MIT</a:t>
            </a:r>
            <a:br>
              <a:rPr lang="cs-CZ" dirty="0"/>
            </a:br>
            <a:r>
              <a:rPr lang="cs-CZ" sz="4600" b="1" dirty="0"/>
              <a:t>AVR instrukce</a:t>
            </a:r>
          </a:p>
        </p:txBody>
      </p:sp>
      <p:sp>
        <p:nvSpPr>
          <p:cNvPr id="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2880001" y="4320003"/>
            <a:ext cx="6264000" cy="1323439"/>
          </a:xfrm>
        </p:spPr>
        <p:txBody>
          <a:bodyPr wrap="square">
            <a:spAutoFit/>
          </a:bodyPr>
          <a:lstStyle/>
          <a:p>
            <a:pPr eaLnBrk="1" hangingPunct="1"/>
            <a:r>
              <a:rPr lang="cs-CZ" sz="8000" b="1" dirty="0">
                <a:solidFill>
                  <a:schemeClr val="accent5">
                    <a:lumMod val="25000"/>
                  </a:schemeClr>
                </a:solidFill>
              </a:rPr>
              <a:t>Díl </a:t>
            </a:r>
            <a:r>
              <a:rPr lang="cs-CZ" sz="8000" b="1" dirty="0" err="1">
                <a:solidFill>
                  <a:schemeClr val="accent5">
                    <a:lumMod val="25000"/>
                  </a:schemeClr>
                </a:solidFill>
              </a:rPr>
              <a:t>IVb</a:t>
            </a:r>
            <a:endParaRPr lang="cs-CZ" sz="8000" b="1" dirty="0">
              <a:solidFill>
                <a:schemeClr val="accent5">
                  <a:lumMod val="25000"/>
                </a:schemeClr>
              </a:solidFill>
            </a:endParaRPr>
          </a:p>
        </p:txBody>
      </p:sp>
      <p:pic>
        <p:nvPicPr>
          <p:cNvPr id="5" name="Picture 7" descr="D:\lj\prezentace\MIT\obr\logo5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00000" y="2160009"/>
            <a:ext cx="1440000" cy="144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2"/>
          <p:cNvSpPr>
            <a:spLocks noGrp="1" noChangeArrowheads="1"/>
          </p:cNvSpPr>
          <p:nvPr>
            <p:ph type="title"/>
          </p:nvPr>
        </p:nvSpPr>
        <p:spPr>
          <a:xfrm>
            <a:off x="468314" y="288002"/>
            <a:ext cx="7772400" cy="720000"/>
          </a:xfrm>
          <a:noFill/>
          <a:ln/>
        </p:spPr>
        <p:txBody>
          <a:bodyPr/>
          <a:lstStyle/>
          <a:p>
            <a:r>
              <a:rPr lang="cs-CZ" sz="40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Index</a:t>
            </a:r>
          </a:p>
        </p:txBody>
      </p:sp>
      <p:sp>
        <p:nvSpPr>
          <p:cNvPr id="19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  <a:solidFill>
            <a:schemeClr val="bg2">
              <a:lumMod val="40000"/>
              <a:lumOff val="60000"/>
            </a:schemeClr>
          </a:solidFill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 dirty="0">
              <a:latin typeface="Arial Black" pitchFamily="34" charset="0"/>
            </a:endParaRPr>
          </a:p>
        </p:txBody>
      </p:sp>
      <p:sp>
        <p:nvSpPr>
          <p:cNvPr id="20" name="Zástupný symbol pro číslo snímku 5"/>
          <p:cNvSpPr txBox="1">
            <a:spLocks/>
          </p:cNvSpPr>
          <p:nvPr/>
        </p:nvSpPr>
        <p:spPr bwMode="auto">
          <a:xfrm>
            <a:off x="1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9" name="Tlačítko akce: Vlastní 8">
            <a:hlinkClick r:id="" action="ppaction://hlinkshowjump?jump=nextslide" highlightClick="1"/>
          </p:cNvPr>
          <p:cNvSpPr/>
          <p:nvPr/>
        </p:nvSpPr>
        <p:spPr>
          <a:xfrm>
            <a:off x="6840002" y="6300002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3" name="Obdélník 2">
            <a:hlinkClick r:id="rId3" action="ppaction://hlinksldjump"/>
          </p:cNvPr>
          <p:cNvSpPr/>
          <p:nvPr/>
        </p:nvSpPr>
        <p:spPr>
          <a:xfrm>
            <a:off x="540001" y="1440000"/>
            <a:ext cx="8280000" cy="36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/>
          <a:p>
            <a:pPr marL="360000" lvl="0" indent="-360000" eaLnBrk="1" hangingPunct="1">
              <a:spcBef>
                <a:spcPts val="0"/>
              </a:spcBef>
              <a:spcAft>
                <a:spcPts val="600"/>
              </a:spcAft>
              <a:buClr>
                <a:srgbClr val="00007D"/>
              </a:buClr>
              <a:buSzPct val="75000"/>
              <a:buFont typeface="Wingdings" pitchFamily="2" charset="2"/>
              <a:buChar char="n"/>
            </a:pPr>
            <a:r>
              <a:rPr lang="cs-CZ" sz="2000" b="0" kern="0" dirty="0">
                <a:solidFill>
                  <a:srgbClr val="00007D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Adresace</a:t>
            </a:r>
          </a:p>
        </p:txBody>
      </p:sp>
      <p:sp>
        <p:nvSpPr>
          <p:cNvPr id="11" name="Obdélník 10">
            <a:hlinkClick r:id="rId4" action="ppaction://hlinksldjump"/>
          </p:cNvPr>
          <p:cNvSpPr/>
          <p:nvPr/>
        </p:nvSpPr>
        <p:spPr>
          <a:xfrm>
            <a:off x="540001" y="1800000"/>
            <a:ext cx="8280000" cy="36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/>
          <a:p>
            <a:pPr marL="360000" indent="-360000" eaLnBrk="1" hangingPunct="1">
              <a:spcBef>
                <a:spcPts val="0"/>
              </a:spcBef>
              <a:spcAft>
                <a:spcPts val="600"/>
              </a:spcAft>
              <a:buClr>
                <a:srgbClr val="00007D"/>
              </a:buClr>
              <a:buSzPct val="75000"/>
              <a:buFont typeface="Wingdings" pitchFamily="2" charset="2"/>
              <a:buChar char="n"/>
            </a:pPr>
            <a:r>
              <a:rPr lang="cs-CZ" sz="2000" b="0" kern="0" dirty="0">
                <a:solidFill>
                  <a:srgbClr val="00007D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Instrukce přesunu</a:t>
            </a:r>
          </a:p>
        </p:txBody>
      </p:sp>
      <p:sp>
        <p:nvSpPr>
          <p:cNvPr id="12" name="Obdélník 11">
            <a:hlinkClick r:id="rId5" action="ppaction://hlinksldjump"/>
          </p:cNvPr>
          <p:cNvSpPr/>
          <p:nvPr/>
        </p:nvSpPr>
        <p:spPr>
          <a:xfrm>
            <a:off x="540001" y="2520000"/>
            <a:ext cx="8280000" cy="36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/>
          <a:p>
            <a:pPr marL="360000" indent="-360000" eaLnBrk="1" hangingPunct="1">
              <a:spcBef>
                <a:spcPts val="0"/>
              </a:spcBef>
              <a:spcAft>
                <a:spcPts val="600"/>
              </a:spcAft>
              <a:buClr>
                <a:srgbClr val="00007D"/>
              </a:buClr>
              <a:buSzPct val="75000"/>
              <a:buFont typeface="Wingdings" pitchFamily="2" charset="2"/>
              <a:buChar char="n"/>
            </a:pPr>
            <a:r>
              <a:rPr lang="cs-CZ" sz="2000" b="0" kern="0" dirty="0">
                <a:solidFill>
                  <a:srgbClr val="00007D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Aritmetické instrukce</a:t>
            </a:r>
          </a:p>
        </p:txBody>
      </p:sp>
      <p:sp>
        <p:nvSpPr>
          <p:cNvPr id="13" name="Obdélník 12">
            <a:hlinkClick r:id="rId6" action="ppaction://hlinksldjump"/>
          </p:cNvPr>
          <p:cNvSpPr/>
          <p:nvPr/>
        </p:nvSpPr>
        <p:spPr>
          <a:xfrm>
            <a:off x="540001" y="2880000"/>
            <a:ext cx="8280000" cy="36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/>
          <a:p>
            <a:pPr marL="360000" indent="-360000" eaLnBrk="1" hangingPunct="1">
              <a:spcBef>
                <a:spcPts val="0"/>
              </a:spcBef>
              <a:spcAft>
                <a:spcPts val="600"/>
              </a:spcAft>
              <a:buClr>
                <a:srgbClr val="00007D"/>
              </a:buClr>
              <a:buSzPct val="75000"/>
              <a:buFont typeface="Wingdings" pitchFamily="2" charset="2"/>
              <a:buChar char="n"/>
            </a:pPr>
            <a:r>
              <a:rPr lang="cs-CZ" sz="2000" b="0" kern="0" dirty="0">
                <a:solidFill>
                  <a:srgbClr val="00007D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Logické a bitové instrukce</a:t>
            </a:r>
          </a:p>
        </p:txBody>
      </p:sp>
      <p:sp>
        <p:nvSpPr>
          <p:cNvPr id="14" name="Obdélník 13">
            <a:hlinkClick r:id="rId7" action="ppaction://hlinksldjump"/>
          </p:cNvPr>
          <p:cNvSpPr/>
          <p:nvPr/>
        </p:nvSpPr>
        <p:spPr>
          <a:xfrm>
            <a:off x="540000" y="3960000"/>
            <a:ext cx="8280000" cy="36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/>
          <a:p>
            <a:pPr marL="540000" lvl="1" indent="-360000" eaLnBrk="1" fontAlgn="auto" hangingPunct="1">
              <a:spcBef>
                <a:spcPts val="0"/>
              </a:spcBef>
              <a:spcAft>
                <a:spcPts val="600"/>
              </a:spcAft>
              <a:buClr>
                <a:srgbClr val="00007D"/>
              </a:buClr>
              <a:buSzPct val="75000"/>
              <a:buFont typeface="Arial" pitchFamily="34" charset="0"/>
              <a:buChar char="•"/>
            </a:pPr>
            <a:r>
              <a:rPr lang="cs-CZ" sz="2000" b="0" kern="0" dirty="0">
                <a:solidFill>
                  <a:srgbClr val="00007D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Podprogramy</a:t>
            </a:r>
          </a:p>
        </p:txBody>
      </p:sp>
      <p:sp>
        <p:nvSpPr>
          <p:cNvPr id="15" name="Obdélník 14">
            <a:hlinkClick r:id="rId8" action="ppaction://hlinksldjump"/>
          </p:cNvPr>
          <p:cNvSpPr/>
          <p:nvPr/>
        </p:nvSpPr>
        <p:spPr>
          <a:xfrm>
            <a:off x="540001" y="2160000"/>
            <a:ext cx="8280000" cy="36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/>
          <a:p>
            <a:pPr marL="360000" indent="-360000" eaLnBrk="1" hangingPunct="1">
              <a:spcBef>
                <a:spcPts val="0"/>
              </a:spcBef>
              <a:spcAft>
                <a:spcPts val="600"/>
              </a:spcAft>
              <a:buClr>
                <a:srgbClr val="00007D"/>
              </a:buClr>
              <a:buSzPct val="75000"/>
              <a:buFont typeface="Wingdings" pitchFamily="2" charset="2"/>
              <a:buChar char="n"/>
            </a:pPr>
            <a:r>
              <a:rPr lang="cs-CZ" sz="2000" b="0" kern="0" dirty="0">
                <a:solidFill>
                  <a:srgbClr val="00007D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Stavový registr</a:t>
            </a:r>
          </a:p>
        </p:txBody>
      </p:sp>
      <p:sp>
        <p:nvSpPr>
          <p:cNvPr id="17" name="Obdélník 16">
            <a:hlinkClick r:id="rId9" action="ppaction://hlinksldjump"/>
          </p:cNvPr>
          <p:cNvSpPr/>
          <p:nvPr/>
        </p:nvSpPr>
        <p:spPr>
          <a:xfrm>
            <a:off x="540001" y="3240000"/>
            <a:ext cx="8280000" cy="36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/>
          <a:p>
            <a:pPr marL="360000" indent="-360000" eaLnBrk="1" hangingPunct="1">
              <a:spcBef>
                <a:spcPts val="0"/>
              </a:spcBef>
              <a:spcAft>
                <a:spcPts val="600"/>
              </a:spcAft>
              <a:buClr>
                <a:srgbClr val="00007D"/>
              </a:buClr>
              <a:buSzPct val="75000"/>
              <a:buFont typeface="Wingdings" pitchFamily="2" charset="2"/>
              <a:buChar char="n"/>
            </a:pPr>
            <a:r>
              <a:rPr lang="cs-CZ" sz="2000" b="0" kern="0" dirty="0">
                <a:solidFill>
                  <a:srgbClr val="00007D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Instrukce řízení programu</a:t>
            </a:r>
          </a:p>
        </p:txBody>
      </p:sp>
      <p:sp>
        <p:nvSpPr>
          <p:cNvPr id="16" name="Obdélník 15">
            <a:hlinkClick r:id="rId10" action="ppaction://hlinksldjump"/>
          </p:cNvPr>
          <p:cNvSpPr/>
          <p:nvPr/>
        </p:nvSpPr>
        <p:spPr>
          <a:xfrm>
            <a:off x="540001" y="1078783"/>
            <a:ext cx="8280000" cy="360000"/>
          </a:xfrm>
          <a:prstGeom prst="rect">
            <a:avLst/>
          </a:prstGeom>
          <a:solidFill>
            <a:schemeClr val="bg2"/>
          </a:solidFill>
        </p:spPr>
        <p:txBody>
          <a:bodyPr wrap="square">
            <a:noAutofit/>
          </a:bodyPr>
          <a:lstStyle/>
          <a:p>
            <a:pPr lvl="0" eaLnBrk="1" hangingPunct="1">
              <a:spcBef>
                <a:spcPts val="0"/>
              </a:spcBef>
              <a:spcAft>
                <a:spcPts val="600"/>
              </a:spcAft>
              <a:buClr>
                <a:srgbClr val="00007D"/>
              </a:buClr>
              <a:buSzPct val="75000"/>
            </a:pPr>
            <a:r>
              <a:rPr lang="cs-CZ" sz="2000" b="0" kern="0" dirty="0">
                <a:solidFill>
                  <a:schemeClr val="bg1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AVR instrukční soubor</a:t>
            </a:r>
          </a:p>
        </p:txBody>
      </p:sp>
      <p:sp>
        <p:nvSpPr>
          <p:cNvPr id="21" name="Obdélník 20">
            <a:hlinkClick r:id="rId11" action="ppaction://hlinksldjump"/>
          </p:cNvPr>
          <p:cNvSpPr/>
          <p:nvPr/>
        </p:nvSpPr>
        <p:spPr>
          <a:xfrm>
            <a:off x="540000" y="4320000"/>
            <a:ext cx="8280000" cy="36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/>
          <a:p>
            <a:pPr marL="360000" indent="-360000" eaLnBrk="1" hangingPunct="1">
              <a:spcBef>
                <a:spcPts val="0"/>
              </a:spcBef>
              <a:spcAft>
                <a:spcPts val="600"/>
              </a:spcAft>
              <a:buClr>
                <a:srgbClr val="00007D"/>
              </a:buClr>
              <a:buSzPct val="75000"/>
              <a:buFont typeface="Wingdings" pitchFamily="2" charset="2"/>
              <a:buChar char="n"/>
            </a:pPr>
            <a:r>
              <a:rPr lang="cs-CZ" sz="2000" b="0" kern="0" dirty="0">
                <a:solidFill>
                  <a:srgbClr val="00007D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Direktivy překladače</a:t>
            </a:r>
          </a:p>
        </p:txBody>
      </p:sp>
      <p:sp>
        <p:nvSpPr>
          <p:cNvPr id="23" name="Obdélník 22">
            <a:hlinkClick r:id="rId12" action="ppaction://hlinksldjump"/>
          </p:cNvPr>
          <p:cNvSpPr/>
          <p:nvPr/>
        </p:nvSpPr>
        <p:spPr>
          <a:xfrm>
            <a:off x="540000" y="3600000"/>
            <a:ext cx="8280000" cy="360000"/>
          </a:xfrm>
          <a:prstGeom prst="rect">
            <a:avLst/>
          </a:prstGeom>
          <a:solidFill>
            <a:srgbClr val="FFFFFF">
              <a:lumMod val="95000"/>
            </a:srgbClr>
          </a:solidFill>
        </p:spPr>
        <p:txBody>
          <a:bodyPr wrap="square">
            <a:noAutofit/>
          </a:bodyPr>
          <a:lstStyle/>
          <a:p>
            <a:pPr marL="540000" marR="0" lvl="1" indent="-3600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7D"/>
              </a:buClr>
              <a:buSzPct val="75000"/>
              <a:buFont typeface="Arial" pitchFamily="34" charset="0"/>
              <a:buChar char="•"/>
              <a:tabLst/>
              <a:defRPr/>
            </a:pPr>
            <a:r>
              <a:rPr lang="cs-CZ" sz="2000" b="0" kern="0" dirty="0">
                <a:solidFill>
                  <a:srgbClr val="00007D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Skoky</a:t>
            </a:r>
            <a:endParaRPr kumimoji="0" lang="cs-CZ" sz="2000" b="0" i="0" u="none" strike="noStrike" kern="0" cap="none" spc="0" normalizeH="0" baseline="0" noProof="0" dirty="0">
              <a:ln>
                <a:noFill/>
              </a:ln>
              <a:solidFill>
                <a:srgbClr val="00007D"/>
              </a:solidFill>
              <a:effectLst/>
              <a:uLnTx/>
              <a:uFillTx/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833266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>
            <a:spLocks noGrp="1" noChangeArrowheads="1"/>
          </p:cNvSpPr>
          <p:nvPr>
            <p:ph type="title"/>
          </p:nvPr>
        </p:nvSpPr>
        <p:spPr>
          <a:xfrm>
            <a:off x="468002" y="288002"/>
            <a:ext cx="8104183" cy="720000"/>
          </a:xfrm>
        </p:spPr>
        <p:txBody>
          <a:bodyPr/>
          <a:lstStyle/>
          <a:p>
            <a:pPr>
              <a:defRPr/>
            </a:pPr>
            <a:r>
              <a:rPr lang="cs-CZ" sz="40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Zdroje</a:t>
            </a:r>
          </a:p>
        </p:txBody>
      </p:sp>
      <p:sp>
        <p:nvSpPr>
          <p:cNvPr id="9" name="Tlačítko akce: Vlastní 8">
            <a:hlinkClick r:id="" action="ppaction://hlinkshowjump?jump=nextslide" highlightClick="1"/>
          </p:cNvPr>
          <p:cNvSpPr/>
          <p:nvPr/>
        </p:nvSpPr>
        <p:spPr>
          <a:xfrm>
            <a:off x="6840002" y="6300002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10" name="Tlačítko akce: Vlastní 9">
            <a:hlinkClick r:id="" action="ppaction://hlinkshowjump?jump=previousslide" highlightClick="1"/>
          </p:cNvPr>
          <p:cNvSpPr/>
          <p:nvPr/>
        </p:nvSpPr>
        <p:spPr>
          <a:xfrm>
            <a:off x="5760001" y="6300002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11" name="Tlačítko akce: Vlastní 10">
            <a:hlinkClick r:id="rId3" action="ppaction://hlinksldjump" highlightClick="1"/>
          </p:cNvPr>
          <p:cNvSpPr/>
          <p:nvPr/>
        </p:nvSpPr>
        <p:spPr>
          <a:xfrm>
            <a:off x="7920001" y="6300002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12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  <a:solidFill>
            <a:schemeClr val="bg2">
              <a:lumMod val="40000"/>
              <a:lumOff val="60000"/>
            </a:schemeClr>
          </a:solidFill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 dirty="0">
              <a:latin typeface="Arial Black" pitchFamily="34" charset="0"/>
            </a:endParaRPr>
          </a:p>
        </p:txBody>
      </p:sp>
      <p:sp>
        <p:nvSpPr>
          <p:cNvPr id="13" name="Zástupný symbol pro číslo snímku 5"/>
          <p:cNvSpPr txBox="1">
            <a:spLocks/>
          </p:cNvSpPr>
          <p:nvPr/>
        </p:nvSpPr>
        <p:spPr bwMode="auto">
          <a:xfrm>
            <a:off x="1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14" name="Obdélník 13">
            <a:hlinkClick r:id="rId4"/>
          </p:cNvPr>
          <p:cNvSpPr/>
          <p:nvPr/>
        </p:nvSpPr>
        <p:spPr>
          <a:xfrm>
            <a:off x="540001" y="1080001"/>
            <a:ext cx="8280000" cy="36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/>
          <a:p>
            <a:pPr marL="360000" indent="-360000" eaLnBrk="1" hangingPunct="1">
              <a:spcBef>
                <a:spcPts val="0"/>
              </a:spcBef>
              <a:spcAft>
                <a:spcPts val="600"/>
              </a:spcAft>
              <a:buClr>
                <a:srgbClr val="00007D"/>
              </a:buClr>
              <a:buSzPct val="75000"/>
              <a:buFont typeface="Wingdings" pitchFamily="2" charset="2"/>
              <a:buChar char="q"/>
            </a:pPr>
            <a:r>
              <a:rPr lang="en-US" sz="2000" kern="0" dirty="0">
                <a:solidFill>
                  <a:srgbClr val="00007D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Binary calculations in AVR Assembler</a:t>
            </a:r>
            <a:r>
              <a:rPr lang="cs-CZ" sz="1600" b="0" kern="0" dirty="0">
                <a:solidFill>
                  <a:srgbClr val="00007D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, www.avr-asm-tutorial.net</a:t>
            </a:r>
            <a:endParaRPr lang="en-US" sz="1600" b="0" kern="0" dirty="0">
              <a:solidFill>
                <a:srgbClr val="00007D"/>
              </a:solidFill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15" name="Obdélník 14">
            <a:hlinkClick r:id="rId5"/>
          </p:cNvPr>
          <p:cNvSpPr/>
          <p:nvPr/>
        </p:nvSpPr>
        <p:spPr>
          <a:xfrm>
            <a:off x="539553" y="1440002"/>
            <a:ext cx="8280000" cy="36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/>
          <a:p>
            <a:pPr marL="360000" indent="-360000" eaLnBrk="1" hangingPunct="1">
              <a:spcBef>
                <a:spcPts val="0"/>
              </a:spcBef>
              <a:spcAft>
                <a:spcPts val="600"/>
              </a:spcAft>
              <a:buClr>
                <a:srgbClr val="00007D"/>
              </a:buClr>
              <a:buSzPct val="75000"/>
              <a:buFont typeface="Wingdings" pitchFamily="2" charset="2"/>
              <a:buChar char="q"/>
            </a:pPr>
            <a:r>
              <a:rPr lang="cs-CZ" sz="2000" kern="0" dirty="0">
                <a:solidFill>
                  <a:srgbClr val="00007D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AVR assembler</a:t>
            </a:r>
            <a:r>
              <a:rPr lang="cs-CZ" sz="2000" b="0" kern="0" dirty="0">
                <a:solidFill>
                  <a:srgbClr val="00007D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, Atmel.com</a:t>
            </a:r>
            <a:endParaRPr lang="en-US" sz="2000" b="0" kern="0" dirty="0">
              <a:solidFill>
                <a:srgbClr val="00007D"/>
              </a:solidFill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16" name="Obdélník 15">
            <a:hlinkClick r:id="rId6"/>
          </p:cNvPr>
          <p:cNvSpPr/>
          <p:nvPr/>
        </p:nvSpPr>
        <p:spPr>
          <a:xfrm>
            <a:off x="539553" y="1800002"/>
            <a:ext cx="8280000" cy="36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/>
          <a:p>
            <a:pPr marL="360000" indent="-360000" eaLnBrk="1" hangingPunct="1">
              <a:spcBef>
                <a:spcPts val="0"/>
              </a:spcBef>
              <a:spcAft>
                <a:spcPts val="600"/>
              </a:spcAft>
              <a:buClr>
                <a:srgbClr val="00007D"/>
              </a:buClr>
              <a:buSzPct val="75000"/>
              <a:buFont typeface="Wingdings" pitchFamily="2" charset="2"/>
              <a:buChar char="q"/>
            </a:pPr>
            <a:r>
              <a:rPr lang="cs-CZ" sz="2000" kern="0" dirty="0">
                <a:solidFill>
                  <a:srgbClr val="00007D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Aplikace ATmega644 v jazyce C</a:t>
            </a:r>
            <a:r>
              <a:rPr lang="cs-CZ" sz="2000" b="0" kern="0" dirty="0">
                <a:solidFill>
                  <a:srgbClr val="00007D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, KE 1/2011</a:t>
            </a:r>
            <a:endParaRPr lang="en-US" sz="2000" b="0" kern="0" dirty="0">
              <a:solidFill>
                <a:srgbClr val="00007D"/>
              </a:solidFill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17" name="Obdélník 16"/>
          <p:cNvSpPr/>
          <p:nvPr/>
        </p:nvSpPr>
        <p:spPr>
          <a:xfrm>
            <a:off x="539553" y="2160001"/>
            <a:ext cx="8280000" cy="36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/>
          <a:p>
            <a:pPr marL="360000" indent="-360000" eaLnBrk="1" hangingPunct="1">
              <a:spcBef>
                <a:spcPts val="0"/>
              </a:spcBef>
              <a:spcAft>
                <a:spcPts val="600"/>
              </a:spcAft>
              <a:buClr>
                <a:srgbClr val="00007D"/>
              </a:buClr>
              <a:buSzPct val="75000"/>
              <a:buFont typeface="Wingdings" pitchFamily="2" charset="2"/>
              <a:buChar char="q"/>
            </a:pPr>
            <a:r>
              <a:rPr lang="cs-CZ" sz="2000" kern="0" dirty="0">
                <a:solidFill>
                  <a:srgbClr val="00007D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Moderní mikrokontroléry 5</a:t>
            </a:r>
            <a:r>
              <a:rPr lang="cs-CZ" sz="2000" b="0" kern="0" dirty="0">
                <a:solidFill>
                  <a:srgbClr val="00007D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, KE 5/2011</a:t>
            </a:r>
            <a:endParaRPr lang="en-US" sz="2000" b="0" kern="0" dirty="0">
              <a:solidFill>
                <a:srgbClr val="00007D"/>
              </a:solidFill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19" name="Obdélník 18">
            <a:hlinkClick r:id="rId7"/>
          </p:cNvPr>
          <p:cNvSpPr/>
          <p:nvPr/>
        </p:nvSpPr>
        <p:spPr>
          <a:xfrm>
            <a:off x="540001" y="2520002"/>
            <a:ext cx="8280000" cy="36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/>
          <a:p>
            <a:pPr marL="360000" indent="-360000" eaLnBrk="1" hangingPunct="1">
              <a:spcBef>
                <a:spcPts val="0"/>
              </a:spcBef>
              <a:spcAft>
                <a:spcPts val="600"/>
              </a:spcAft>
              <a:buClr>
                <a:srgbClr val="00007D"/>
              </a:buClr>
              <a:buSzPct val="75000"/>
              <a:buFont typeface="Wingdings" pitchFamily="2" charset="2"/>
              <a:buChar char="q"/>
            </a:pPr>
            <a:r>
              <a:rPr lang="cs-CZ" sz="2000" kern="0" dirty="0" err="1">
                <a:solidFill>
                  <a:srgbClr val="00007D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Atmel</a:t>
            </a:r>
            <a:r>
              <a:rPr lang="cs-CZ" sz="2000" kern="0" dirty="0">
                <a:solidFill>
                  <a:srgbClr val="00007D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, </a:t>
            </a:r>
            <a:r>
              <a:rPr lang="cs-CZ" sz="2000" kern="0" dirty="0" err="1">
                <a:solidFill>
                  <a:srgbClr val="00007D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Application</a:t>
            </a:r>
            <a:r>
              <a:rPr lang="cs-CZ" sz="2000" kern="0" dirty="0">
                <a:solidFill>
                  <a:srgbClr val="00007D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 Notes</a:t>
            </a:r>
            <a:endParaRPr lang="en-US" sz="2000" b="0" kern="0" dirty="0">
              <a:solidFill>
                <a:srgbClr val="00007D"/>
              </a:solidFill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837777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lačítko akce: Vlastní 7">
            <a:hlinkClick r:id="" action="ppaction://hlinkshowjump?jump=nextslide" highlightClick="1"/>
          </p:cNvPr>
          <p:cNvSpPr/>
          <p:nvPr/>
        </p:nvSpPr>
        <p:spPr>
          <a:xfrm>
            <a:off x="6840002" y="6300002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9" name="Tlačítko akce: Vlastní 8">
            <a:hlinkClick r:id="" action="ppaction://hlinkshowjump?jump=previousslide" highlightClick="1"/>
          </p:cNvPr>
          <p:cNvSpPr/>
          <p:nvPr/>
        </p:nvSpPr>
        <p:spPr>
          <a:xfrm>
            <a:off x="5760001" y="6300002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10" name="Tlačítko akce: Vlastní 9">
            <a:hlinkClick r:id="rId3" action="ppaction://hlinksldjump" highlightClick="1"/>
          </p:cNvPr>
          <p:cNvSpPr/>
          <p:nvPr/>
        </p:nvSpPr>
        <p:spPr>
          <a:xfrm>
            <a:off x="7920001" y="6300002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11" name="Rectangle 2"/>
          <p:cNvSpPr>
            <a:spLocks noGrp="1" noChangeArrowheads="1"/>
          </p:cNvSpPr>
          <p:nvPr>
            <p:ph type="title"/>
          </p:nvPr>
        </p:nvSpPr>
        <p:spPr>
          <a:xfrm>
            <a:off x="1" y="1419385"/>
            <a:ext cx="9144000" cy="3785652"/>
          </a:xfrm>
          <a:noFill/>
          <a:ln/>
        </p:spPr>
        <p:txBody>
          <a:bodyPr>
            <a:spAutoFit/>
          </a:bodyPr>
          <a:lstStyle/>
          <a:p>
            <a:pPr algn="ctr">
              <a:defRPr/>
            </a:pPr>
            <a:r>
              <a:rPr lang="cs-CZ" sz="8000" dirty="0">
                <a:latin typeface="Arial Black" pitchFamily="34" charset="0"/>
              </a:rPr>
              <a:t>AVR</a:t>
            </a:r>
            <a:br>
              <a:rPr lang="cs-CZ" sz="8000" dirty="0">
                <a:latin typeface="Arial Black" pitchFamily="34" charset="0"/>
              </a:rPr>
            </a:br>
            <a:r>
              <a:rPr lang="cs-CZ" sz="8000" dirty="0">
                <a:latin typeface="Arial Black" pitchFamily="34" charset="0"/>
              </a:rPr>
              <a:t>instrukční soubor</a:t>
            </a:r>
          </a:p>
        </p:txBody>
      </p:sp>
      <p:sp>
        <p:nvSpPr>
          <p:cNvPr id="12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  <a:solidFill>
            <a:schemeClr val="bg2">
              <a:lumMod val="40000"/>
              <a:lumOff val="60000"/>
            </a:schemeClr>
          </a:solidFill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latin typeface="Arial Black" pitchFamily="34" charset="0"/>
            </a:endParaRPr>
          </a:p>
        </p:txBody>
      </p:sp>
      <p:sp>
        <p:nvSpPr>
          <p:cNvPr id="13" name="Zástupný symbol pro číslo snímku 5"/>
          <p:cNvSpPr txBox="1">
            <a:spLocks/>
          </p:cNvSpPr>
          <p:nvPr/>
        </p:nvSpPr>
        <p:spPr bwMode="auto">
          <a:xfrm>
            <a:off x="1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14" name="Rectangle 17"/>
          <p:cNvSpPr>
            <a:spLocks noChangeArrowheads="1"/>
          </p:cNvSpPr>
          <p:nvPr/>
        </p:nvSpPr>
        <p:spPr bwMode="auto">
          <a:xfrm>
            <a:off x="720000" y="72000"/>
            <a:ext cx="2776392" cy="40011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square">
            <a:spAutoFit/>
          </a:bodyPr>
          <a:lstStyle/>
          <a:p>
            <a:pPr>
              <a:buClr>
                <a:srgbClr val="006600"/>
              </a:buClr>
              <a:buFont typeface="Wingdings" pitchFamily="2" charset="2"/>
              <a:buNone/>
            </a:pPr>
            <a:r>
              <a:rPr lang="cs-CZ" sz="2000" b="0" kern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ea typeface="+mj-ea"/>
                <a:cs typeface="+mj-cs"/>
              </a:rPr>
              <a:t>Nová kapitola </a:t>
            </a:r>
          </a:p>
        </p:txBody>
      </p:sp>
    </p:spTree>
    <p:extLst>
      <p:ext uri="{BB962C8B-B14F-4D97-AF65-F5344CB8AC3E}">
        <p14:creationId xmlns:p14="http://schemas.microsoft.com/office/powerpoint/2010/main" val="13807626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22" name="Rectangle 2"/>
          <p:cNvSpPr>
            <a:spLocks noGrp="1" noChangeArrowheads="1"/>
          </p:cNvSpPr>
          <p:nvPr>
            <p:ph type="title"/>
          </p:nvPr>
        </p:nvSpPr>
        <p:spPr>
          <a:xfrm>
            <a:off x="468000" y="288000"/>
            <a:ext cx="8318497" cy="720000"/>
          </a:xfrm>
          <a:noFill/>
          <a:ln/>
        </p:spPr>
        <p:txBody>
          <a:bodyPr/>
          <a:lstStyle/>
          <a:p>
            <a:r>
              <a:rPr lang="cs-CZ" sz="40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Instrukce</a:t>
            </a:r>
          </a:p>
        </p:txBody>
      </p:sp>
      <p:sp>
        <p:nvSpPr>
          <p:cNvPr id="235532" name="Rectangle 12"/>
          <p:cNvSpPr>
            <a:spLocks noGrp="1" noChangeArrowheads="1"/>
          </p:cNvSpPr>
          <p:nvPr>
            <p:ph idx="1"/>
          </p:nvPr>
        </p:nvSpPr>
        <p:spPr>
          <a:xfrm>
            <a:off x="360000" y="1080000"/>
            <a:ext cx="8784000" cy="3693319"/>
          </a:xfrm>
          <a:noFill/>
          <a:ln/>
        </p:spPr>
        <p:txBody>
          <a:bodyPr>
            <a:spAutoFit/>
          </a:bodyPr>
          <a:lstStyle/>
          <a:p>
            <a:pPr marL="504000" indent="-504000">
              <a:spcBef>
                <a:spcPts val="0"/>
              </a:spcBef>
              <a:spcAft>
                <a:spcPts val="1200"/>
              </a:spcAft>
              <a:buSzPct val="100000"/>
            </a:pPr>
            <a:r>
              <a:rPr lang="cs-CZ" sz="2800" b="1" kern="1200" dirty="0">
                <a:latin typeface="Verdana" pitchFamily="34" charset="0"/>
              </a:rPr>
              <a:t>Instrukce </a:t>
            </a:r>
            <a:r>
              <a:rPr lang="cs-CZ" sz="2800" kern="1200" dirty="0">
                <a:latin typeface="Verdana" pitchFamily="34" charset="0"/>
              </a:rPr>
              <a:t>má </a:t>
            </a:r>
          </a:p>
          <a:p>
            <a:pPr marL="540000" indent="0">
              <a:spcBef>
                <a:spcPts val="0"/>
              </a:spcBef>
              <a:spcAft>
                <a:spcPts val="1200"/>
              </a:spcAft>
              <a:buSzPct val="100000"/>
              <a:buNone/>
            </a:pPr>
            <a:r>
              <a:rPr lang="cs-CZ" sz="2800" b="1" kern="1200" dirty="0">
                <a:latin typeface="Verdana" pitchFamily="34" charset="0"/>
              </a:rPr>
              <a:t>symbolickou </a:t>
            </a:r>
            <a:r>
              <a:rPr lang="cs-CZ" sz="2800" kern="1200" dirty="0">
                <a:latin typeface="Verdana" pitchFamily="34" charset="0"/>
              </a:rPr>
              <a:t>podobu</a:t>
            </a:r>
          </a:p>
          <a:p>
            <a:pPr marL="504000" indent="-504000">
              <a:spcBef>
                <a:spcPts val="0"/>
              </a:spcBef>
              <a:spcAft>
                <a:spcPts val="1800"/>
              </a:spcAft>
              <a:buNone/>
            </a:pPr>
            <a:r>
              <a:rPr lang="cs-CZ" sz="2800" kern="1200" dirty="0">
                <a:latin typeface="Verdana" pitchFamily="34" charset="0"/>
              </a:rPr>
              <a:t>	</a:t>
            </a:r>
            <a:r>
              <a:rPr lang="cs-CZ" sz="4800" b="1" kern="12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cs typeface="Consolas" panose="020B0609020204030204" pitchFamily="49" charset="0"/>
              </a:rPr>
              <a:t>LDI R16,0xFF</a:t>
            </a:r>
            <a:endParaRPr lang="en-US" sz="4800" b="1" kern="120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504000" indent="-504000">
              <a:spcBef>
                <a:spcPts val="0"/>
              </a:spcBef>
              <a:spcAft>
                <a:spcPts val="1800"/>
              </a:spcAft>
              <a:buNone/>
            </a:pPr>
            <a:r>
              <a:rPr lang="cs-CZ" sz="2800" kern="1200" dirty="0">
                <a:latin typeface="Verdana" pitchFamily="34" charset="0"/>
              </a:rPr>
              <a:t>	a</a:t>
            </a:r>
            <a:r>
              <a:rPr lang="en-US" sz="2800" kern="1200" dirty="0">
                <a:latin typeface="Verdana" pitchFamily="34" charset="0"/>
              </a:rPr>
              <a:t> </a:t>
            </a:r>
            <a:r>
              <a:rPr lang="cs-CZ" sz="2800" b="1" kern="1200" dirty="0">
                <a:latin typeface="Verdana" pitchFamily="34" charset="0"/>
              </a:rPr>
              <a:t>kódovou</a:t>
            </a:r>
            <a:r>
              <a:rPr lang="cs-CZ" sz="2800" kern="1200" dirty="0">
                <a:latin typeface="Verdana" pitchFamily="34" charset="0"/>
              </a:rPr>
              <a:t> podobu</a:t>
            </a:r>
          </a:p>
          <a:p>
            <a:pPr marL="504000" indent="-504000">
              <a:spcBef>
                <a:spcPts val="0"/>
              </a:spcBef>
              <a:spcAft>
                <a:spcPts val="1800"/>
              </a:spcAft>
              <a:buNone/>
            </a:pPr>
            <a:r>
              <a:rPr lang="cs-CZ" sz="4800" kern="1200" dirty="0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cs-CZ" sz="4800" b="1" kern="12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cs typeface="Consolas" panose="020B0609020204030204" pitchFamily="49" charset="0"/>
              </a:rPr>
              <a:t>0xEF0F</a:t>
            </a:r>
          </a:p>
        </p:txBody>
      </p:sp>
      <p:sp>
        <p:nvSpPr>
          <p:cNvPr id="4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 dirty="0">
              <a:latin typeface="Arial Black" pitchFamily="34" charset="0"/>
            </a:endParaRPr>
          </a:p>
        </p:txBody>
      </p:sp>
      <p:sp>
        <p:nvSpPr>
          <p:cNvPr id="5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6" name="Tlačítko akce: Vlastní 5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7" name="Tlačítko akce: Vlastní 6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8" name="Tlačítko akce: Vlastní 7">
            <a:hlinkClick r:id="rId3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355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3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3553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3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3553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3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3553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3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3553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5532" grpId="0" uiExpand="1" build="p"/>
      <p:bldP spid="4" grpId="0" animBg="1"/>
      <p:bldP spid="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ovéPole 13"/>
          <p:cNvSpPr txBox="1"/>
          <p:nvPr/>
        </p:nvSpPr>
        <p:spPr bwMode="auto">
          <a:xfrm>
            <a:off x="0" y="1918573"/>
            <a:ext cx="9144000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cs-CZ" sz="6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cs typeface="Consolas" panose="020B0609020204030204" pitchFamily="49" charset="0"/>
              </a:rPr>
              <a:t>LDI R16,0xFF</a:t>
            </a:r>
            <a:endParaRPr lang="cs-CZ" sz="6000" b="1" dirty="0">
              <a:solidFill>
                <a:srgbClr val="FF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6" name="TextovéPole 15"/>
          <p:cNvSpPr txBox="1"/>
          <p:nvPr/>
        </p:nvSpPr>
        <p:spPr bwMode="auto">
          <a:xfrm>
            <a:off x="611560" y="3286725"/>
            <a:ext cx="3168352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algn="ctr" rtl="0" fontAlgn="base">
              <a:spcBef>
                <a:spcPct val="0"/>
              </a:spcBef>
              <a:spcAft>
                <a:spcPct val="0"/>
              </a:spcAft>
            </a:pPr>
            <a:r>
              <a:rPr lang="cs-CZ" sz="3600" b="1" dirty="0">
                <a:solidFill>
                  <a:srgbClr val="000000"/>
                </a:solidFill>
                <a:latin typeface="Arial"/>
                <a:ea typeface="+mn-ea"/>
                <a:cs typeface="+mn-cs"/>
              </a:rPr>
              <a:t>Operační kód</a:t>
            </a:r>
          </a:p>
        </p:txBody>
      </p:sp>
      <p:sp>
        <p:nvSpPr>
          <p:cNvPr id="17" name="TextovéPole 16"/>
          <p:cNvSpPr txBox="1"/>
          <p:nvPr/>
        </p:nvSpPr>
        <p:spPr bwMode="auto">
          <a:xfrm>
            <a:off x="2843808" y="4294837"/>
            <a:ext cx="2664296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algn="ctr" rtl="0" fontAlgn="base">
              <a:spcBef>
                <a:spcPct val="0"/>
              </a:spcBef>
              <a:spcAft>
                <a:spcPct val="0"/>
              </a:spcAft>
            </a:pPr>
            <a:r>
              <a:rPr lang="cs-CZ" sz="3600" b="1" dirty="0">
                <a:solidFill>
                  <a:srgbClr val="000000"/>
                </a:solidFill>
                <a:latin typeface="Arial"/>
                <a:ea typeface="+mn-ea"/>
                <a:cs typeface="+mn-cs"/>
              </a:rPr>
              <a:t>1.operand</a:t>
            </a:r>
          </a:p>
        </p:txBody>
      </p:sp>
      <p:sp>
        <p:nvSpPr>
          <p:cNvPr id="18" name="TextovéPole 17"/>
          <p:cNvSpPr txBox="1"/>
          <p:nvPr/>
        </p:nvSpPr>
        <p:spPr bwMode="auto">
          <a:xfrm>
            <a:off x="5076056" y="4942909"/>
            <a:ext cx="2664296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algn="ctr" rtl="0" fontAlgn="base">
              <a:spcBef>
                <a:spcPct val="0"/>
              </a:spcBef>
              <a:spcAft>
                <a:spcPct val="0"/>
              </a:spcAft>
            </a:pPr>
            <a:r>
              <a:rPr lang="cs-CZ" sz="3600" b="1" dirty="0">
                <a:solidFill>
                  <a:srgbClr val="000000"/>
                </a:solidFill>
                <a:latin typeface="Arial"/>
                <a:ea typeface="+mn-ea"/>
                <a:cs typeface="+mn-cs"/>
              </a:rPr>
              <a:t>2.operand</a:t>
            </a:r>
          </a:p>
        </p:txBody>
      </p:sp>
      <p:cxnSp>
        <p:nvCxnSpPr>
          <p:cNvPr id="20" name="Přímá spojovací čára 19"/>
          <p:cNvCxnSpPr>
            <a:stCxn id="16" idx="0"/>
          </p:cNvCxnSpPr>
          <p:nvPr/>
        </p:nvCxnSpPr>
        <p:spPr>
          <a:xfrm rot="5400000" flipH="1" flipV="1">
            <a:off x="2159732" y="2818673"/>
            <a:ext cx="504056" cy="432048"/>
          </a:xfrm>
          <a:prstGeom prst="line">
            <a:avLst/>
          </a:prstGeom>
          <a:ln w="5715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Přímá spojovací čára 20"/>
          <p:cNvCxnSpPr>
            <a:stCxn id="17" idx="0"/>
          </p:cNvCxnSpPr>
          <p:nvPr/>
        </p:nvCxnSpPr>
        <p:spPr>
          <a:xfrm rot="16200000" flipV="1">
            <a:off x="3401870" y="3520751"/>
            <a:ext cx="1440160" cy="108012"/>
          </a:xfrm>
          <a:prstGeom prst="line">
            <a:avLst/>
          </a:prstGeom>
          <a:ln w="5715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Přímá spojovací čára 23"/>
          <p:cNvCxnSpPr>
            <a:stCxn id="18" idx="0"/>
          </p:cNvCxnSpPr>
          <p:nvPr/>
        </p:nvCxnSpPr>
        <p:spPr>
          <a:xfrm rot="16200000" flipV="1">
            <a:off x="5058054" y="3592759"/>
            <a:ext cx="2160240" cy="540060"/>
          </a:xfrm>
          <a:prstGeom prst="line">
            <a:avLst/>
          </a:prstGeom>
          <a:ln w="5715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Obdélník 26"/>
          <p:cNvSpPr/>
          <p:nvPr/>
        </p:nvSpPr>
        <p:spPr>
          <a:xfrm>
            <a:off x="0" y="980728"/>
            <a:ext cx="9144000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cs-CZ" sz="2800" b="0" dirty="0">
                <a:latin typeface="Verdana" pitchFamily="34" charset="0"/>
              </a:rPr>
              <a:t>Instrukce se skládá z </a:t>
            </a:r>
            <a:r>
              <a:rPr lang="cs-CZ" sz="2800" dirty="0">
                <a:latin typeface="Verdana" pitchFamily="34" charset="0"/>
              </a:rPr>
              <a:t>operačního kódu </a:t>
            </a:r>
            <a:r>
              <a:rPr lang="cs-CZ" sz="2800" b="0" dirty="0">
                <a:latin typeface="Verdana" pitchFamily="34" charset="0"/>
              </a:rPr>
              <a:t>a </a:t>
            </a:r>
            <a:r>
              <a:rPr lang="cs-CZ" sz="2800" dirty="0">
                <a:latin typeface="Verdana" pitchFamily="34" charset="0"/>
              </a:rPr>
              <a:t>operandů</a:t>
            </a:r>
          </a:p>
        </p:txBody>
      </p:sp>
      <p:sp>
        <p:nvSpPr>
          <p:cNvPr id="11" name="Rectangle 2"/>
          <p:cNvSpPr>
            <a:spLocks noGrp="1" noChangeArrowheads="1"/>
          </p:cNvSpPr>
          <p:nvPr>
            <p:ph type="title"/>
          </p:nvPr>
        </p:nvSpPr>
        <p:spPr>
          <a:xfrm>
            <a:off x="720000" y="69945"/>
            <a:ext cx="7772400" cy="400110"/>
          </a:xfrm>
          <a:noFill/>
          <a:ln/>
        </p:spPr>
        <p:txBody>
          <a:bodyPr>
            <a:spAutoFit/>
          </a:bodyPr>
          <a:lstStyle/>
          <a:p>
            <a:pPr>
              <a:defRPr/>
            </a:pPr>
            <a:r>
              <a:rPr lang="cs-CZ" sz="2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</a:rPr>
              <a:t>Instrukce</a:t>
            </a:r>
          </a:p>
        </p:txBody>
      </p:sp>
      <p:sp>
        <p:nvSpPr>
          <p:cNvPr id="12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 dirty="0">
              <a:latin typeface="Arial Black" pitchFamily="34" charset="0"/>
            </a:endParaRPr>
          </a:p>
        </p:txBody>
      </p:sp>
      <p:sp>
        <p:nvSpPr>
          <p:cNvPr id="13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19" name="Tlačítko akce: Vlastní 18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22" name="Tlačítko akce: Vlastní 21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23" name="Tlačítko akce: Vlastní 22">
            <a:hlinkClick r:id="rId3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6" grpId="0"/>
      <p:bldP spid="17" grpId="0"/>
      <p:bldP spid="18" grpId="0"/>
      <p:bldP spid="12" grpId="0" animBg="1"/>
      <p:bldP spid="1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12"/>
          <p:cNvSpPr>
            <a:spLocks noGrp="1" noChangeArrowheads="1"/>
          </p:cNvSpPr>
          <p:nvPr>
            <p:ph idx="1"/>
          </p:nvPr>
        </p:nvSpPr>
        <p:spPr>
          <a:xfrm>
            <a:off x="360000" y="1080000"/>
            <a:ext cx="8784000" cy="2185214"/>
          </a:xfrm>
          <a:noFill/>
          <a:ln/>
        </p:spPr>
        <p:txBody>
          <a:bodyPr>
            <a:spAutoFit/>
          </a:bodyPr>
          <a:lstStyle/>
          <a:p>
            <a:pPr marL="504000" indent="-504000">
              <a:spcBef>
                <a:spcPts val="0"/>
              </a:spcBef>
              <a:spcAft>
                <a:spcPts val="2400"/>
              </a:spcAft>
              <a:buSzPct val="100000"/>
            </a:pPr>
            <a:r>
              <a:rPr lang="cs-CZ" sz="2400" b="1" u="sng" kern="1200" dirty="0">
                <a:latin typeface="Verdana" pitchFamily="34" charset="0"/>
              </a:rPr>
              <a:t>Operační kód</a:t>
            </a:r>
            <a:r>
              <a:rPr lang="cs-CZ" sz="2400" kern="1200" dirty="0">
                <a:latin typeface="Verdana" pitchFamily="34" charset="0"/>
              </a:rPr>
              <a:t> určuje </a:t>
            </a:r>
            <a:r>
              <a:rPr lang="cs-CZ" sz="2400" b="1" kern="1200" dirty="0">
                <a:latin typeface="Verdana" pitchFamily="34" charset="0"/>
              </a:rPr>
              <a:t>typ operace</a:t>
            </a:r>
          </a:p>
          <a:p>
            <a:pPr marL="504000" indent="-504000">
              <a:spcBef>
                <a:spcPts val="0"/>
              </a:spcBef>
              <a:spcAft>
                <a:spcPts val="2400"/>
              </a:spcAft>
              <a:buSzPct val="100000"/>
            </a:pPr>
            <a:r>
              <a:rPr lang="cs-CZ" sz="2400" b="1" u="sng" kern="1200" dirty="0">
                <a:latin typeface="Verdana" pitchFamily="34" charset="0"/>
              </a:rPr>
              <a:t>Operandy</a:t>
            </a:r>
            <a:r>
              <a:rPr lang="cs-CZ" sz="2400" kern="1200" dirty="0">
                <a:latin typeface="Verdana" pitchFamily="34" charset="0"/>
              </a:rPr>
              <a:t> určují </a:t>
            </a:r>
            <a:r>
              <a:rPr lang="cs-CZ" sz="2400" b="1" kern="1200" dirty="0">
                <a:latin typeface="Verdana" pitchFamily="34" charset="0"/>
              </a:rPr>
              <a:t>s jakými daty </a:t>
            </a:r>
            <a:r>
              <a:rPr lang="cs-CZ" sz="2400" kern="1200" dirty="0">
                <a:latin typeface="Verdana" pitchFamily="34" charset="0"/>
              </a:rPr>
              <a:t>se má provést daná operace (může být jeden, dva nebo žádný) </a:t>
            </a:r>
          </a:p>
          <a:p>
            <a:pPr marL="504000" indent="-504000">
              <a:spcBef>
                <a:spcPts val="0"/>
              </a:spcBef>
              <a:spcAft>
                <a:spcPts val="1200"/>
              </a:spcAft>
              <a:buSzPct val="100000"/>
            </a:pPr>
            <a:r>
              <a:rPr lang="cs-CZ" sz="2400" b="1" u="sng" kern="1200" dirty="0">
                <a:latin typeface="Verdana" pitchFamily="34" charset="0"/>
              </a:rPr>
              <a:t>Adresace</a:t>
            </a:r>
            <a:r>
              <a:rPr lang="cs-CZ" sz="2400" kern="1200" dirty="0">
                <a:latin typeface="Verdana" pitchFamily="34" charset="0"/>
              </a:rPr>
              <a:t> určuje, jak jsou operandy </a:t>
            </a:r>
            <a:r>
              <a:rPr lang="cs-CZ" sz="2400" b="1" kern="1200" dirty="0">
                <a:latin typeface="Verdana" pitchFamily="34" charset="0"/>
              </a:rPr>
              <a:t>dosažitelné</a:t>
            </a:r>
            <a:endParaRPr lang="en-US" sz="2400" kern="1200" dirty="0">
              <a:latin typeface="Verdana" pitchFamily="34" charset="0"/>
            </a:endParaRPr>
          </a:p>
        </p:txBody>
      </p:sp>
      <p:sp>
        <p:nvSpPr>
          <p:cNvPr id="4" name="Rectangle 2"/>
          <p:cNvSpPr>
            <a:spLocks noGrp="1" noChangeArrowheads="1"/>
          </p:cNvSpPr>
          <p:nvPr>
            <p:ph type="title"/>
          </p:nvPr>
        </p:nvSpPr>
        <p:spPr>
          <a:xfrm>
            <a:off x="720000" y="69945"/>
            <a:ext cx="7772400" cy="400110"/>
          </a:xfrm>
          <a:noFill/>
          <a:ln/>
        </p:spPr>
        <p:txBody>
          <a:bodyPr>
            <a:spAutoFit/>
          </a:bodyPr>
          <a:lstStyle/>
          <a:p>
            <a:pPr>
              <a:defRPr/>
            </a:pPr>
            <a:r>
              <a:rPr lang="cs-CZ" sz="2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</a:rPr>
              <a:t>Instrukce</a:t>
            </a:r>
          </a:p>
        </p:txBody>
      </p:sp>
      <p:sp>
        <p:nvSpPr>
          <p:cNvPr id="5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 dirty="0">
              <a:latin typeface="Arial Black" pitchFamily="34" charset="0"/>
            </a:endParaRPr>
          </a:p>
        </p:txBody>
      </p:sp>
      <p:sp>
        <p:nvSpPr>
          <p:cNvPr id="6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7" name="Tlačítko akce: Vlastní 6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8" name="Tlačítko akce: Vlastní 7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9" name="Tlačítko akce: Vlastní 8">
            <a:hlinkClick r:id="rId3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22" name="Rectangle 2"/>
          <p:cNvSpPr>
            <a:spLocks noGrp="1" noChangeArrowheads="1"/>
          </p:cNvSpPr>
          <p:nvPr>
            <p:ph type="title"/>
          </p:nvPr>
        </p:nvSpPr>
        <p:spPr>
          <a:xfrm>
            <a:off x="468000" y="288000"/>
            <a:ext cx="8318497" cy="720000"/>
          </a:xfrm>
          <a:noFill/>
          <a:ln/>
        </p:spPr>
        <p:txBody>
          <a:bodyPr/>
          <a:lstStyle/>
          <a:p>
            <a:r>
              <a:rPr lang="cs-CZ" sz="40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Jak se vytváří aplikace</a:t>
            </a:r>
          </a:p>
        </p:txBody>
      </p:sp>
      <p:sp>
        <p:nvSpPr>
          <p:cNvPr id="235532" name="Rectangle 12"/>
          <p:cNvSpPr>
            <a:spLocks noGrp="1" noChangeArrowheads="1"/>
          </p:cNvSpPr>
          <p:nvPr>
            <p:ph idx="1"/>
          </p:nvPr>
        </p:nvSpPr>
        <p:spPr>
          <a:xfrm>
            <a:off x="360000" y="1080000"/>
            <a:ext cx="8784000" cy="3354765"/>
          </a:xfrm>
          <a:noFill/>
          <a:ln/>
        </p:spPr>
        <p:txBody>
          <a:bodyPr>
            <a:spAutoFit/>
          </a:bodyPr>
          <a:lstStyle/>
          <a:p>
            <a:pPr marL="504000" indent="-504000">
              <a:spcBef>
                <a:spcPts val="0"/>
              </a:spcBef>
              <a:spcAft>
                <a:spcPts val="1200"/>
              </a:spcAft>
              <a:buSzPct val="100000"/>
            </a:pPr>
            <a:r>
              <a:rPr lang="cs-CZ" sz="2800" b="1" kern="1200" dirty="0">
                <a:latin typeface="Verdana" pitchFamily="34" charset="0"/>
              </a:rPr>
              <a:t>Vyšší programovací jazyk (C)</a:t>
            </a:r>
            <a:endParaRPr lang="cs-CZ" sz="2800" kern="1200" dirty="0">
              <a:latin typeface="Verdana" pitchFamily="34" charset="0"/>
            </a:endParaRPr>
          </a:p>
          <a:p>
            <a:pPr marL="504000" indent="-504000">
              <a:spcBef>
                <a:spcPts val="0"/>
              </a:spcBef>
              <a:spcAft>
                <a:spcPts val="1200"/>
              </a:spcAft>
              <a:buFont typeface="Wingdings" pitchFamily="2" charset="2"/>
              <a:buChar char="ü"/>
            </a:pPr>
            <a:r>
              <a:rPr lang="cs-CZ" sz="2400" kern="1200" dirty="0">
                <a:latin typeface="Verdana" pitchFamily="34" charset="0"/>
              </a:rPr>
              <a:t>Používají se základní struktury (sekvence, větvení a cyklus)</a:t>
            </a:r>
          </a:p>
          <a:p>
            <a:pPr marL="504000" indent="-504000">
              <a:spcBef>
                <a:spcPts val="0"/>
              </a:spcBef>
              <a:spcAft>
                <a:spcPts val="1200"/>
              </a:spcAft>
              <a:buFont typeface="Wingdings" pitchFamily="2" charset="2"/>
              <a:buChar char="ü"/>
            </a:pPr>
            <a:r>
              <a:rPr lang="cs-CZ" sz="2400" kern="1200" dirty="0">
                <a:latin typeface="Verdana" pitchFamily="34" charset="0"/>
              </a:rPr>
              <a:t>Program je abstrahován od procesoru, na kterém je kód vykonáván</a:t>
            </a:r>
          </a:p>
          <a:p>
            <a:pPr marL="504000" indent="-504000">
              <a:spcBef>
                <a:spcPts val="0"/>
              </a:spcBef>
              <a:spcAft>
                <a:spcPts val="1200"/>
              </a:spcAft>
              <a:buFont typeface="Wingdings" pitchFamily="2" charset="2"/>
              <a:buChar char="ü"/>
            </a:pPr>
            <a:r>
              <a:rPr lang="cs-CZ" sz="2400" kern="1200" dirty="0">
                <a:latin typeface="Verdana" pitchFamily="34" charset="0"/>
              </a:rPr>
              <a:t>Vývoj programu je rychlý +</a:t>
            </a:r>
          </a:p>
          <a:p>
            <a:pPr marL="504000" indent="-504000">
              <a:spcBef>
                <a:spcPts val="0"/>
              </a:spcBef>
              <a:spcAft>
                <a:spcPts val="1200"/>
              </a:spcAft>
              <a:buFont typeface="Wingdings" pitchFamily="2" charset="2"/>
              <a:buChar char="ü"/>
            </a:pPr>
            <a:r>
              <a:rPr lang="cs-CZ" sz="2400" kern="1200" dirty="0">
                <a:latin typeface="Verdana" pitchFamily="34" charset="0"/>
              </a:rPr>
              <a:t>Strojový kód nemusí být optimální – </a:t>
            </a:r>
          </a:p>
        </p:txBody>
      </p:sp>
      <p:sp>
        <p:nvSpPr>
          <p:cNvPr id="4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 dirty="0">
              <a:latin typeface="Arial Black" pitchFamily="34" charset="0"/>
            </a:endParaRPr>
          </a:p>
        </p:txBody>
      </p:sp>
      <p:sp>
        <p:nvSpPr>
          <p:cNvPr id="5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6" name="Tlačítko akce: Vlastní 5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7" name="Tlačítko akce: Vlastní 6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8" name="Tlačítko akce: Vlastní 7">
            <a:hlinkClick r:id="rId3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</p:spTree>
    <p:extLst>
      <p:ext uri="{BB962C8B-B14F-4D97-AF65-F5344CB8AC3E}">
        <p14:creationId xmlns:p14="http://schemas.microsoft.com/office/powerpoint/2010/main" val="6051333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355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3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3553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3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3553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3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3553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3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3553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5532" grpId="0" uiExpand="1" build="p"/>
      <p:bldP spid="4" grpId="0" animBg="1"/>
      <p:bldP spid="5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2" name="Rectangle 12"/>
          <p:cNvSpPr>
            <a:spLocks noGrp="1" noChangeArrowheads="1"/>
          </p:cNvSpPr>
          <p:nvPr>
            <p:ph idx="1"/>
          </p:nvPr>
        </p:nvSpPr>
        <p:spPr>
          <a:xfrm>
            <a:off x="360000" y="1080000"/>
            <a:ext cx="8784000" cy="2923877"/>
          </a:xfrm>
          <a:noFill/>
          <a:ln/>
        </p:spPr>
        <p:txBody>
          <a:bodyPr>
            <a:spAutoFit/>
          </a:bodyPr>
          <a:lstStyle/>
          <a:p>
            <a:pPr marL="504000" indent="-504000">
              <a:spcBef>
                <a:spcPts val="0"/>
              </a:spcBef>
              <a:spcAft>
                <a:spcPts val="1200"/>
              </a:spcAft>
              <a:buSzPct val="100000"/>
            </a:pPr>
            <a:r>
              <a:rPr lang="cs-CZ" sz="2800" b="1" kern="1200" dirty="0">
                <a:latin typeface="Verdana" pitchFamily="34" charset="0"/>
              </a:rPr>
              <a:t>Nižší programovací jazyk (ASM)</a:t>
            </a:r>
            <a:endParaRPr lang="cs-CZ" sz="2800" kern="1200" dirty="0">
              <a:latin typeface="Verdana" pitchFamily="34" charset="0"/>
            </a:endParaRPr>
          </a:p>
          <a:p>
            <a:pPr marL="504000" indent="-504000">
              <a:spcBef>
                <a:spcPts val="0"/>
              </a:spcBef>
              <a:spcAft>
                <a:spcPts val="1200"/>
              </a:spcAft>
              <a:buFont typeface="Wingdings" pitchFamily="2" charset="2"/>
              <a:buChar char="ü"/>
            </a:pPr>
            <a:r>
              <a:rPr lang="cs-CZ" sz="2800" kern="1200" dirty="0">
                <a:latin typeface="Verdana" pitchFamily="34" charset="0"/>
              </a:rPr>
              <a:t>Používají se instrukce konkrétního procesoru</a:t>
            </a:r>
          </a:p>
          <a:p>
            <a:pPr marL="504000" indent="-504000">
              <a:spcBef>
                <a:spcPts val="0"/>
              </a:spcBef>
              <a:spcAft>
                <a:spcPts val="1200"/>
              </a:spcAft>
              <a:buFont typeface="Wingdings" pitchFamily="2" charset="2"/>
              <a:buChar char="ü"/>
            </a:pPr>
            <a:r>
              <a:rPr lang="cs-CZ" sz="2800" kern="1200" dirty="0">
                <a:latin typeface="Verdana" pitchFamily="34" charset="0"/>
              </a:rPr>
              <a:t>Vývoj programu je pomalý -</a:t>
            </a:r>
          </a:p>
          <a:p>
            <a:pPr marL="504000" indent="-504000">
              <a:spcBef>
                <a:spcPts val="0"/>
              </a:spcBef>
              <a:spcAft>
                <a:spcPts val="1200"/>
              </a:spcAft>
              <a:buFont typeface="Wingdings" pitchFamily="2" charset="2"/>
              <a:buChar char="ü"/>
            </a:pPr>
            <a:r>
              <a:rPr lang="cs-CZ" sz="2800" kern="1200" dirty="0">
                <a:latin typeface="Verdana" pitchFamily="34" charset="0"/>
              </a:rPr>
              <a:t>Strojový kód může být optimalizován +</a:t>
            </a:r>
          </a:p>
          <a:p>
            <a:pPr marL="504000" indent="-504000">
              <a:spcBef>
                <a:spcPts val="0"/>
              </a:spcBef>
              <a:spcAft>
                <a:spcPts val="1200"/>
              </a:spcAft>
              <a:buFont typeface="Wingdings" pitchFamily="2" charset="2"/>
              <a:buChar char="ü"/>
            </a:pPr>
            <a:r>
              <a:rPr lang="cs-CZ" sz="2800" kern="1200" dirty="0">
                <a:latin typeface="Verdana" pitchFamily="34" charset="0"/>
              </a:rPr>
              <a:t>Náročné na znalosti programátora -</a:t>
            </a:r>
          </a:p>
        </p:txBody>
      </p:sp>
      <p:sp>
        <p:nvSpPr>
          <p:cNvPr id="4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 dirty="0">
              <a:latin typeface="Arial Black" pitchFamily="34" charset="0"/>
            </a:endParaRPr>
          </a:p>
        </p:txBody>
      </p:sp>
      <p:sp>
        <p:nvSpPr>
          <p:cNvPr id="5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6" name="Tlačítko akce: Vlastní 5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7" name="Tlačítko akce: Vlastní 6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8" name="Tlačítko akce: Vlastní 7">
            <a:hlinkClick r:id="rId3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12" name="Rectangle 2"/>
          <p:cNvSpPr>
            <a:spLocks noGrp="1" noChangeArrowheads="1"/>
          </p:cNvSpPr>
          <p:nvPr>
            <p:ph type="title"/>
          </p:nvPr>
        </p:nvSpPr>
        <p:spPr>
          <a:xfrm>
            <a:off x="720000" y="69945"/>
            <a:ext cx="7772400" cy="400110"/>
          </a:xfrm>
          <a:noFill/>
          <a:ln/>
        </p:spPr>
        <p:txBody>
          <a:bodyPr>
            <a:spAutoFit/>
          </a:bodyPr>
          <a:lstStyle/>
          <a:p>
            <a:pPr>
              <a:defRPr/>
            </a:pPr>
            <a:r>
              <a:rPr lang="cs-CZ" sz="2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</a:rPr>
              <a:t>Jak se vytváří aplikace</a:t>
            </a:r>
          </a:p>
        </p:txBody>
      </p:sp>
    </p:spTree>
    <p:extLst>
      <p:ext uri="{BB962C8B-B14F-4D97-AF65-F5344CB8AC3E}">
        <p14:creationId xmlns:p14="http://schemas.microsoft.com/office/powerpoint/2010/main" val="36880120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3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3553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3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3553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3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3553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3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3553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5532" grpId="0" uiExpand="1" build="p"/>
      <p:bldP spid="4" grpId="0" animBg="1"/>
      <p:bldP spid="5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22" name="Rectangle 2"/>
          <p:cNvSpPr>
            <a:spLocks noGrp="1" noChangeArrowheads="1"/>
          </p:cNvSpPr>
          <p:nvPr>
            <p:ph type="title"/>
          </p:nvPr>
        </p:nvSpPr>
        <p:spPr>
          <a:xfrm>
            <a:off x="468000" y="288000"/>
            <a:ext cx="8318497" cy="720000"/>
          </a:xfrm>
          <a:noFill/>
          <a:ln/>
        </p:spPr>
        <p:txBody>
          <a:bodyPr/>
          <a:lstStyle/>
          <a:p>
            <a:r>
              <a:rPr lang="cs-CZ" sz="40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Jak se vykonává program</a:t>
            </a:r>
          </a:p>
        </p:txBody>
      </p:sp>
      <p:sp>
        <p:nvSpPr>
          <p:cNvPr id="4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 dirty="0">
              <a:latin typeface="Arial Black" pitchFamily="34" charset="0"/>
            </a:endParaRPr>
          </a:p>
        </p:txBody>
      </p:sp>
      <p:sp>
        <p:nvSpPr>
          <p:cNvPr id="5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6" name="Tlačítko akce: Vlastní 5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7" name="Tlačítko akce: Vlastní 6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8" name="Tlačítko akce: Vlastní 7">
            <a:hlinkClick r:id="rId3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10" name="Rectangle 12"/>
          <p:cNvSpPr>
            <a:spLocks noGrp="1" noChangeArrowheads="1"/>
          </p:cNvSpPr>
          <p:nvPr>
            <p:ph idx="1"/>
          </p:nvPr>
        </p:nvSpPr>
        <p:spPr>
          <a:xfrm>
            <a:off x="360000" y="1080000"/>
            <a:ext cx="8784000" cy="1415772"/>
          </a:xfrm>
          <a:noFill/>
          <a:ln/>
        </p:spPr>
        <p:txBody>
          <a:bodyPr>
            <a:spAutoFit/>
          </a:bodyPr>
          <a:lstStyle/>
          <a:p>
            <a:pPr marL="504000" indent="-504000">
              <a:spcBef>
                <a:spcPts val="0"/>
              </a:spcBef>
              <a:spcAft>
                <a:spcPts val="1200"/>
              </a:spcAft>
              <a:buSzPct val="100000"/>
            </a:pPr>
            <a:r>
              <a:rPr lang="cs-CZ" sz="2800" b="1" kern="1200" dirty="0">
                <a:latin typeface="Verdana" pitchFamily="34" charset="0"/>
              </a:rPr>
              <a:t>Příklad</a:t>
            </a:r>
            <a:endParaRPr lang="cs-CZ" sz="2800" kern="1200" dirty="0">
              <a:latin typeface="Verdana" pitchFamily="34" charset="0"/>
            </a:endParaRPr>
          </a:p>
          <a:p>
            <a:pPr marL="504000" indent="-504000">
              <a:spcBef>
                <a:spcPts val="0"/>
              </a:spcBef>
              <a:spcAft>
                <a:spcPts val="1200"/>
              </a:spcAft>
              <a:buFont typeface="Wingdings" pitchFamily="2" charset="2"/>
              <a:buChar char="ü"/>
            </a:pPr>
            <a:r>
              <a:rPr lang="cs-CZ" sz="2400" kern="1200" dirty="0">
                <a:latin typeface="Verdana" pitchFamily="34" charset="0"/>
              </a:rPr>
              <a:t>Program bude vykonávat cyklus a po provedení </a:t>
            </a:r>
            <a:r>
              <a:rPr lang="en-US" sz="2400" kern="1200" dirty="0">
                <a:latin typeface="Verdana" pitchFamily="34" charset="0"/>
              </a:rPr>
              <a:t>s</a:t>
            </a:r>
            <a:r>
              <a:rPr lang="cs-CZ" sz="2400" kern="1200" dirty="0">
                <a:latin typeface="Verdana" pitchFamily="34" charset="0"/>
              </a:rPr>
              <a:t>e bude opakovat</a:t>
            </a:r>
          </a:p>
        </p:txBody>
      </p:sp>
      <p:sp>
        <p:nvSpPr>
          <p:cNvPr id="11" name="Rectangle 3"/>
          <p:cNvSpPr txBox="1">
            <a:spLocks noChangeArrowheads="1"/>
          </p:cNvSpPr>
          <p:nvPr/>
        </p:nvSpPr>
        <p:spPr bwMode="auto">
          <a:xfrm>
            <a:off x="1008072" y="2880806"/>
            <a:ext cx="3131880" cy="2708434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>
              <a:spcBef>
                <a:spcPts val="0"/>
              </a:spcBef>
              <a:spcAft>
                <a:spcPts val="600"/>
              </a:spcAft>
              <a:buFont typeface="Wingdings" pitchFamily="2" charset="2"/>
              <a:buNone/>
            </a:pPr>
            <a:r>
              <a:rPr lang="cs-CZ" sz="20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cs typeface="Consolas" panose="020B0609020204030204" pitchFamily="49" charset="0"/>
              </a:rPr>
              <a:t>w</a:t>
            </a:r>
            <a:r>
              <a:rPr lang="cs-CZ" sz="2000" b="1" kern="12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cs typeface="Consolas" panose="020B0609020204030204" pitchFamily="49" charset="0"/>
              </a:rPr>
              <a:t>hile</a:t>
            </a:r>
            <a:r>
              <a:rPr lang="cs-CZ" sz="2000" b="1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cs typeface="Consolas" panose="020B0609020204030204" pitchFamily="49" charset="0"/>
              </a:rPr>
              <a:t> (1)</a:t>
            </a:r>
          </a:p>
          <a:p>
            <a:pPr>
              <a:spcBef>
                <a:spcPts val="0"/>
              </a:spcBef>
              <a:spcAft>
                <a:spcPts val="600"/>
              </a:spcAft>
              <a:buFont typeface="Wingdings" pitchFamily="2" charset="2"/>
              <a:buNone/>
            </a:pPr>
            <a:r>
              <a:rPr 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</a:p>
          <a:p>
            <a:pPr>
              <a:spcBef>
                <a:spcPts val="0"/>
              </a:spcBef>
              <a:spcAft>
                <a:spcPts val="600"/>
              </a:spcAft>
              <a:buFont typeface="Wingdings" pitchFamily="2" charset="2"/>
              <a:buNone/>
            </a:pPr>
            <a:r>
              <a:rPr 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en-US" sz="20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cs typeface="Consolas" panose="020B0609020204030204" pitchFamily="49" charset="0"/>
              </a:rPr>
              <a:t>=2	</a:t>
            </a:r>
          </a:p>
          <a:p>
            <a:pPr>
              <a:spcBef>
                <a:spcPts val="0"/>
              </a:spcBef>
              <a:spcAft>
                <a:spcPts val="600"/>
              </a:spcAft>
              <a:buFont typeface="Wingdings" pitchFamily="2" charset="2"/>
              <a:buNone/>
            </a:pPr>
            <a:r>
              <a:rPr 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cs typeface="Consolas" panose="020B0609020204030204" pitchFamily="49" charset="0"/>
              </a:rPr>
              <a:t>	for(</a:t>
            </a:r>
            <a:r>
              <a:rPr lang="en-US" sz="20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cs typeface="Consolas" panose="020B0609020204030204" pitchFamily="49" charset="0"/>
              </a:rPr>
              <a:t>=2;i&gt;0;i--)</a:t>
            </a:r>
          </a:p>
          <a:p>
            <a:pPr>
              <a:spcBef>
                <a:spcPts val="0"/>
              </a:spcBef>
              <a:spcAft>
                <a:spcPts val="600"/>
              </a:spcAft>
              <a:buFont typeface="Wingdings" pitchFamily="2" charset="2"/>
              <a:buNone/>
            </a:pPr>
            <a:r>
              <a:rPr 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cs typeface="Consolas" panose="020B0609020204030204" pitchFamily="49" charset="0"/>
              </a:rPr>
              <a:t>	{</a:t>
            </a:r>
          </a:p>
          <a:p>
            <a:pPr>
              <a:spcBef>
                <a:spcPts val="0"/>
              </a:spcBef>
              <a:spcAft>
                <a:spcPts val="600"/>
              </a:spcAft>
              <a:buFont typeface="Wingdings" pitchFamily="2" charset="2"/>
              <a:buNone/>
            </a:pPr>
            <a:r>
              <a:rPr 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cs typeface="Consolas" panose="020B0609020204030204" pitchFamily="49" charset="0"/>
              </a:rPr>
              <a:t>	}</a:t>
            </a:r>
          </a:p>
          <a:p>
            <a:pPr>
              <a:spcBef>
                <a:spcPts val="0"/>
              </a:spcBef>
              <a:spcAft>
                <a:spcPts val="600"/>
              </a:spcAft>
              <a:buFont typeface="Wingdings" pitchFamily="2" charset="2"/>
              <a:buNone/>
            </a:pPr>
            <a:r>
              <a:rPr 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endParaRPr lang="cs-CZ" sz="2000" b="1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2" name="Rectangle 3"/>
          <p:cNvSpPr txBox="1">
            <a:spLocks noChangeArrowheads="1"/>
          </p:cNvSpPr>
          <p:nvPr/>
        </p:nvSpPr>
        <p:spPr bwMode="auto">
          <a:xfrm>
            <a:off x="4355975" y="2865958"/>
            <a:ext cx="4320481" cy="1985159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algn="ctr">
              <a:spcBef>
                <a:spcPts val="0"/>
              </a:spcBef>
              <a:spcAft>
                <a:spcPts val="600"/>
              </a:spcAft>
              <a:buFont typeface="Wingdings" pitchFamily="2" charset="2"/>
              <a:buNone/>
            </a:pPr>
            <a:r>
              <a:rPr lang="cs-CZ" sz="1800" dirty="0">
                <a:latin typeface="Verdana" pitchFamily="34" charset="0"/>
              </a:rPr>
              <a:t>Použité instrukce</a:t>
            </a:r>
          </a:p>
          <a:p>
            <a:pPr>
              <a:spcBef>
                <a:spcPts val="0"/>
              </a:spcBef>
              <a:spcAft>
                <a:spcPts val="600"/>
              </a:spcAft>
              <a:buFont typeface="Wingdings" pitchFamily="2" charset="2"/>
              <a:buNone/>
            </a:pPr>
            <a:r>
              <a:rPr lang="cs-CZ" sz="1600" dirty="0">
                <a:latin typeface="Consolas" panose="020B0609020204030204" pitchFamily="49" charset="0"/>
              </a:rPr>
              <a:t>LDI</a:t>
            </a:r>
            <a:r>
              <a:rPr lang="cs-CZ" sz="1600" b="0" dirty="0">
                <a:latin typeface="Verdana" pitchFamily="34" charset="0"/>
              </a:rPr>
              <a:t>  	naplň registr</a:t>
            </a:r>
          </a:p>
          <a:p>
            <a:pPr>
              <a:spcBef>
                <a:spcPts val="0"/>
              </a:spcBef>
              <a:spcAft>
                <a:spcPts val="600"/>
              </a:spcAft>
              <a:buFont typeface="Wingdings" pitchFamily="2" charset="2"/>
              <a:buNone/>
            </a:pPr>
            <a:r>
              <a:rPr lang="cs-CZ" sz="1600" dirty="0">
                <a:latin typeface="Consolas" panose="020B0609020204030204" pitchFamily="49" charset="0"/>
              </a:rPr>
              <a:t>DEC</a:t>
            </a:r>
            <a:r>
              <a:rPr lang="cs-CZ" sz="1600" b="0" dirty="0">
                <a:latin typeface="Verdana" pitchFamily="34" charset="0"/>
              </a:rPr>
              <a:t>  	odečti jedničku z registru</a:t>
            </a:r>
          </a:p>
          <a:p>
            <a:pPr>
              <a:spcBef>
                <a:spcPts val="0"/>
              </a:spcBef>
              <a:spcAft>
                <a:spcPts val="600"/>
              </a:spcAft>
              <a:buFont typeface="Wingdings" pitchFamily="2" charset="2"/>
              <a:buNone/>
            </a:pPr>
            <a:r>
              <a:rPr lang="cs-CZ" sz="1600" dirty="0">
                <a:latin typeface="Consolas" panose="020B0609020204030204" pitchFamily="49" charset="0"/>
              </a:rPr>
              <a:t>CPI</a:t>
            </a:r>
            <a:r>
              <a:rPr lang="cs-CZ" sz="1600" b="0" dirty="0">
                <a:latin typeface="Verdana" pitchFamily="34" charset="0"/>
              </a:rPr>
              <a:t>  	porovnej obsah registru</a:t>
            </a:r>
          </a:p>
          <a:p>
            <a:pPr>
              <a:spcBef>
                <a:spcPts val="0"/>
              </a:spcBef>
              <a:spcAft>
                <a:spcPts val="600"/>
              </a:spcAft>
              <a:buFont typeface="Wingdings" pitchFamily="2" charset="2"/>
              <a:buNone/>
            </a:pPr>
            <a:r>
              <a:rPr lang="cs-CZ" sz="1600" dirty="0">
                <a:latin typeface="Consolas" panose="020B0609020204030204" pitchFamily="49" charset="0"/>
              </a:rPr>
              <a:t>BRNE</a:t>
            </a:r>
            <a:r>
              <a:rPr lang="cs-CZ" sz="1600" b="0" dirty="0">
                <a:latin typeface="Verdana" pitchFamily="34" charset="0"/>
              </a:rPr>
              <a:t> 	skoč, když se nerovná</a:t>
            </a:r>
          </a:p>
          <a:p>
            <a:pPr>
              <a:spcBef>
                <a:spcPts val="0"/>
              </a:spcBef>
              <a:spcAft>
                <a:spcPts val="600"/>
              </a:spcAft>
              <a:buFont typeface="Wingdings" pitchFamily="2" charset="2"/>
              <a:buNone/>
            </a:pPr>
            <a:r>
              <a:rPr lang="cs-CZ" sz="1600" dirty="0">
                <a:latin typeface="Consolas" panose="020B0609020204030204" pitchFamily="49" charset="0"/>
              </a:rPr>
              <a:t>RJMP</a:t>
            </a:r>
            <a:r>
              <a:rPr lang="cs-CZ" sz="1600" b="0" dirty="0">
                <a:latin typeface="Verdana" pitchFamily="34" charset="0"/>
              </a:rPr>
              <a:t> 	pokračuj v programu na adrese</a:t>
            </a:r>
          </a:p>
        </p:txBody>
      </p:sp>
    </p:spTree>
    <p:extLst>
      <p:ext uri="{BB962C8B-B14F-4D97-AF65-F5344CB8AC3E}">
        <p14:creationId xmlns:p14="http://schemas.microsoft.com/office/powerpoint/2010/main" val="39701000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  <p:bldP spid="10" grpId="0" uiExpand="1" build="p"/>
      <p:bldP spid="11" grpId="0" animBg="1"/>
      <p:bldP spid="12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3"/>
          <p:cNvSpPr>
            <a:spLocks noGrp="1" noChangeArrowheads="1"/>
          </p:cNvSpPr>
          <p:nvPr>
            <p:ph idx="1"/>
          </p:nvPr>
        </p:nvSpPr>
        <p:spPr>
          <a:xfrm>
            <a:off x="360000" y="1080000"/>
            <a:ext cx="8784000" cy="3785652"/>
          </a:xfrm>
          <a:noFill/>
          <a:ln/>
        </p:spPr>
        <p:txBody>
          <a:bodyPr>
            <a:spAutoFit/>
          </a:bodyPr>
          <a:lstStyle/>
          <a:p>
            <a:pPr>
              <a:spcBef>
                <a:spcPts val="0"/>
              </a:spcBef>
              <a:spcAft>
                <a:spcPts val="1200"/>
              </a:spcAft>
              <a:buNone/>
            </a:pPr>
            <a:r>
              <a:rPr lang="cs-CZ" sz="4000" b="1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cs typeface="Consolas" panose="020B0609020204030204" pitchFamily="49" charset="0"/>
              </a:rPr>
              <a:t>N2:		LDI</a:t>
            </a:r>
            <a:r>
              <a:rPr lang="en-US" sz="4000" b="1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cs-CZ" sz="4000" b="1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cs typeface="Consolas" panose="020B0609020204030204" pitchFamily="49" charset="0"/>
              </a:rPr>
              <a:t>	R16,2</a:t>
            </a:r>
          </a:p>
          <a:p>
            <a:pPr>
              <a:spcBef>
                <a:spcPts val="0"/>
              </a:spcBef>
              <a:spcAft>
                <a:spcPts val="1200"/>
              </a:spcAft>
              <a:buNone/>
            </a:pPr>
            <a:r>
              <a:rPr lang="cs-CZ" sz="4000" b="1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cs typeface="Consolas" panose="020B0609020204030204" pitchFamily="49" charset="0"/>
              </a:rPr>
              <a:t>N1:		DEC		R16</a:t>
            </a:r>
            <a:endParaRPr lang="en-US" sz="4000" b="1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4000" b="1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cs typeface="Consolas" panose="020B0609020204030204" pitchFamily="49" charset="0"/>
              </a:rPr>
              <a:t>		</a:t>
            </a:r>
            <a:r>
              <a:rPr lang="cs-CZ" sz="4000" b="1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cs typeface="Consolas" panose="020B0609020204030204" pitchFamily="49" charset="0"/>
              </a:rPr>
              <a:t>	CPI</a:t>
            </a:r>
            <a:r>
              <a:rPr lang="en-US" sz="4000" b="1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cs-CZ" sz="4000" b="1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cs typeface="Consolas" panose="020B0609020204030204" pitchFamily="49" charset="0"/>
              </a:rPr>
              <a:t>	R16</a:t>
            </a:r>
            <a:r>
              <a:rPr lang="en-US" sz="4000" b="1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r>
              <a:rPr lang="cs-CZ" sz="4000" b="1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  <a:endParaRPr lang="en-US" sz="4000" b="1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4000" b="1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cs typeface="Consolas" panose="020B0609020204030204" pitchFamily="49" charset="0"/>
              </a:rPr>
              <a:t>		</a:t>
            </a:r>
            <a:r>
              <a:rPr lang="cs-CZ" sz="4000" b="1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cs typeface="Consolas" panose="020B0609020204030204" pitchFamily="49" charset="0"/>
              </a:rPr>
              <a:t>	BRNE</a:t>
            </a:r>
            <a:r>
              <a:rPr lang="en-US" sz="4000" b="1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cs typeface="Consolas" panose="020B0609020204030204" pitchFamily="49" charset="0"/>
              </a:rPr>
              <a:t>	N1</a:t>
            </a:r>
            <a:endParaRPr lang="cs-CZ" sz="4000" b="1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spcBef>
                <a:spcPts val="0"/>
              </a:spcBef>
              <a:spcAft>
                <a:spcPts val="1200"/>
              </a:spcAft>
              <a:buNone/>
            </a:pPr>
            <a:r>
              <a:rPr lang="cs-CZ" sz="4000" b="1" kern="1200" dirty="0">
                <a:solidFill>
                  <a:schemeClr val="folHlin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cs typeface="Consolas" panose="020B0609020204030204" pitchFamily="49" charset="0"/>
              </a:rPr>
              <a:t>			</a:t>
            </a:r>
            <a:r>
              <a:rPr lang="cs-CZ" sz="4000" b="1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cs typeface="Consolas" panose="020B0609020204030204" pitchFamily="49" charset="0"/>
              </a:rPr>
              <a:t>RJMP	N2</a:t>
            </a:r>
          </a:p>
        </p:txBody>
      </p:sp>
      <p:sp>
        <p:nvSpPr>
          <p:cNvPr id="10" name="Rectangle 2"/>
          <p:cNvSpPr>
            <a:spLocks noGrp="1" noChangeArrowheads="1"/>
          </p:cNvSpPr>
          <p:nvPr>
            <p:ph type="title"/>
          </p:nvPr>
        </p:nvSpPr>
        <p:spPr>
          <a:xfrm>
            <a:off x="468000" y="288000"/>
            <a:ext cx="8318497" cy="720000"/>
          </a:xfrm>
          <a:noFill/>
          <a:ln/>
        </p:spPr>
        <p:txBody>
          <a:bodyPr/>
          <a:lstStyle/>
          <a:p>
            <a:r>
              <a:rPr lang="cs-CZ" sz="40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Zdrojový kód</a:t>
            </a:r>
          </a:p>
        </p:txBody>
      </p:sp>
      <p:sp>
        <p:nvSpPr>
          <p:cNvPr id="5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 dirty="0">
              <a:latin typeface="Arial Black" pitchFamily="34" charset="0"/>
            </a:endParaRPr>
          </a:p>
        </p:txBody>
      </p:sp>
      <p:sp>
        <p:nvSpPr>
          <p:cNvPr id="6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7" name="Tlačítko akce: Vlastní 6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8" name="Tlačítko akce: Vlastní 7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9" name="Tlačítko akce: Vlastní 8">
            <a:hlinkClick r:id="rId3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29487" name="Group 111"/>
          <p:cNvGraphicFramePr>
            <a:graphicFrameLocks noGrp="1"/>
          </p:cNvGraphicFramePr>
          <p:nvPr/>
        </p:nvGraphicFramePr>
        <p:xfrm>
          <a:off x="1080000" y="1080000"/>
          <a:ext cx="6054568" cy="4561265"/>
        </p:xfrm>
        <a:graphic>
          <a:graphicData uri="http://schemas.openxmlformats.org/drawingml/2006/table">
            <a:tbl>
              <a:tblPr/>
              <a:tblGrid>
                <a:gridCol w="121444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53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146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013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0742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66FF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adresa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66FF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kód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66FF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mnemonický kód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66FF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délka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742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66FF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0000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66FF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E002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66FF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lang="cs-CZ" sz="3200" b="1" kern="12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LDI R16,2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66FF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742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66FF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0001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66FF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950A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66FF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lang="cs-CZ" sz="3200" b="1" kern="12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DEC R16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66FF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742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66FF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0002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66FF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3000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66FF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lang="cs-CZ" sz="3200" b="1" kern="12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CPI R16,0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66FF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742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66FF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0003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66FF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F7E9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66FF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lang="cs-CZ" sz="3200" b="1" kern="12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BRNE</a:t>
                      </a:r>
                      <a:r>
                        <a:rPr lang="cs-CZ" sz="3200" b="1" kern="1200" baseline="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 0001</a:t>
                      </a:r>
                      <a:endParaRPr lang="cs-CZ" sz="3200" b="1" kern="12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onsolas" panose="020B0609020204030204" pitchFamily="49" charset="0"/>
                        <a:ea typeface="+mn-ea"/>
                        <a:cs typeface="Consolas" panose="020B0609020204030204" pitchFamily="49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66FF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742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66FF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0004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66FF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940C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66FF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lang="cs-CZ" sz="3200" b="1" kern="12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RJMP 0000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66FF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2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527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66FF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0005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66FF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0000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66FF"/>
                        </a:buClr>
                        <a:buSzTx/>
                        <a:buFont typeface="Monotype Sorts" pitchFamily="2" charset="2"/>
                        <a:buNone/>
                        <a:tabLst/>
                        <a:defRPr/>
                      </a:pPr>
                      <a:endParaRPr lang="cs-CZ" sz="3200" b="1" kern="12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onsolas" panose="020B0609020204030204" pitchFamily="49" charset="0"/>
                        <a:ea typeface="+mn-ea"/>
                        <a:cs typeface="Consolas" panose="020B0609020204030204" pitchFamily="49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66FF"/>
                        </a:buClr>
                        <a:buSzTx/>
                        <a:buFont typeface="Monotype Sorts" pitchFamily="2" charset="2"/>
                        <a:buNone/>
                        <a:tabLst/>
                        <a:defRPr/>
                      </a:pPr>
                      <a:endParaRPr kumimoji="0" lang="cs-CZ" sz="28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+mn-ea"/>
                        <a:cs typeface="Consolas" panose="020B0609020204030204" pitchFamily="49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742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66FF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0006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66FF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0000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66FF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lang="cs-CZ" sz="3200" b="1" kern="12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NOP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66FF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 dirty="0">
              <a:latin typeface="Arial Black" pitchFamily="34" charset="0"/>
            </a:endParaRPr>
          </a:p>
        </p:txBody>
      </p:sp>
      <p:sp>
        <p:nvSpPr>
          <p:cNvPr id="7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8" name="Tlačítko akce: Vlastní 7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9" name="Tlačítko akce: Vlastní 8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10" name="Tlačítko akce: Vlastní 9">
            <a:hlinkClick r:id="rId3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11" name="Rectangle 2"/>
          <p:cNvSpPr txBox="1">
            <a:spLocks noChangeArrowheads="1"/>
          </p:cNvSpPr>
          <p:nvPr/>
        </p:nvSpPr>
        <p:spPr bwMode="auto">
          <a:xfrm>
            <a:off x="468000" y="288000"/>
            <a:ext cx="8318497" cy="72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34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34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34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34" charset="0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34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34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34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r>
              <a:rPr lang="cs-CZ" sz="40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Strojový kód v paměti programu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29487" name="Group 111"/>
          <p:cNvGraphicFramePr>
            <a:graphicFrameLocks noGrp="1"/>
          </p:cNvGraphicFramePr>
          <p:nvPr/>
        </p:nvGraphicFramePr>
        <p:xfrm>
          <a:off x="1080000" y="1080000"/>
          <a:ext cx="6072232" cy="4530785"/>
        </p:xfrm>
        <a:graphic>
          <a:graphicData uri="http://schemas.openxmlformats.org/drawingml/2006/table">
            <a:tbl>
              <a:tblPr/>
              <a:tblGrid>
                <a:gridCol w="121444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146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01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301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0742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66FF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PC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66FF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instrukce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66FF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2000" b="1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word</a:t>
                      </a:r>
                      <a:endParaRPr kumimoji="0" lang="cs-CZ" sz="2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66FF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cs-CZ" sz="2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rgbClr val="0066FF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0000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rgbClr val="0066FF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lang="cs-CZ" sz="1800" b="1" kern="12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LDI R16,2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rgbClr val="0066FF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rgbClr val="0066FF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PC+1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rgbClr val="0066FF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0001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66FF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lang="cs-CZ" sz="1800" b="1" kern="12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DEC R16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rgbClr val="0066FF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rgbClr val="0066FF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PC+1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rgbClr val="0066FF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0002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rgbClr val="0066FF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lang="cs-CZ" sz="1800" b="1" kern="12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CPI R16,0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rgbClr val="0066FF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rgbClr val="0066FF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PC+1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rgbClr val="0066FF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0003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rgbClr val="0066FF"/>
                        </a:buClr>
                        <a:buSzTx/>
                        <a:buFont typeface="Monotype Sorts" pitchFamily="2" charset="2"/>
                        <a:buNone/>
                        <a:tabLst/>
                        <a:defRPr/>
                      </a:pPr>
                      <a:r>
                        <a:rPr lang="cs-CZ" sz="1800" b="1" kern="12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BRNE 0001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rgbClr val="0066FF"/>
                        </a:buClr>
                        <a:buSzTx/>
                        <a:buFont typeface="Monotype Sorts" pitchFamily="2" charset="2"/>
                        <a:buNone/>
                        <a:tabLst/>
                        <a:defRPr/>
                      </a:pPr>
                      <a:r>
                        <a:rPr kumimoji="0" lang="cs-CZ" sz="1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rgbClr val="0066FF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PC=1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rgbClr val="0066FF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0001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66FF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lang="cs-CZ" sz="1800" b="1" kern="12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DEC R16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rgbClr val="0066FF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rgbClr val="0066FF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PC+1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rgbClr val="0066FF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0002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rgbClr val="0066FF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lang="cs-CZ" sz="1800" b="1" kern="12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CPI R16,0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rgbClr val="0066FF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rgbClr val="0066FF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PC+1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rgbClr val="0066FF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0003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rgbClr val="0066FF"/>
                        </a:buClr>
                        <a:buSzTx/>
                        <a:buFont typeface="Monotype Sorts" pitchFamily="2" charset="2"/>
                        <a:buNone/>
                        <a:tabLst/>
                        <a:defRPr/>
                      </a:pPr>
                      <a:r>
                        <a:rPr lang="cs-CZ" sz="1800" b="1" kern="12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BRNE 0001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rgbClr val="0066FF"/>
                        </a:buClr>
                        <a:buSzTx/>
                        <a:buFont typeface="Monotype Sorts" pitchFamily="2" charset="2"/>
                        <a:buNone/>
                        <a:tabLst/>
                        <a:defRPr/>
                      </a:pPr>
                      <a:r>
                        <a:rPr kumimoji="0" lang="cs-CZ" sz="1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rgbClr val="0066FF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PC=1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rgbClr val="0066FF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0001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66FF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lang="cs-CZ" sz="1800" b="1" kern="12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JMP 0000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rgbClr val="0066FF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2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rgbClr val="0066FF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PC=0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rgbClr val="0066FF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0000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rgbClr val="0066FF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lang="cs-CZ" sz="1800" b="1" kern="12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LDI R16,2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rgbClr val="0066FF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rgbClr val="0066FF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PC+1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rgbClr val="0066FF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0001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rgbClr val="0066FF"/>
                        </a:buClr>
                        <a:buSzTx/>
                        <a:buFont typeface="Monotype Sorts" pitchFamily="2" charset="2"/>
                        <a:buNone/>
                        <a:tabLst/>
                        <a:defRPr/>
                      </a:pPr>
                      <a:r>
                        <a:rPr lang="cs-CZ" sz="1800" b="1" kern="12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DEC R16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rgbClr val="0066FF"/>
                        </a:buClr>
                        <a:buSzTx/>
                        <a:buFont typeface="Monotype Sorts" pitchFamily="2" charset="2"/>
                        <a:buNone/>
                        <a:tabLst/>
                        <a:defRPr/>
                      </a:pPr>
                      <a:r>
                        <a:rPr kumimoji="0" lang="cs-CZ" sz="1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rgbClr val="0066FF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cs-CZ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PC=1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rgbClr val="0066FF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cs-CZ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rgbClr val="0066FF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lang="cs-CZ" sz="1800" b="1" kern="12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onsolas" panose="020B0609020204030204" pitchFamily="49" charset="0"/>
                        <a:ea typeface="+mn-ea"/>
                        <a:cs typeface="Consolas" panose="020B0609020204030204" pitchFamily="49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rgbClr val="0066FF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cs-CZ" sz="18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+mn-ea"/>
                        <a:cs typeface="Consolas" panose="020B0609020204030204" pitchFamily="49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rgbClr val="0066FF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cs-CZ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6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 dirty="0">
              <a:latin typeface="Arial Black" pitchFamily="34" charset="0"/>
            </a:endParaRPr>
          </a:p>
        </p:txBody>
      </p:sp>
      <p:sp>
        <p:nvSpPr>
          <p:cNvPr id="7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8" name="Tlačítko akce: Vlastní 7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9" name="Tlačítko akce: Vlastní 8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10" name="Tlačítko akce: Vlastní 9">
            <a:hlinkClick r:id="rId3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11" name="Rectangle 2"/>
          <p:cNvSpPr txBox="1">
            <a:spLocks noChangeArrowheads="1"/>
          </p:cNvSpPr>
          <p:nvPr/>
        </p:nvSpPr>
        <p:spPr bwMode="auto">
          <a:xfrm>
            <a:off x="468000" y="288000"/>
            <a:ext cx="8318497" cy="72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34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34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34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34" charset="0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34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34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34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r>
              <a:rPr lang="cs-CZ" sz="40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Sled vykonávaných instrukcí</a:t>
            </a:r>
            <a:endParaRPr lang="cs-CZ" sz="4000" b="1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34269170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2" name="Rectangle 12"/>
          <p:cNvSpPr>
            <a:spLocks noGrp="1" noChangeArrowheads="1"/>
          </p:cNvSpPr>
          <p:nvPr>
            <p:ph idx="1"/>
          </p:nvPr>
        </p:nvSpPr>
        <p:spPr>
          <a:xfrm>
            <a:off x="360000" y="1080000"/>
            <a:ext cx="8784000" cy="2769989"/>
          </a:xfrm>
          <a:noFill/>
          <a:ln/>
        </p:spPr>
        <p:txBody>
          <a:bodyPr>
            <a:spAutoFit/>
          </a:bodyPr>
          <a:lstStyle/>
          <a:p>
            <a:pPr marL="504000" indent="-504000">
              <a:spcBef>
                <a:spcPts val="0"/>
              </a:spcBef>
              <a:spcAft>
                <a:spcPts val="1800"/>
              </a:spcAft>
              <a:buFont typeface="Wingdings" pitchFamily="2" charset="2"/>
              <a:buChar char="ü"/>
            </a:pPr>
            <a:r>
              <a:rPr lang="cs-CZ" sz="2400" kern="1200" dirty="0">
                <a:latin typeface="Verdana" pitchFamily="34" charset="0"/>
              </a:rPr>
              <a:t>Po </a:t>
            </a:r>
            <a:r>
              <a:rPr lang="cs-CZ" sz="2400" b="1" kern="1200" dirty="0">
                <a:latin typeface="Verdana" pitchFamily="34" charset="0"/>
              </a:rPr>
              <a:t>startu počítače </a:t>
            </a:r>
            <a:r>
              <a:rPr lang="cs-CZ" sz="2400" kern="1200" dirty="0">
                <a:latin typeface="Verdana" pitchFamily="34" charset="0"/>
              </a:rPr>
              <a:t>se nastaví</a:t>
            </a:r>
            <a:r>
              <a:rPr lang="cs-CZ" sz="2400" b="1" kern="1200" dirty="0">
                <a:latin typeface="Verdana" pitchFamily="34" charset="0"/>
              </a:rPr>
              <a:t> čítač programu (PC) </a:t>
            </a:r>
            <a:r>
              <a:rPr lang="cs-CZ" sz="2400" kern="1200" dirty="0">
                <a:latin typeface="Verdana" pitchFamily="34" charset="0"/>
              </a:rPr>
              <a:t>na </a:t>
            </a:r>
            <a:r>
              <a:rPr lang="cs-CZ" sz="2400" b="1" kern="1200" dirty="0">
                <a:latin typeface="Verdana" pitchFamily="34" charset="0"/>
              </a:rPr>
              <a:t>hodnotu </a:t>
            </a:r>
            <a:r>
              <a:rPr lang="cs-CZ" sz="2400" b="1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cs typeface="Consolas" panose="020B0609020204030204" pitchFamily="49" charset="0"/>
              </a:rPr>
              <a:t>0000</a:t>
            </a:r>
          </a:p>
          <a:p>
            <a:pPr marL="504000" indent="-504000">
              <a:spcBef>
                <a:spcPts val="0"/>
              </a:spcBef>
              <a:spcAft>
                <a:spcPts val="1800"/>
              </a:spcAft>
              <a:buFont typeface="Wingdings" pitchFamily="2" charset="2"/>
              <a:buChar char="ü"/>
            </a:pPr>
            <a:r>
              <a:rPr lang="pl-PL" sz="2400" kern="1200" dirty="0">
                <a:latin typeface="Verdana" pitchFamily="34" charset="0"/>
              </a:rPr>
              <a:t>Procesor </a:t>
            </a:r>
            <a:r>
              <a:rPr lang="pl-PL" sz="2400" b="1" kern="1200" dirty="0">
                <a:latin typeface="Verdana" pitchFamily="34" charset="0"/>
              </a:rPr>
              <a:t>čte instrukci na adrese</a:t>
            </a:r>
            <a:r>
              <a:rPr lang="pl-PL" sz="2400" kern="1200" dirty="0">
                <a:latin typeface="Verdana" pitchFamily="34" charset="0"/>
              </a:rPr>
              <a:t>, která je </a:t>
            </a:r>
            <a:r>
              <a:rPr lang="pl-PL" sz="2400" b="1" kern="1200" dirty="0">
                <a:latin typeface="Verdana" pitchFamily="34" charset="0"/>
              </a:rPr>
              <a:t>uložena</a:t>
            </a:r>
            <a:r>
              <a:rPr lang="pl-PL" sz="2400" kern="1200" dirty="0">
                <a:latin typeface="Verdana" pitchFamily="34" charset="0"/>
              </a:rPr>
              <a:t> v </a:t>
            </a:r>
            <a:r>
              <a:rPr lang="pl-PL" sz="2400" b="1" kern="1200" dirty="0">
                <a:latin typeface="Verdana" pitchFamily="34" charset="0"/>
              </a:rPr>
              <a:t>registru PC</a:t>
            </a:r>
            <a:endParaRPr lang="en-US" sz="2400" kern="1200" dirty="0">
              <a:latin typeface="Verdana" pitchFamily="34" charset="0"/>
            </a:endParaRPr>
          </a:p>
          <a:p>
            <a:pPr marL="504000" indent="-504000">
              <a:spcBef>
                <a:spcPts val="0"/>
              </a:spcBef>
              <a:spcAft>
                <a:spcPts val="1800"/>
              </a:spcAft>
              <a:buFont typeface="Wingdings" pitchFamily="2" charset="2"/>
              <a:buChar char="ü"/>
            </a:pPr>
            <a:r>
              <a:rPr lang="pt-BR" sz="2400" b="1" kern="1200" dirty="0">
                <a:latin typeface="Verdana" pitchFamily="34" charset="0"/>
              </a:rPr>
              <a:t>Paměť dodá data</a:t>
            </a:r>
            <a:r>
              <a:rPr lang="pt-BR" sz="2400" kern="1200" dirty="0">
                <a:latin typeface="Verdana" pitchFamily="34" charset="0"/>
              </a:rPr>
              <a:t>, která se přesunou do </a:t>
            </a:r>
            <a:r>
              <a:rPr lang="pt-BR" sz="2400" b="1" kern="1200" dirty="0">
                <a:latin typeface="Verdana" pitchFamily="34" charset="0"/>
              </a:rPr>
              <a:t>registru instrukce</a:t>
            </a:r>
            <a:endParaRPr lang="cs-CZ" sz="2400" b="1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 pitchFamily="34" charset="0"/>
            </a:endParaRPr>
          </a:p>
        </p:txBody>
      </p:sp>
      <p:sp>
        <p:nvSpPr>
          <p:cNvPr id="4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 dirty="0">
              <a:latin typeface="Arial Black" pitchFamily="34" charset="0"/>
            </a:endParaRPr>
          </a:p>
        </p:txBody>
      </p:sp>
      <p:sp>
        <p:nvSpPr>
          <p:cNvPr id="5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6" name="Tlačítko akce: Vlastní 5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7" name="Tlačítko akce: Vlastní 6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8" name="Tlačítko akce: Vlastní 7">
            <a:hlinkClick r:id="rId3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10" name="Rectangle 2"/>
          <p:cNvSpPr txBox="1">
            <a:spLocks noChangeArrowheads="1"/>
          </p:cNvSpPr>
          <p:nvPr/>
        </p:nvSpPr>
        <p:spPr bwMode="auto">
          <a:xfrm>
            <a:off x="468000" y="288000"/>
            <a:ext cx="8318497" cy="72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34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34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34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34" charset="0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34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34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34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r>
              <a:rPr lang="cs-CZ" sz="40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Postup vykonávání programu</a:t>
            </a:r>
            <a:endParaRPr lang="cs-CZ" sz="4000" b="1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355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3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3553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3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3553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5532" grpId="0" uiExpand="1" build="p"/>
      <p:bldP spid="4" grpId="0" animBg="1"/>
      <p:bldP spid="5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571" name="Rectangle 3"/>
          <p:cNvSpPr>
            <a:spLocks noGrp="1" noChangeArrowheads="1"/>
          </p:cNvSpPr>
          <p:nvPr>
            <p:ph idx="1"/>
          </p:nvPr>
        </p:nvSpPr>
        <p:spPr>
          <a:xfrm>
            <a:off x="360000" y="1080000"/>
            <a:ext cx="8784000" cy="3508653"/>
          </a:xfrm>
          <a:noFill/>
          <a:ln/>
        </p:spPr>
        <p:txBody>
          <a:bodyPr>
            <a:spAutoFit/>
          </a:bodyPr>
          <a:lstStyle/>
          <a:p>
            <a:pPr marL="504000" indent="-504000">
              <a:spcBef>
                <a:spcPts val="0"/>
              </a:spcBef>
              <a:spcAft>
                <a:spcPts val="1800"/>
              </a:spcAft>
              <a:buFont typeface="Wingdings" pitchFamily="2" charset="2"/>
              <a:buChar char="ü"/>
            </a:pPr>
            <a:r>
              <a:rPr lang="cs-CZ" sz="2400" b="1" kern="1200" dirty="0">
                <a:latin typeface="Verdana" pitchFamily="34" charset="0"/>
              </a:rPr>
              <a:t>Dekodér dekóduje instrukci</a:t>
            </a:r>
            <a:r>
              <a:rPr lang="cs-CZ" sz="2400" kern="1200" dirty="0">
                <a:latin typeface="Verdana" pitchFamily="34" charset="0"/>
              </a:rPr>
              <a:t>. Pokud má instrukce </a:t>
            </a:r>
            <a:r>
              <a:rPr lang="cs-CZ" sz="2400" b="1" kern="1200" dirty="0">
                <a:latin typeface="Verdana" pitchFamily="34" charset="0"/>
              </a:rPr>
              <a:t>operand</a:t>
            </a:r>
            <a:r>
              <a:rPr lang="cs-CZ" sz="2400" kern="1200" dirty="0">
                <a:latin typeface="Verdana" pitchFamily="34" charset="0"/>
              </a:rPr>
              <a:t>, </a:t>
            </a:r>
            <a:r>
              <a:rPr lang="cs-CZ" sz="2400" b="1" kern="1200" dirty="0">
                <a:latin typeface="Verdana" pitchFamily="34" charset="0"/>
              </a:rPr>
              <a:t>čte</a:t>
            </a:r>
            <a:r>
              <a:rPr lang="cs-CZ" sz="2400" kern="1200" dirty="0">
                <a:latin typeface="Verdana" pitchFamily="34" charset="0"/>
              </a:rPr>
              <a:t> další </a:t>
            </a:r>
            <a:r>
              <a:rPr lang="cs-CZ" sz="2400" b="1" kern="1200" dirty="0">
                <a:latin typeface="Verdana" pitchFamily="34" charset="0"/>
              </a:rPr>
              <a:t>data z paměti </a:t>
            </a:r>
            <a:r>
              <a:rPr lang="cs-CZ" sz="2400" kern="1200" dirty="0">
                <a:latin typeface="Verdana" pitchFamily="34" charset="0"/>
              </a:rPr>
              <a:t>nebo ze vstupu a výstupu. Jinak řídí </a:t>
            </a:r>
            <a:r>
              <a:rPr lang="cs-CZ" sz="2400" b="1" kern="1200" dirty="0">
                <a:latin typeface="Verdana" pitchFamily="34" charset="0"/>
              </a:rPr>
              <a:t>přesuny</a:t>
            </a:r>
            <a:r>
              <a:rPr lang="cs-CZ" sz="2400" kern="1200" dirty="0">
                <a:latin typeface="Verdana" pitchFamily="34" charset="0"/>
              </a:rPr>
              <a:t> dat mezi registry a </a:t>
            </a:r>
            <a:r>
              <a:rPr lang="cs-CZ" sz="2400" b="1" kern="1200" dirty="0">
                <a:latin typeface="Verdana" pitchFamily="34" charset="0"/>
              </a:rPr>
              <a:t>používání ALU</a:t>
            </a:r>
            <a:endParaRPr lang="cs-CZ" sz="2400" kern="1200" dirty="0">
              <a:latin typeface="Verdana" pitchFamily="34" charset="0"/>
            </a:endParaRPr>
          </a:p>
          <a:p>
            <a:pPr marL="504000" indent="-504000">
              <a:spcBef>
                <a:spcPts val="0"/>
              </a:spcBef>
              <a:spcAft>
                <a:spcPts val="1800"/>
              </a:spcAft>
              <a:buFont typeface="Wingdings" pitchFamily="2" charset="2"/>
              <a:buChar char="ü"/>
            </a:pPr>
            <a:r>
              <a:rPr lang="cs-CZ" sz="2400" kern="1200" dirty="0">
                <a:latin typeface="Verdana" pitchFamily="34" charset="0"/>
              </a:rPr>
              <a:t>Po vykonání se </a:t>
            </a:r>
            <a:r>
              <a:rPr lang="cs-CZ" sz="2400" b="1" kern="1200" dirty="0">
                <a:latin typeface="Verdana" pitchFamily="34" charset="0"/>
              </a:rPr>
              <a:t>inkrementuje</a:t>
            </a:r>
            <a:r>
              <a:rPr lang="cs-CZ" sz="2400" kern="1200" dirty="0">
                <a:latin typeface="Verdana" pitchFamily="34" charset="0"/>
              </a:rPr>
              <a:t> adresa v </a:t>
            </a:r>
            <a:r>
              <a:rPr lang="cs-CZ" sz="2400" i="1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</a:rPr>
              <a:t>PC</a:t>
            </a:r>
            <a:r>
              <a:rPr lang="cs-CZ" sz="2400" kern="1200" dirty="0">
                <a:latin typeface="Verdana" pitchFamily="34" charset="0"/>
              </a:rPr>
              <a:t>, podle </a:t>
            </a:r>
            <a:r>
              <a:rPr lang="cs-CZ" sz="2400" b="1" kern="1200" dirty="0">
                <a:latin typeface="Verdana" pitchFamily="34" charset="0"/>
              </a:rPr>
              <a:t>délky</a:t>
            </a:r>
            <a:r>
              <a:rPr lang="cs-CZ" sz="2400" kern="1200" dirty="0">
                <a:latin typeface="Verdana" pitchFamily="34" charset="0"/>
              </a:rPr>
              <a:t> instrukce</a:t>
            </a:r>
          </a:p>
          <a:p>
            <a:pPr marL="504000" indent="-504000">
              <a:spcBef>
                <a:spcPts val="0"/>
              </a:spcBef>
              <a:spcAft>
                <a:spcPts val="1800"/>
              </a:spcAft>
              <a:buFont typeface="Wingdings" pitchFamily="2" charset="2"/>
              <a:buChar char="ü"/>
            </a:pPr>
            <a:r>
              <a:rPr lang="cs-CZ" sz="2400" kern="1200" dirty="0">
                <a:latin typeface="Verdana" pitchFamily="34" charset="0"/>
              </a:rPr>
              <a:t>V případě </a:t>
            </a:r>
            <a:r>
              <a:rPr lang="cs-CZ" sz="2400" b="1" kern="1200" dirty="0">
                <a:latin typeface="Verdana" pitchFamily="34" charset="0"/>
              </a:rPr>
              <a:t>skokové instrukce </a:t>
            </a:r>
            <a:r>
              <a:rPr lang="cs-CZ" sz="2400" kern="1200" dirty="0">
                <a:latin typeface="Verdana" pitchFamily="34" charset="0"/>
              </a:rPr>
              <a:t>se naplní </a:t>
            </a:r>
            <a:r>
              <a:rPr lang="cs-CZ" sz="2400" i="1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</a:rPr>
              <a:t>PC</a:t>
            </a:r>
            <a:r>
              <a:rPr lang="cs-CZ" sz="2400" kern="1200" dirty="0">
                <a:latin typeface="Verdana" pitchFamily="34" charset="0"/>
              </a:rPr>
              <a:t> </a:t>
            </a:r>
            <a:r>
              <a:rPr lang="cs-CZ" sz="2400" b="1" kern="1200" dirty="0">
                <a:latin typeface="Verdana" pitchFamily="34" charset="0"/>
              </a:rPr>
              <a:t>adresou</a:t>
            </a:r>
            <a:r>
              <a:rPr lang="cs-CZ" sz="2400" kern="1200" dirty="0">
                <a:latin typeface="Verdana" pitchFamily="34" charset="0"/>
              </a:rPr>
              <a:t>, na které bude program </a:t>
            </a:r>
            <a:r>
              <a:rPr lang="cs-CZ" sz="2400" b="1" kern="1200" dirty="0">
                <a:latin typeface="Verdana" pitchFamily="34" charset="0"/>
              </a:rPr>
              <a:t>pokračovat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title"/>
          </p:nvPr>
        </p:nvSpPr>
        <p:spPr>
          <a:xfrm>
            <a:off x="720000" y="69945"/>
            <a:ext cx="7772400" cy="400110"/>
          </a:xfrm>
          <a:noFill/>
          <a:ln/>
        </p:spPr>
        <p:txBody>
          <a:bodyPr>
            <a:spAutoFit/>
          </a:bodyPr>
          <a:lstStyle/>
          <a:p>
            <a:pPr>
              <a:defRPr/>
            </a:pPr>
            <a:r>
              <a:rPr lang="cs-CZ" sz="2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</a:rPr>
              <a:t>Postup vykonávání programu</a:t>
            </a:r>
          </a:p>
        </p:txBody>
      </p:sp>
      <p:sp>
        <p:nvSpPr>
          <p:cNvPr id="5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 dirty="0">
              <a:latin typeface="Arial Black" pitchFamily="34" charset="0"/>
            </a:endParaRPr>
          </a:p>
        </p:txBody>
      </p:sp>
      <p:sp>
        <p:nvSpPr>
          <p:cNvPr id="6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7" name="Tlačítko akce: Vlastní 6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8" name="Tlačítko akce: Vlastní 7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10" name="Tlačítko akce: Vlastní 9">
            <a:hlinkClick r:id="rId3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5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375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5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375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5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375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946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360001" y="1080000"/>
            <a:ext cx="8784000" cy="3447098"/>
          </a:xfrm>
        </p:spPr>
        <p:txBody>
          <a:bodyPr wrap="square">
            <a:spAutoFit/>
          </a:bodyPr>
          <a:lstStyle/>
          <a:p>
            <a:pPr marL="504000" indent="-504000" eaLnBrk="0" hangingPunct="0">
              <a:spcBef>
                <a:spcPct val="0"/>
              </a:spcBef>
              <a:spcAft>
                <a:spcPts val="3600"/>
              </a:spcAft>
              <a:buSzPct val="100000"/>
              <a:defRPr/>
            </a:pPr>
            <a:r>
              <a:rPr lang="cs-CZ" b="1" kern="1200" dirty="0">
                <a:latin typeface="Verdana" pitchFamily="34" charset="0"/>
              </a:rPr>
              <a:t>Adresace </a:t>
            </a:r>
            <a:r>
              <a:rPr lang="cs-CZ" kern="1200" dirty="0">
                <a:latin typeface="Verdana" pitchFamily="34" charset="0"/>
              </a:rPr>
              <a:t>určuje, jak jsou data </a:t>
            </a:r>
            <a:r>
              <a:rPr lang="cs-CZ" b="1" kern="1200" dirty="0">
                <a:latin typeface="Verdana" pitchFamily="34" charset="0"/>
              </a:rPr>
              <a:t>dostupná</a:t>
            </a:r>
          </a:p>
          <a:p>
            <a:pPr marL="504000" indent="-504000" eaLnBrk="0" hangingPunct="0">
              <a:spcBef>
                <a:spcPct val="0"/>
              </a:spcBef>
              <a:spcAft>
                <a:spcPts val="2400"/>
              </a:spcAft>
              <a:buSzPct val="100000"/>
              <a:buFont typeface="Wingdings" panose="05000000000000000000" pitchFamily="2" charset="2"/>
              <a:buChar char="ü"/>
              <a:defRPr/>
            </a:pPr>
            <a:r>
              <a:rPr lang="cs-CZ" sz="2800" b="1" kern="1200" dirty="0">
                <a:latin typeface="Verdana" pitchFamily="34" charset="0"/>
              </a:rPr>
              <a:t>z datové paměti</a:t>
            </a:r>
          </a:p>
          <a:p>
            <a:pPr marL="504000" indent="-504000" eaLnBrk="0" hangingPunct="0">
              <a:spcBef>
                <a:spcPct val="0"/>
              </a:spcBef>
              <a:spcAft>
                <a:spcPts val="2400"/>
              </a:spcAft>
              <a:buSzPct val="100000"/>
              <a:buFont typeface="Wingdings" panose="05000000000000000000" pitchFamily="2" charset="2"/>
              <a:buChar char="ü"/>
              <a:defRPr/>
            </a:pPr>
            <a:r>
              <a:rPr lang="cs-CZ" sz="2800" b="1" kern="1200" dirty="0">
                <a:latin typeface="Verdana" pitchFamily="34" charset="0"/>
              </a:rPr>
              <a:t>z programové paměti</a:t>
            </a:r>
            <a:endParaRPr lang="cs-CZ" sz="2800" kern="1200" dirty="0">
              <a:latin typeface="Verdana" pitchFamily="34" charset="0"/>
            </a:endParaRPr>
          </a:p>
          <a:p>
            <a:pPr marL="504000" indent="-504000" eaLnBrk="0" hangingPunct="0">
              <a:spcBef>
                <a:spcPct val="0"/>
              </a:spcBef>
              <a:spcAft>
                <a:spcPts val="2400"/>
              </a:spcAft>
              <a:buSzPct val="100000"/>
              <a:buFont typeface="Wingdings" panose="05000000000000000000" pitchFamily="2" charset="2"/>
              <a:buChar char="ü"/>
              <a:defRPr/>
            </a:pPr>
            <a:r>
              <a:rPr lang="cs-CZ" sz="2800" b="1" kern="1200" dirty="0">
                <a:latin typeface="Verdana" pitchFamily="34" charset="0"/>
              </a:rPr>
              <a:t>z I/O registrů</a:t>
            </a:r>
          </a:p>
        </p:txBody>
      </p:sp>
      <p:sp>
        <p:nvSpPr>
          <p:cNvPr id="210947" name="Rectangle 3"/>
          <p:cNvSpPr>
            <a:spLocks noGrp="1" noChangeArrowheads="1"/>
          </p:cNvSpPr>
          <p:nvPr>
            <p:ph type="title"/>
          </p:nvPr>
        </p:nvSpPr>
        <p:spPr>
          <a:xfrm>
            <a:off x="468000" y="288002"/>
            <a:ext cx="8676000" cy="720000"/>
          </a:xfrm>
        </p:spPr>
        <p:txBody>
          <a:bodyPr/>
          <a:lstStyle/>
          <a:p>
            <a:pPr>
              <a:defRPr/>
            </a:pPr>
            <a:r>
              <a:rPr lang="cs-CZ" sz="40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Adresace</a:t>
            </a:r>
          </a:p>
        </p:txBody>
      </p:sp>
      <p:sp>
        <p:nvSpPr>
          <p:cNvPr id="9" name="Tlačítko akce: Vlastní 8">
            <a:hlinkClick r:id="" action="ppaction://hlinkshowjump?jump=nextslide" highlightClick="1"/>
          </p:cNvPr>
          <p:cNvSpPr/>
          <p:nvPr/>
        </p:nvSpPr>
        <p:spPr>
          <a:xfrm>
            <a:off x="6840008" y="6300008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10" name="Tlačítko akce: Vlastní 9">
            <a:hlinkClick r:id="" action="ppaction://hlinkshowjump?jump=previousslide" highlightClick="1"/>
          </p:cNvPr>
          <p:cNvSpPr/>
          <p:nvPr/>
        </p:nvSpPr>
        <p:spPr>
          <a:xfrm>
            <a:off x="5760007" y="6300008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11" name="Tlačítko akce: Vlastní 10">
            <a:hlinkClick r:id="rId3" action="ppaction://hlinksldjump" highlightClick="1"/>
          </p:cNvPr>
          <p:cNvSpPr/>
          <p:nvPr/>
        </p:nvSpPr>
        <p:spPr>
          <a:xfrm>
            <a:off x="7920007" y="6300008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12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latin typeface="Arial Black" pitchFamily="34" charset="0"/>
            </a:endParaRPr>
          </a:p>
        </p:txBody>
      </p:sp>
      <p:sp>
        <p:nvSpPr>
          <p:cNvPr id="13" name="Zástupný symbol pro číslo snímku 5"/>
          <p:cNvSpPr txBox="1">
            <a:spLocks/>
          </p:cNvSpPr>
          <p:nvPr/>
        </p:nvSpPr>
        <p:spPr bwMode="auto">
          <a:xfrm>
            <a:off x="6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753530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9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109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9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109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9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109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94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1094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946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360001" y="1080003"/>
            <a:ext cx="8784000" cy="5186035"/>
          </a:xfrm>
        </p:spPr>
        <p:txBody>
          <a:bodyPr wrap="square">
            <a:spAutoFit/>
          </a:bodyPr>
          <a:lstStyle/>
          <a:p>
            <a:pPr marL="504000" indent="-504000" eaLnBrk="0" hangingPunct="0">
              <a:spcBef>
                <a:spcPct val="0"/>
              </a:spcBef>
              <a:spcAft>
                <a:spcPts val="1800"/>
              </a:spcAft>
              <a:buSzPct val="100000"/>
              <a:defRPr/>
            </a:pPr>
            <a:r>
              <a:rPr lang="cs-CZ" b="1" kern="1200" dirty="0">
                <a:latin typeface="Verdana" pitchFamily="34" charset="0"/>
              </a:rPr>
              <a:t>Typy adresace</a:t>
            </a:r>
          </a:p>
          <a:p>
            <a:pPr marL="504000" indent="-504000" eaLnBrk="0" hangingPunct="0">
              <a:spcBef>
                <a:spcPct val="0"/>
              </a:spcBef>
              <a:spcAft>
                <a:spcPts val="600"/>
              </a:spcAft>
              <a:buSzPct val="100000"/>
              <a:buFont typeface="Wingdings" panose="05000000000000000000" pitchFamily="2" charset="2"/>
              <a:buChar char="ü"/>
              <a:defRPr/>
            </a:pPr>
            <a:r>
              <a:rPr lang="cs-CZ" sz="2400" b="1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</a:rPr>
              <a:t>Adresování konstantou </a:t>
            </a:r>
            <a:r>
              <a:rPr lang="cs-CZ" sz="2400" kern="1200" dirty="0">
                <a:latin typeface="Verdana" pitchFamily="34" charset="0"/>
              </a:rPr>
              <a:t>– </a:t>
            </a:r>
            <a:r>
              <a:rPr lang="cs-CZ" sz="2400" b="1" u="sng" kern="1200" dirty="0">
                <a:latin typeface="Verdana" pitchFamily="34" charset="0"/>
              </a:rPr>
              <a:t>hodnota </a:t>
            </a:r>
            <a:r>
              <a:rPr lang="cs-CZ" sz="2400" kern="1200" dirty="0">
                <a:latin typeface="Verdana" pitchFamily="34" charset="0"/>
              </a:rPr>
              <a:t>operandu je přímo součástí instrukce</a:t>
            </a:r>
          </a:p>
          <a:p>
            <a:pPr marL="504000" indent="-504000" eaLnBrk="0" hangingPunct="0">
              <a:spcBef>
                <a:spcPct val="0"/>
              </a:spcBef>
              <a:spcAft>
                <a:spcPts val="600"/>
              </a:spcAft>
              <a:buSzPct val="100000"/>
              <a:buFont typeface="Wingdings" panose="05000000000000000000" pitchFamily="2" charset="2"/>
              <a:buChar char="ü"/>
              <a:defRPr/>
            </a:pPr>
            <a:r>
              <a:rPr lang="cs-CZ" sz="2400" b="1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</a:rPr>
              <a:t>Přímé adresování registrem </a:t>
            </a:r>
            <a:r>
              <a:rPr lang="cs-CZ" sz="2400" kern="1200" dirty="0">
                <a:latin typeface="Verdana" pitchFamily="34" charset="0"/>
              </a:rPr>
              <a:t>– zdrojem operandu je </a:t>
            </a:r>
            <a:r>
              <a:rPr lang="cs-CZ" sz="2400" b="1" u="sng" kern="1200" dirty="0">
                <a:latin typeface="Verdana" pitchFamily="34" charset="0"/>
              </a:rPr>
              <a:t>registr</a:t>
            </a:r>
            <a:r>
              <a:rPr lang="cs-CZ" sz="2400" kern="1200" dirty="0">
                <a:latin typeface="Verdana" pitchFamily="34" charset="0"/>
              </a:rPr>
              <a:t> (registry) (</a:t>
            </a:r>
            <a:r>
              <a:rPr lang="cs-CZ" sz="2400" kern="1200" dirty="0">
                <a:latin typeface="Consolas" panose="020B0609020204030204" pitchFamily="49" charset="0"/>
              </a:rPr>
              <a:t>R0-R31</a:t>
            </a:r>
            <a:r>
              <a:rPr lang="cs-CZ" sz="2400" kern="1200" dirty="0">
                <a:latin typeface="Verdana" pitchFamily="34" charset="0"/>
              </a:rPr>
              <a:t>)</a:t>
            </a:r>
          </a:p>
          <a:p>
            <a:pPr marL="504000" indent="-504000" eaLnBrk="0" hangingPunct="0">
              <a:spcBef>
                <a:spcPct val="0"/>
              </a:spcBef>
              <a:spcAft>
                <a:spcPts val="600"/>
              </a:spcAft>
              <a:buSzPct val="100000"/>
              <a:buFont typeface="Wingdings" panose="05000000000000000000" pitchFamily="2" charset="2"/>
              <a:buChar char="ü"/>
              <a:defRPr/>
            </a:pPr>
            <a:r>
              <a:rPr lang="cs-CZ" sz="2400" b="1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</a:rPr>
              <a:t>Přímé adresování dat </a:t>
            </a:r>
            <a:r>
              <a:rPr lang="cs-CZ" sz="2400" kern="1200" dirty="0">
                <a:latin typeface="Verdana" pitchFamily="34" charset="0"/>
              </a:rPr>
              <a:t>– </a:t>
            </a:r>
            <a:r>
              <a:rPr lang="cs-CZ" sz="2400" b="1" kern="1200" dirty="0">
                <a:latin typeface="Verdana" pitchFamily="34" charset="0"/>
              </a:rPr>
              <a:t>adresa paměti</a:t>
            </a:r>
            <a:r>
              <a:rPr lang="cs-CZ" sz="2400" kern="1200" dirty="0">
                <a:latin typeface="Verdana" pitchFamily="34" charset="0"/>
              </a:rPr>
              <a:t> </a:t>
            </a:r>
            <a:r>
              <a:rPr lang="cs-CZ" sz="2400" b="1" u="sng" kern="1200" dirty="0">
                <a:latin typeface="Verdana" pitchFamily="34" charset="0"/>
              </a:rPr>
              <a:t>je</a:t>
            </a:r>
            <a:r>
              <a:rPr lang="cs-CZ" sz="2400" kern="1200" dirty="0">
                <a:latin typeface="Verdana" pitchFamily="34" charset="0"/>
              </a:rPr>
              <a:t> součástí instrukce</a:t>
            </a:r>
          </a:p>
          <a:p>
            <a:pPr marL="504000" indent="-504000" eaLnBrk="0" hangingPunct="0">
              <a:spcBef>
                <a:spcPct val="0"/>
              </a:spcBef>
              <a:spcAft>
                <a:spcPts val="600"/>
              </a:spcAft>
              <a:buSzPct val="100000"/>
              <a:buFont typeface="Wingdings" panose="05000000000000000000" pitchFamily="2" charset="2"/>
              <a:buChar char="ü"/>
              <a:defRPr/>
            </a:pPr>
            <a:r>
              <a:rPr lang="cs-CZ" sz="2400" b="1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</a:rPr>
              <a:t>Nepřímé adresování dat </a:t>
            </a:r>
            <a:r>
              <a:rPr lang="cs-CZ" sz="2400" kern="1200" dirty="0">
                <a:latin typeface="Verdana" pitchFamily="34" charset="0"/>
              </a:rPr>
              <a:t>– </a:t>
            </a:r>
            <a:r>
              <a:rPr lang="cs-CZ" sz="2400" b="1" kern="1200" dirty="0">
                <a:latin typeface="Verdana" pitchFamily="34" charset="0"/>
              </a:rPr>
              <a:t>adresa paměti</a:t>
            </a:r>
            <a:r>
              <a:rPr lang="cs-CZ" sz="2400" kern="1200" dirty="0">
                <a:latin typeface="Verdana" pitchFamily="34" charset="0"/>
              </a:rPr>
              <a:t> </a:t>
            </a:r>
            <a:r>
              <a:rPr lang="cs-CZ" sz="2400" b="1" u="sng" kern="1200" dirty="0">
                <a:latin typeface="Verdana" pitchFamily="34" charset="0"/>
              </a:rPr>
              <a:t>není</a:t>
            </a:r>
            <a:r>
              <a:rPr lang="cs-CZ" sz="2400" kern="1200" dirty="0">
                <a:latin typeface="Verdana" pitchFamily="34" charset="0"/>
              </a:rPr>
              <a:t> součástí instrukce, je uložena v registru (ukazateli </a:t>
            </a:r>
            <a:r>
              <a:rPr lang="cs-CZ" sz="2400" b="1" u="sng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</a:rPr>
              <a:t>X</a:t>
            </a:r>
            <a:r>
              <a:rPr lang="cs-CZ" sz="2400" b="1" kern="1200" dirty="0">
                <a:latin typeface="Consolas" panose="020B0609020204030204" pitchFamily="49" charset="0"/>
              </a:rPr>
              <a:t>,</a:t>
            </a:r>
            <a:r>
              <a:rPr lang="cs-CZ" sz="2400" b="1" u="sng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</a:rPr>
              <a:t>Y</a:t>
            </a:r>
            <a:r>
              <a:rPr lang="cs-CZ" sz="2400" b="1" kern="1200" dirty="0">
                <a:latin typeface="Consolas" panose="020B0609020204030204" pitchFamily="49" charset="0"/>
              </a:rPr>
              <a:t>,</a:t>
            </a:r>
            <a:r>
              <a:rPr lang="cs-CZ" sz="2400" b="1" u="sng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</a:rPr>
              <a:t>Z</a:t>
            </a:r>
            <a:r>
              <a:rPr lang="cs-CZ" sz="2400" kern="1200" dirty="0">
                <a:latin typeface="Verdana" pitchFamily="34" charset="0"/>
              </a:rPr>
              <a:t>)</a:t>
            </a:r>
          </a:p>
          <a:p>
            <a:pPr marL="504000" indent="-504000" eaLnBrk="0" hangingPunct="0">
              <a:spcBef>
                <a:spcPct val="0"/>
              </a:spcBef>
              <a:spcAft>
                <a:spcPts val="600"/>
              </a:spcAft>
              <a:buSzPct val="100000"/>
              <a:buFont typeface="Wingdings" panose="05000000000000000000" pitchFamily="2" charset="2"/>
              <a:buChar char="ü"/>
              <a:defRPr/>
            </a:pPr>
            <a:r>
              <a:rPr lang="cs-CZ" sz="2400" b="1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</a:rPr>
              <a:t>Nepřímé adresování programu </a:t>
            </a:r>
            <a:r>
              <a:rPr lang="cs-CZ" sz="2400" kern="1200" dirty="0">
                <a:latin typeface="Verdana" pitchFamily="34" charset="0"/>
              </a:rPr>
              <a:t>– </a:t>
            </a:r>
            <a:r>
              <a:rPr lang="cs-CZ" sz="2400" b="1" kern="1200" dirty="0">
                <a:latin typeface="Verdana" pitchFamily="34" charset="0"/>
              </a:rPr>
              <a:t>adresa paměti</a:t>
            </a:r>
            <a:r>
              <a:rPr lang="cs-CZ" sz="2400" kern="1200" dirty="0">
                <a:latin typeface="Verdana" pitchFamily="34" charset="0"/>
              </a:rPr>
              <a:t> </a:t>
            </a:r>
            <a:r>
              <a:rPr lang="cs-CZ" sz="2400" b="1" u="sng" kern="1200" dirty="0">
                <a:latin typeface="Verdana" pitchFamily="34" charset="0"/>
              </a:rPr>
              <a:t>není</a:t>
            </a:r>
            <a:r>
              <a:rPr lang="cs-CZ" sz="2400" kern="1200" dirty="0">
                <a:latin typeface="Verdana" pitchFamily="34" charset="0"/>
              </a:rPr>
              <a:t> součástí instrukce, je uložena v registru </a:t>
            </a:r>
            <a:r>
              <a:rPr lang="cs-CZ" sz="2400" b="1" u="sng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</a:rPr>
              <a:t>Z</a:t>
            </a:r>
            <a:r>
              <a:rPr lang="cs-CZ" sz="2400" kern="1200" dirty="0">
                <a:latin typeface="Verdana" pitchFamily="34" charset="0"/>
              </a:rPr>
              <a:t> </a:t>
            </a:r>
          </a:p>
        </p:txBody>
      </p:sp>
      <p:sp>
        <p:nvSpPr>
          <p:cNvPr id="10" name="Rectangle 2"/>
          <p:cNvSpPr>
            <a:spLocks noGrp="1" noChangeArrowheads="1"/>
          </p:cNvSpPr>
          <p:nvPr>
            <p:ph type="title"/>
          </p:nvPr>
        </p:nvSpPr>
        <p:spPr>
          <a:xfrm>
            <a:off x="720000" y="72000"/>
            <a:ext cx="7772400" cy="400110"/>
          </a:xfrm>
          <a:noFill/>
          <a:ln/>
        </p:spPr>
        <p:txBody>
          <a:bodyPr>
            <a:spAutoFit/>
          </a:bodyPr>
          <a:lstStyle/>
          <a:p>
            <a:pPr lvl="0">
              <a:defRPr/>
            </a:pPr>
            <a:r>
              <a:rPr lang="cs-CZ" sz="20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ea typeface="+mn-ea"/>
                <a:cs typeface="+mn-cs"/>
              </a:rPr>
              <a:t>Adresace</a:t>
            </a:r>
          </a:p>
        </p:txBody>
      </p:sp>
      <p:sp>
        <p:nvSpPr>
          <p:cNvPr id="9" name="Tlačítko akce: Vlastní 8">
            <a:hlinkClick r:id="" action="ppaction://hlinkshowjump?jump=nextslide" highlightClick="1"/>
          </p:cNvPr>
          <p:cNvSpPr/>
          <p:nvPr/>
        </p:nvSpPr>
        <p:spPr>
          <a:xfrm>
            <a:off x="6840008" y="6300008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11" name="Tlačítko akce: Vlastní 10">
            <a:hlinkClick r:id="" action="ppaction://hlinkshowjump?jump=previousslide" highlightClick="1"/>
          </p:cNvPr>
          <p:cNvSpPr/>
          <p:nvPr/>
        </p:nvSpPr>
        <p:spPr>
          <a:xfrm>
            <a:off x="5760007" y="6300008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12" name="Tlačítko akce: Vlastní 11">
            <a:hlinkClick r:id="rId3" action="ppaction://hlinksldjump" highlightClick="1"/>
          </p:cNvPr>
          <p:cNvSpPr/>
          <p:nvPr/>
        </p:nvSpPr>
        <p:spPr>
          <a:xfrm>
            <a:off x="7920007" y="6300008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13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latin typeface="Arial Black" pitchFamily="34" charset="0"/>
            </a:endParaRPr>
          </a:p>
        </p:txBody>
      </p:sp>
      <p:sp>
        <p:nvSpPr>
          <p:cNvPr id="14" name="Zástupný symbol pro číslo snímku 5"/>
          <p:cNvSpPr txBox="1">
            <a:spLocks/>
          </p:cNvSpPr>
          <p:nvPr/>
        </p:nvSpPr>
        <p:spPr bwMode="auto">
          <a:xfrm>
            <a:off x="6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37536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9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109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9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109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94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1094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94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1094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94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1094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946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360001" y="1080000"/>
            <a:ext cx="8784000" cy="539942"/>
          </a:xfrm>
        </p:spPr>
        <p:txBody>
          <a:bodyPr wrap="square" tIns="54000" bIns="54000">
            <a:spAutoFit/>
          </a:bodyPr>
          <a:lstStyle/>
          <a:p>
            <a:pPr marL="504000" indent="-504000" eaLnBrk="0" hangingPunct="0">
              <a:spcBef>
                <a:spcPct val="0"/>
              </a:spcBef>
              <a:spcAft>
                <a:spcPts val="1800"/>
              </a:spcAft>
              <a:buSzPct val="100000"/>
              <a:defRPr/>
            </a:pPr>
            <a:r>
              <a:rPr lang="cs-CZ" sz="2800" b="1" kern="1200" dirty="0">
                <a:latin typeface="Verdana" pitchFamily="34" charset="0"/>
              </a:rPr>
              <a:t>Adresování konstantou</a:t>
            </a:r>
          </a:p>
        </p:txBody>
      </p:sp>
      <p:sp>
        <p:nvSpPr>
          <p:cNvPr id="7" name="Obdélník 6"/>
          <p:cNvSpPr/>
          <p:nvPr/>
        </p:nvSpPr>
        <p:spPr>
          <a:xfrm>
            <a:off x="4860001" y="4412967"/>
            <a:ext cx="3960000" cy="1320289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square" lIns="90000" tIns="288000" rIns="90000" bIns="288000">
            <a:spAutoFit/>
          </a:bodyPr>
          <a:lstStyle/>
          <a:p>
            <a:pPr eaLnBrk="1" hangingPunct="1"/>
            <a:r>
              <a:rPr lang="cs-CZ" b="0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cs-CZ" dirty="0">
                <a:solidFill>
                  <a:srgbClr val="0000FF"/>
                </a:solidFill>
                <a:latin typeface="Consolas"/>
              </a:rPr>
              <a:t>LDI </a:t>
            </a:r>
            <a:r>
              <a:rPr lang="cs-CZ" dirty="0">
                <a:latin typeface="Consolas"/>
              </a:rPr>
              <a:t>R16,25</a:t>
            </a:r>
          </a:p>
          <a:p>
            <a:pPr eaLnBrk="1" hangingPunct="1"/>
            <a:r>
              <a:rPr lang="cs-CZ" dirty="0">
                <a:latin typeface="Consolas"/>
              </a:rPr>
              <a:t>	</a:t>
            </a:r>
            <a:r>
              <a:rPr lang="cs-CZ" dirty="0">
                <a:solidFill>
                  <a:srgbClr val="0000FF"/>
                </a:solidFill>
                <a:latin typeface="Consolas"/>
              </a:rPr>
              <a:t>ORI</a:t>
            </a:r>
            <a:r>
              <a:rPr lang="cs-CZ" dirty="0">
                <a:latin typeface="Consolas"/>
              </a:rPr>
              <a:t> R17,0xF0</a:t>
            </a:r>
          </a:p>
        </p:txBody>
      </p:sp>
      <p:sp>
        <p:nvSpPr>
          <p:cNvPr id="13" name="Rectangle 2"/>
          <p:cNvSpPr>
            <a:spLocks noGrp="1" noChangeArrowheads="1"/>
          </p:cNvSpPr>
          <p:nvPr>
            <p:ph type="title"/>
          </p:nvPr>
        </p:nvSpPr>
        <p:spPr>
          <a:xfrm>
            <a:off x="720000" y="72000"/>
            <a:ext cx="7772400" cy="400110"/>
          </a:xfrm>
          <a:noFill/>
          <a:ln/>
        </p:spPr>
        <p:txBody>
          <a:bodyPr>
            <a:spAutoFit/>
          </a:bodyPr>
          <a:lstStyle/>
          <a:p>
            <a:pPr lvl="0">
              <a:defRPr/>
            </a:pPr>
            <a:r>
              <a:rPr lang="cs-CZ" sz="20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ea typeface="+mn-ea"/>
                <a:cs typeface="+mn-cs"/>
              </a:rPr>
              <a:t>Adresace</a:t>
            </a:r>
          </a:p>
        </p:txBody>
      </p:sp>
      <p:sp>
        <p:nvSpPr>
          <p:cNvPr id="14" name="Obdélník 13"/>
          <p:cNvSpPr/>
          <p:nvPr/>
        </p:nvSpPr>
        <p:spPr>
          <a:xfrm>
            <a:off x="4860000" y="2160003"/>
            <a:ext cx="3960001" cy="21459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90000" tIns="72000" rIns="90000" bIns="72000">
            <a:spAutoFit/>
          </a:bodyPr>
          <a:lstStyle/>
          <a:p>
            <a:pPr eaLnBrk="1" hangingPunct="1">
              <a:spcAft>
                <a:spcPts val="1200"/>
              </a:spcAft>
            </a:pPr>
            <a:r>
              <a:rPr lang="cs-CZ" sz="20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Instrukce, které používají tuto adresaci mají v kódu instrukce písmeno </a:t>
            </a:r>
            <a:r>
              <a:rPr lang="cs-CZ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</a:t>
            </a:r>
          </a:p>
          <a:p>
            <a:pPr eaLnBrk="1" hangingPunct="1"/>
            <a:r>
              <a:rPr lang="cs-CZ" sz="20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Jeden operand je </a:t>
            </a:r>
            <a:r>
              <a:rPr lang="cs-CZ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data8</a:t>
            </a:r>
            <a:r>
              <a:rPr lang="cs-CZ" sz="20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a druhý </a:t>
            </a:r>
            <a:r>
              <a:rPr lang="cs-CZ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registr</a:t>
            </a:r>
            <a:r>
              <a:rPr lang="cs-CZ" sz="20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(pouze </a:t>
            </a:r>
            <a:r>
              <a:rPr lang="cs-CZ" sz="2000" dirty="0">
                <a:latin typeface="Consolas" panose="020B0609020204030204" pitchFamily="49" charset="0"/>
                <a:ea typeface="Verdana" panose="020B0604030504040204" pitchFamily="34" charset="0"/>
                <a:cs typeface="Verdana" panose="020B0604030504040204" pitchFamily="34" charset="0"/>
              </a:rPr>
              <a:t>R16-R31</a:t>
            </a:r>
            <a:r>
              <a:rPr lang="cs-CZ" sz="20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)</a:t>
            </a:r>
          </a:p>
        </p:txBody>
      </p:sp>
      <p:sp>
        <p:nvSpPr>
          <p:cNvPr id="8" name="Tlačítko akce: Vlastní 7">
            <a:hlinkClick r:id="" action="ppaction://hlinkshowjump?jump=nextslide" highlightClick="1"/>
          </p:cNvPr>
          <p:cNvSpPr/>
          <p:nvPr/>
        </p:nvSpPr>
        <p:spPr>
          <a:xfrm>
            <a:off x="6840008" y="6300008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9" name="Tlačítko akce: Vlastní 8">
            <a:hlinkClick r:id="" action="ppaction://hlinkshowjump?jump=previousslide" highlightClick="1"/>
          </p:cNvPr>
          <p:cNvSpPr/>
          <p:nvPr/>
        </p:nvSpPr>
        <p:spPr>
          <a:xfrm>
            <a:off x="5760007" y="6300008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10" name="Tlačítko akce: Vlastní 9">
            <a:hlinkClick r:id="rId3" action="ppaction://hlinksldjump" highlightClick="1"/>
          </p:cNvPr>
          <p:cNvSpPr/>
          <p:nvPr/>
        </p:nvSpPr>
        <p:spPr>
          <a:xfrm>
            <a:off x="7920007" y="6300008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11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latin typeface="Arial Black" pitchFamily="34" charset="0"/>
            </a:endParaRPr>
          </a:p>
        </p:txBody>
      </p:sp>
      <p:sp>
        <p:nvSpPr>
          <p:cNvPr id="12" name="Zástupný symbol pro číslo snímku 5"/>
          <p:cNvSpPr txBox="1">
            <a:spLocks/>
          </p:cNvSpPr>
          <p:nvPr/>
        </p:nvSpPr>
        <p:spPr bwMode="auto">
          <a:xfrm>
            <a:off x="6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15" name="TextovéPole 14"/>
          <p:cNvSpPr txBox="1"/>
          <p:nvPr/>
        </p:nvSpPr>
        <p:spPr bwMode="auto">
          <a:xfrm>
            <a:off x="4860000" y="1800003"/>
            <a:ext cx="269626" cy="276999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algn="ctr" rtl="0" fontAlgn="base">
              <a:spcBef>
                <a:spcPct val="0"/>
              </a:spcBef>
              <a:spcAft>
                <a:spcPct val="0"/>
              </a:spcAft>
            </a:pPr>
            <a:r>
              <a:rPr lang="cs-CZ" sz="1200" dirty="0">
                <a:solidFill>
                  <a:schemeClr val="bg1"/>
                </a:solidFill>
                <a:latin typeface="Arial"/>
                <a:ea typeface="+mn-ea"/>
                <a:cs typeface="+mn-cs"/>
              </a:rPr>
              <a:t>1</a:t>
            </a:r>
          </a:p>
        </p:txBody>
      </p:sp>
      <p:pic>
        <p:nvPicPr>
          <p:cNvPr id="2" name="Obrázek 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00" y="2160000"/>
            <a:ext cx="3960000" cy="3083954"/>
          </a:xfrm>
          <a:prstGeom prst="rect">
            <a:avLst/>
          </a:prstGeom>
        </p:spPr>
      </p:pic>
      <p:sp>
        <p:nvSpPr>
          <p:cNvPr id="16" name="Tlačítko akce: Vlastní 4">
            <a:hlinkClick r:id="" action="ppaction://noaction" highlightClick="1"/>
          </p:cNvPr>
          <p:cNvSpPr/>
          <p:nvPr/>
        </p:nvSpPr>
        <p:spPr>
          <a:xfrm>
            <a:off x="4499992" y="6298624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 Black" pitchFamily="34" charset="0"/>
              </a:rPr>
              <a:t>Pracovní list</a:t>
            </a:r>
            <a:endParaRPr lang="en-US" sz="1000" b="1" dirty="0">
              <a:solidFill>
                <a:schemeClr val="tx1">
                  <a:lumMod val="85000"/>
                  <a:lumOff val="15000"/>
                </a:schemeClr>
              </a:solidFill>
              <a:latin typeface="Arial Black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269128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1" grpId="0" animBg="1"/>
      <p:bldP spid="12" grpId="0"/>
      <p:bldP spid="15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946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360001" y="1080000"/>
            <a:ext cx="8784000" cy="523220"/>
          </a:xfrm>
        </p:spPr>
        <p:txBody>
          <a:bodyPr wrap="square">
            <a:spAutoFit/>
          </a:bodyPr>
          <a:lstStyle/>
          <a:p>
            <a:pPr marL="504000" indent="-504000" eaLnBrk="0" hangingPunct="0">
              <a:spcBef>
                <a:spcPct val="0"/>
              </a:spcBef>
              <a:spcAft>
                <a:spcPts val="1800"/>
              </a:spcAft>
              <a:buSzPct val="100000"/>
              <a:defRPr/>
            </a:pPr>
            <a:r>
              <a:rPr lang="cs-CZ" sz="2800" b="1" kern="1200" dirty="0">
                <a:latin typeface="Verdana" pitchFamily="34" charset="0"/>
              </a:rPr>
              <a:t>Přímé adresování jednoho registru</a:t>
            </a:r>
          </a:p>
        </p:txBody>
      </p:sp>
      <p:sp>
        <p:nvSpPr>
          <p:cNvPr id="11" name="Obdélník 10"/>
          <p:cNvSpPr/>
          <p:nvPr/>
        </p:nvSpPr>
        <p:spPr>
          <a:xfrm>
            <a:off x="4860001" y="3044815"/>
            <a:ext cx="3960000" cy="1320289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square" lIns="90000" tIns="288000" rIns="90000" bIns="288000">
            <a:spAutoFit/>
          </a:bodyPr>
          <a:lstStyle/>
          <a:p>
            <a:pPr eaLnBrk="1" hangingPunct="1"/>
            <a:r>
              <a:rPr lang="en-US" b="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cs-CZ" dirty="0">
                <a:solidFill>
                  <a:srgbClr val="0000FF"/>
                </a:solidFill>
                <a:latin typeface="Consolas"/>
              </a:rPr>
              <a:t>INC</a:t>
            </a:r>
            <a:r>
              <a:rPr lang="cs-CZ" b="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cs-CZ" dirty="0">
                <a:latin typeface="Consolas"/>
              </a:rPr>
              <a:t>R0</a:t>
            </a:r>
          </a:p>
          <a:p>
            <a:pPr eaLnBrk="1" hangingPunct="1"/>
            <a:r>
              <a:rPr lang="cs-CZ" dirty="0">
                <a:latin typeface="Consolas"/>
              </a:rPr>
              <a:t>	</a:t>
            </a:r>
            <a:r>
              <a:rPr lang="cs-CZ" dirty="0">
                <a:solidFill>
                  <a:srgbClr val="0000FF"/>
                </a:solidFill>
                <a:latin typeface="Consolas"/>
              </a:rPr>
              <a:t>DEC</a:t>
            </a:r>
            <a:r>
              <a:rPr lang="cs-CZ" dirty="0">
                <a:latin typeface="Consolas"/>
              </a:rPr>
              <a:t> R16</a:t>
            </a:r>
          </a:p>
        </p:txBody>
      </p:sp>
      <p:sp>
        <p:nvSpPr>
          <p:cNvPr id="5" name="Obdélník 4"/>
          <p:cNvSpPr/>
          <p:nvPr/>
        </p:nvSpPr>
        <p:spPr>
          <a:xfrm>
            <a:off x="4860000" y="2160003"/>
            <a:ext cx="3960001" cy="7609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90000" tIns="72000" rIns="90000" bIns="72000">
            <a:spAutoFit/>
          </a:bodyPr>
          <a:lstStyle/>
          <a:p>
            <a:pPr eaLnBrk="1" hangingPunct="1"/>
            <a:r>
              <a:rPr lang="cs-CZ" sz="20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Instrukce má jen jeden operand </a:t>
            </a:r>
            <a:r>
              <a:rPr lang="cs-CZ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registr</a:t>
            </a:r>
            <a:r>
              <a:rPr lang="cs-CZ" sz="20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(</a:t>
            </a:r>
            <a:r>
              <a:rPr lang="cs-CZ" sz="2000" dirty="0">
                <a:latin typeface="Consolas" panose="020B0609020204030204" pitchFamily="49" charset="0"/>
                <a:ea typeface="Verdana" panose="020B0604030504040204" pitchFamily="34" charset="0"/>
                <a:cs typeface="Verdana" panose="020B0604030504040204" pitchFamily="34" charset="0"/>
              </a:rPr>
              <a:t>R0-R31</a:t>
            </a:r>
            <a:r>
              <a:rPr lang="cs-CZ" sz="20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)</a:t>
            </a:r>
          </a:p>
        </p:txBody>
      </p:sp>
      <p:sp>
        <p:nvSpPr>
          <p:cNvPr id="6" name="Tlačítko akce: Vlastní 5">
            <a:hlinkClick r:id="" action="ppaction://hlinkshowjump?jump=nextslide" highlightClick="1"/>
          </p:cNvPr>
          <p:cNvSpPr/>
          <p:nvPr/>
        </p:nvSpPr>
        <p:spPr>
          <a:xfrm>
            <a:off x="6840008" y="6300008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7" name="Tlačítko akce: Vlastní 6">
            <a:hlinkClick r:id="" action="ppaction://hlinkshowjump?jump=previousslide" highlightClick="1"/>
          </p:cNvPr>
          <p:cNvSpPr/>
          <p:nvPr/>
        </p:nvSpPr>
        <p:spPr>
          <a:xfrm>
            <a:off x="5760007" y="6300008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8" name="Tlačítko akce: Vlastní 7">
            <a:hlinkClick r:id="rId3" action="ppaction://hlinksldjump" highlightClick="1"/>
          </p:cNvPr>
          <p:cNvSpPr/>
          <p:nvPr/>
        </p:nvSpPr>
        <p:spPr>
          <a:xfrm>
            <a:off x="7920007" y="6300008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9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latin typeface="Arial Black" pitchFamily="34" charset="0"/>
            </a:endParaRPr>
          </a:p>
        </p:txBody>
      </p:sp>
      <p:sp>
        <p:nvSpPr>
          <p:cNvPr id="10" name="Zástupný symbol pro číslo snímku 5"/>
          <p:cNvSpPr txBox="1">
            <a:spLocks/>
          </p:cNvSpPr>
          <p:nvPr/>
        </p:nvSpPr>
        <p:spPr bwMode="auto">
          <a:xfrm>
            <a:off x="6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12" name="TextovéPole 11"/>
          <p:cNvSpPr txBox="1"/>
          <p:nvPr/>
        </p:nvSpPr>
        <p:spPr bwMode="auto">
          <a:xfrm>
            <a:off x="4860000" y="1800003"/>
            <a:ext cx="269626" cy="276999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algn="ctr" rtl="0" fontAlgn="base">
              <a:spcBef>
                <a:spcPct val="0"/>
              </a:spcBef>
              <a:spcAft>
                <a:spcPct val="0"/>
              </a:spcAft>
            </a:pPr>
            <a:r>
              <a:rPr lang="cs-CZ" sz="1200" dirty="0">
                <a:solidFill>
                  <a:schemeClr val="bg1"/>
                </a:solidFill>
                <a:latin typeface="Arial"/>
                <a:ea typeface="+mn-ea"/>
                <a:cs typeface="+mn-cs"/>
              </a:rPr>
              <a:t>2</a:t>
            </a:r>
          </a:p>
        </p:txBody>
      </p:sp>
      <p:sp>
        <p:nvSpPr>
          <p:cNvPr id="13" name="Rectangle 2"/>
          <p:cNvSpPr>
            <a:spLocks noGrp="1" noChangeArrowheads="1"/>
          </p:cNvSpPr>
          <p:nvPr>
            <p:ph type="title"/>
          </p:nvPr>
        </p:nvSpPr>
        <p:spPr>
          <a:xfrm>
            <a:off x="720000" y="72000"/>
            <a:ext cx="7772400" cy="400110"/>
          </a:xfrm>
          <a:noFill/>
          <a:ln/>
        </p:spPr>
        <p:txBody>
          <a:bodyPr>
            <a:spAutoFit/>
          </a:bodyPr>
          <a:lstStyle/>
          <a:p>
            <a:pPr lvl="0">
              <a:defRPr/>
            </a:pPr>
            <a:r>
              <a:rPr lang="cs-CZ" sz="20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ea typeface="+mn-ea"/>
                <a:cs typeface="+mn-cs"/>
              </a:rPr>
              <a:t>Adresace</a:t>
            </a:r>
          </a:p>
        </p:txBody>
      </p:sp>
      <p:pic>
        <p:nvPicPr>
          <p:cNvPr id="2" name="Obrázek 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00" y="2160000"/>
            <a:ext cx="3960000" cy="3083954"/>
          </a:xfrm>
          <a:prstGeom prst="rect">
            <a:avLst/>
          </a:prstGeom>
        </p:spPr>
      </p:pic>
      <p:sp>
        <p:nvSpPr>
          <p:cNvPr id="14" name="Tlačítko akce: Vlastní 4">
            <a:hlinkClick r:id="" action="ppaction://noaction" highlightClick="1"/>
          </p:cNvPr>
          <p:cNvSpPr/>
          <p:nvPr/>
        </p:nvSpPr>
        <p:spPr>
          <a:xfrm>
            <a:off x="4499992" y="6298624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 Black" pitchFamily="34" charset="0"/>
              </a:rPr>
              <a:t>Pracovní list</a:t>
            </a:r>
            <a:endParaRPr lang="en-US" sz="1000" b="1" dirty="0">
              <a:solidFill>
                <a:schemeClr val="tx1">
                  <a:lumMod val="85000"/>
                  <a:lumOff val="15000"/>
                </a:schemeClr>
              </a:solidFill>
              <a:latin typeface="Arial Black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522062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9" grpId="0" animBg="1"/>
      <p:bldP spid="10" grpId="0"/>
      <p:bldP spid="12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946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360001" y="1080000"/>
            <a:ext cx="8784000" cy="523220"/>
          </a:xfrm>
        </p:spPr>
        <p:txBody>
          <a:bodyPr wrap="square">
            <a:spAutoFit/>
          </a:bodyPr>
          <a:lstStyle/>
          <a:p>
            <a:pPr marL="504000" indent="-504000" eaLnBrk="0" hangingPunct="0">
              <a:spcBef>
                <a:spcPct val="0"/>
              </a:spcBef>
              <a:spcAft>
                <a:spcPts val="0"/>
              </a:spcAft>
              <a:buSzPct val="100000"/>
              <a:defRPr/>
            </a:pPr>
            <a:r>
              <a:rPr lang="cs-CZ" sz="2800" b="1" kern="1200" dirty="0">
                <a:latin typeface="Verdana" pitchFamily="34" charset="0"/>
              </a:rPr>
              <a:t>Přímé adresování dvou registrů</a:t>
            </a:r>
          </a:p>
        </p:txBody>
      </p:sp>
      <p:sp>
        <p:nvSpPr>
          <p:cNvPr id="7" name="Obdélník 6"/>
          <p:cNvSpPr/>
          <p:nvPr/>
        </p:nvSpPr>
        <p:spPr>
          <a:xfrm>
            <a:off x="4860001" y="3429000"/>
            <a:ext cx="3923944" cy="1320289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square" lIns="90000" tIns="288000" rIns="90000" bIns="288000">
            <a:spAutoFit/>
          </a:bodyPr>
          <a:lstStyle/>
          <a:p>
            <a:pPr eaLnBrk="1" hangingPunct="1"/>
            <a:r>
              <a:rPr lang="cs-CZ" b="0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cs-CZ" dirty="0">
                <a:solidFill>
                  <a:srgbClr val="0000FF"/>
                </a:solidFill>
                <a:latin typeface="Consolas"/>
              </a:rPr>
              <a:t>MOV </a:t>
            </a:r>
            <a:r>
              <a:rPr lang="cs-CZ" dirty="0">
                <a:latin typeface="Consolas"/>
              </a:rPr>
              <a:t>R10,R1</a:t>
            </a:r>
            <a:r>
              <a:rPr lang="cs-CZ" b="0" dirty="0">
                <a:latin typeface="Courier New" pitchFamily="49" charset="0"/>
                <a:cs typeface="Courier New" pitchFamily="49" charset="0"/>
              </a:rPr>
              <a:t>	</a:t>
            </a:r>
          </a:p>
          <a:p>
            <a:pPr eaLnBrk="1" hangingPunct="1"/>
            <a:r>
              <a:rPr lang="cs-CZ" dirty="0">
                <a:solidFill>
                  <a:srgbClr val="0000FF"/>
                </a:solidFill>
                <a:latin typeface="Consolas"/>
              </a:rPr>
              <a:t>	ADD</a:t>
            </a:r>
            <a:r>
              <a:rPr lang="cs-CZ" b="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cs-CZ" dirty="0">
                <a:latin typeface="Consolas"/>
              </a:rPr>
              <a:t>R16,R0</a:t>
            </a:r>
          </a:p>
        </p:txBody>
      </p:sp>
      <p:sp>
        <p:nvSpPr>
          <p:cNvPr id="5" name="Obdélník 4"/>
          <p:cNvSpPr/>
          <p:nvPr/>
        </p:nvSpPr>
        <p:spPr>
          <a:xfrm>
            <a:off x="4860001" y="2160003"/>
            <a:ext cx="3923944" cy="10687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90000" tIns="72000" rIns="90000" bIns="72000">
            <a:spAutoFit/>
          </a:bodyPr>
          <a:lstStyle/>
          <a:p>
            <a:pPr eaLnBrk="1" hangingPunct="1"/>
            <a:r>
              <a:rPr lang="cs-CZ" sz="20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Instrukce má jeden operand </a:t>
            </a:r>
            <a:r>
              <a:rPr lang="cs-CZ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registr </a:t>
            </a:r>
            <a:r>
              <a:rPr lang="cs-CZ" sz="20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(</a:t>
            </a:r>
            <a:r>
              <a:rPr lang="cs-CZ" sz="2000" dirty="0">
                <a:latin typeface="Consolas" panose="020B0609020204030204" pitchFamily="49" charset="0"/>
                <a:ea typeface="Verdana" panose="020B0604030504040204" pitchFamily="34" charset="0"/>
                <a:cs typeface="Verdana" panose="020B0604030504040204" pitchFamily="34" charset="0"/>
              </a:rPr>
              <a:t>R0-R31</a:t>
            </a:r>
            <a:r>
              <a:rPr lang="cs-CZ" sz="20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) a druhý také </a:t>
            </a:r>
            <a:r>
              <a:rPr lang="cs-CZ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registr</a:t>
            </a:r>
            <a:r>
              <a:rPr lang="cs-CZ" sz="20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(</a:t>
            </a:r>
            <a:r>
              <a:rPr lang="cs-CZ" sz="2000" dirty="0">
                <a:latin typeface="Consolas" panose="020B0609020204030204" pitchFamily="49" charset="0"/>
                <a:ea typeface="Verdana" panose="020B0604030504040204" pitchFamily="34" charset="0"/>
                <a:cs typeface="Verdana" panose="020B0604030504040204" pitchFamily="34" charset="0"/>
              </a:rPr>
              <a:t>R0-R31</a:t>
            </a:r>
            <a:r>
              <a:rPr lang="cs-CZ" sz="20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)</a:t>
            </a:r>
          </a:p>
        </p:txBody>
      </p:sp>
      <p:sp>
        <p:nvSpPr>
          <p:cNvPr id="6" name="Tlačítko akce: Vlastní 5">
            <a:hlinkClick r:id="" action="ppaction://hlinkshowjump?jump=nextslide" highlightClick="1"/>
          </p:cNvPr>
          <p:cNvSpPr/>
          <p:nvPr/>
        </p:nvSpPr>
        <p:spPr>
          <a:xfrm>
            <a:off x="6840008" y="6300008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8" name="Tlačítko akce: Vlastní 7">
            <a:hlinkClick r:id="" action="ppaction://hlinkshowjump?jump=previousslide" highlightClick="1"/>
          </p:cNvPr>
          <p:cNvSpPr/>
          <p:nvPr/>
        </p:nvSpPr>
        <p:spPr>
          <a:xfrm>
            <a:off x="5760007" y="6300008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9" name="Tlačítko akce: Vlastní 8">
            <a:hlinkClick r:id="rId3" action="ppaction://hlinksldjump" highlightClick="1"/>
          </p:cNvPr>
          <p:cNvSpPr/>
          <p:nvPr/>
        </p:nvSpPr>
        <p:spPr>
          <a:xfrm>
            <a:off x="7920007" y="6300008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10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latin typeface="Arial Black" pitchFamily="34" charset="0"/>
            </a:endParaRPr>
          </a:p>
        </p:txBody>
      </p:sp>
      <p:sp>
        <p:nvSpPr>
          <p:cNvPr id="11" name="Zástupný symbol pro číslo snímku 5"/>
          <p:cNvSpPr txBox="1">
            <a:spLocks/>
          </p:cNvSpPr>
          <p:nvPr/>
        </p:nvSpPr>
        <p:spPr bwMode="auto">
          <a:xfrm>
            <a:off x="6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12" name="TextovéPole 11"/>
          <p:cNvSpPr txBox="1"/>
          <p:nvPr/>
        </p:nvSpPr>
        <p:spPr bwMode="auto">
          <a:xfrm>
            <a:off x="4860000" y="1800003"/>
            <a:ext cx="269626" cy="276999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algn="ctr" rtl="0" fontAlgn="base">
              <a:spcBef>
                <a:spcPct val="0"/>
              </a:spcBef>
              <a:spcAft>
                <a:spcPct val="0"/>
              </a:spcAft>
            </a:pPr>
            <a:r>
              <a:rPr lang="cs-CZ" sz="1200" dirty="0">
                <a:solidFill>
                  <a:schemeClr val="bg1"/>
                </a:solidFill>
                <a:latin typeface="Arial"/>
                <a:ea typeface="+mn-ea"/>
                <a:cs typeface="+mn-cs"/>
              </a:rPr>
              <a:t>3</a:t>
            </a:r>
          </a:p>
        </p:txBody>
      </p:sp>
      <p:sp>
        <p:nvSpPr>
          <p:cNvPr id="13" name="Rectangle 2"/>
          <p:cNvSpPr>
            <a:spLocks noGrp="1" noChangeArrowheads="1"/>
          </p:cNvSpPr>
          <p:nvPr>
            <p:ph type="title"/>
          </p:nvPr>
        </p:nvSpPr>
        <p:spPr>
          <a:xfrm>
            <a:off x="720000" y="72000"/>
            <a:ext cx="7772400" cy="400110"/>
          </a:xfrm>
          <a:noFill/>
          <a:ln/>
        </p:spPr>
        <p:txBody>
          <a:bodyPr>
            <a:spAutoFit/>
          </a:bodyPr>
          <a:lstStyle/>
          <a:p>
            <a:pPr lvl="0">
              <a:defRPr/>
            </a:pPr>
            <a:r>
              <a:rPr lang="cs-CZ" sz="20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ea typeface="+mn-ea"/>
                <a:cs typeface="+mn-cs"/>
              </a:rPr>
              <a:t>Adresace</a:t>
            </a:r>
          </a:p>
        </p:txBody>
      </p:sp>
      <p:pic>
        <p:nvPicPr>
          <p:cNvPr id="4" name="Obrázek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00" y="2160000"/>
            <a:ext cx="3960000" cy="3083954"/>
          </a:xfrm>
          <a:prstGeom prst="rect">
            <a:avLst/>
          </a:prstGeom>
        </p:spPr>
      </p:pic>
      <p:sp>
        <p:nvSpPr>
          <p:cNvPr id="14" name="Tlačítko akce: Vlastní 4">
            <a:hlinkClick r:id="" action="ppaction://noaction" highlightClick="1"/>
          </p:cNvPr>
          <p:cNvSpPr/>
          <p:nvPr/>
        </p:nvSpPr>
        <p:spPr>
          <a:xfrm>
            <a:off x="4499992" y="6298624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 Black" pitchFamily="34" charset="0"/>
              </a:rPr>
              <a:t>Pracovní list</a:t>
            </a:r>
            <a:endParaRPr lang="en-US" sz="1000" b="1" dirty="0">
              <a:solidFill>
                <a:schemeClr val="tx1">
                  <a:lumMod val="85000"/>
                  <a:lumOff val="15000"/>
                </a:schemeClr>
              </a:solidFill>
              <a:latin typeface="Arial Black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190693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0" grpId="0" animBg="1"/>
      <p:bldP spid="11" grpId="0"/>
      <p:bldP spid="12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946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360001" y="1080000"/>
            <a:ext cx="8784000" cy="539942"/>
          </a:xfrm>
        </p:spPr>
        <p:txBody>
          <a:bodyPr wrap="square" tIns="54000" bIns="54000">
            <a:spAutoFit/>
          </a:bodyPr>
          <a:lstStyle/>
          <a:p>
            <a:pPr marL="504000" indent="-504000" eaLnBrk="0" hangingPunct="0">
              <a:spcBef>
                <a:spcPct val="0"/>
              </a:spcBef>
              <a:spcAft>
                <a:spcPts val="0"/>
              </a:spcAft>
              <a:buSzPct val="100000"/>
              <a:defRPr/>
            </a:pPr>
            <a:r>
              <a:rPr lang="cs-CZ" sz="2800" b="1" kern="1200" dirty="0">
                <a:latin typeface="Verdana" pitchFamily="34" charset="0"/>
              </a:rPr>
              <a:t>Přímá adresace I/O registrů</a:t>
            </a:r>
          </a:p>
        </p:txBody>
      </p:sp>
      <p:sp>
        <p:nvSpPr>
          <p:cNvPr id="7" name="Obdélník 6"/>
          <p:cNvSpPr/>
          <p:nvPr/>
        </p:nvSpPr>
        <p:spPr>
          <a:xfrm>
            <a:off x="4860001" y="4484975"/>
            <a:ext cx="3923944" cy="1320289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square" lIns="90000" tIns="288000" rIns="90000" bIns="288000">
            <a:spAutoFit/>
          </a:bodyPr>
          <a:lstStyle/>
          <a:p>
            <a:pPr eaLnBrk="1" hangingPunct="1"/>
            <a:r>
              <a:rPr lang="cs-CZ" b="0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cs-CZ" dirty="0">
                <a:solidFill>
                  <a:srgbClr val="0000FF"/>
                </a:solidFill>
                <a:latin typeface="Consolas"/>
              </a:rPr>
              <a:t>OUT </a:t>
            </a:r>
            <a:r>
              <a:rPr lang="cs-CZ" dirty="0">
                <a:latin typeface="Consolas"/>
              </a:rPr>
              <a:t>DDRA,R16</a:t>
            </a:r>
          </a:p>
          <a:p>
            <a:pPr eaLnBrk="1" hangingPunct="1"/>
            <a:r>
              <a:rPr lang="cs-CZ" dirty="0">
                <a:latin typeface="Consolas"/>
              </a:rPr>
              <a:t>	</a:t>
            </a:r>
            <a:r>
              <a:rPr lang="cs-CZ" dirty="0">
                <a:solidFill>
                  <a:srgbClr val="0000FF"/>
                </a:solidFill>
                <a:latin typeface="Consolas"/>
              </a:rPr>
              <a:t>IN</a:t>
            </a:r>
            <a:r>
              <a:rPr lang="cs-CZ" dirty="0">
                <a:latin typeface="Consolas"/>
              </a:rPr>
              <a:t> R16,PINA</a:t>
            </a:r>
          </a:p>
        </p:txBody>
      </p:sp>
      <p:sp>
        <p:nvSpPr>
          <p:cNvPr id="13" name="Obdélník 12"/>
          <p:cNvSpPr/>
          <p:nvPr/>
        </p:nvSpPr>
        <p:spPr>
          <a:xfrm>
            <a:off x="4860001" y="2160000"/>
            <a:ext cx="3923944" cy="22998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90000" tIns="72000" rIns="90000" bIns="72000">
            <a:spAutoFit/>
          </a:bodyPr>
          <a:lstStyle/>
          <a:p>
            <a:pPr eaLnBrk="1" hangingPunct="1"/>
            <a:r>
              <a:rPr lang="cs-CZ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</a:t>
            </a:r>
            <a:r>
              <a:rPr lang="cs-CZ" sz="20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je přímá adresa I/O paměti (adresy </a:t>
            </a:r>
            <a:r>
              <a:rPr lang="cs-CZ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0-63</a:t>
            </a:r>
            <a:r>
              <a:rPr lang="cs-CZ" sz="20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), používají se symbolické adresy např. </a:t>
            </a:r>
            <a:r>
              <a:rPr lang="cs-CZ" sz="2000" dirty="0">
                <a:latin typeface="Consolas" panose="020B0609020204030204" pitchFamily="49" charset="0"/>
                <a:ea typeface="Verdana" panose="020B0604030504040204" pitchFamily="34" charset="0"/>
                <a:cs typeface="Verdana" panose="020B0604030504040204" pitchFamily="34" charset="0"/>
              </a:rPr>
              <a:t>DDRA</a:t>
            </a:r>
            <a:r>
              <a:rPr lang="cs-CZ" sz="20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, </a:t>
            </a:r>
            <a:r>
              <a:rPr lang="cs-CZ" sz="2000" dirty="0">
                <a:latin typeface="Consolas" panose="020B0609020204030204" pitchFamily="49" charset="0"/>
                <a:ea typeface="Verdana" panose="020B0604030504040204" pitchFamily="34" charset="0"/>
                <a:cs typeface="Verdana" panose="020B0604030504040204" pitchFamily="34" charset="0"/>
              </a:rPr>
              <a:t>PINA</a:t>
            </a:r>
          </a:p>
          <a:p>
            <a:pPr eaLnBrk="1" hangingPunct="1"/>
            <a:r>
              <a:rPr lang="cs-CZ" sz="20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Jeden operand je </a:t>
            </a:r>
            <a:r>
              <a:rPr lang="cs-CZ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registr</a:t>
            </a:r>
            <a:r>
              <a:rPr lang="cs-CZ" sz="20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(</a:t>
            </a:r>
            <a:r>
              <a:rPr lang="cs-CZ" sz="2000" dirty="0">
                <a:latin typeface="Consolas" panose="020B0609020204030204" pitchFamily="49" charset="0"/>
                <a:ea typeface="Verdana" panose="020B0604030504040204" pitchFamily="34" charset="0"/>
                <a:cs typeface="Verdana" panose="020B0604030504040204" pitchFamily="34" charset="0"/>
              </a:rPr>
              <a:t>R0-R31</a:t>
            </a:r>
            <a:r>
              <a:rPr lang="cs-CZ" sz="20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), druhý je </a:t>
            </a:r>
            <a:r>
              <a:rPr lang="cs-CZ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adresa I/O </a:t>
            </a:r>
          </a:p>
        </p:txBody>
      </p:sp>
      <p:sp>
        <p:nvSpPr>
          <p:cNvPr id="14" name="Tlačítko akce: Vlastní 13">
            <a:hlinkClick r:id="" action="ppaction://hlinkshowjump?jump=nextslide" highlightClick="1"/>
          </p:cNvPr>
          <p:cNvSpPr/>
          <p:nvPr/>
        </p:nvSpPr>
        <p:spPr>
          <a:xfrm>
            <a:off x="6840008" y="6300008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15" name="Tlačítko akce: Vlastní 14">
            <a:hlinkClick r:id="" action="ppaction://hlinkshowjump?jump=previousslide" highlightClick="1"/>
          </p:cNvPr>
          <p:cNvSpPr/>
          <p:nvPr/>
        </p:nvSpPr>
        <p:spPr>
          <a:xfrm>
            <a:off x="5760007" y="6300008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16" name="Tlačítko akce: Vlastní 15">
            <a:hlinkClick r:id="rId3" action="ppaction://hlinksldjump" highlightClick="1"/>
          </p:cNvPr>
          <p:cNvSpPr/>
          <p:nvPr/>
        </p:nvSpPr>
        <p:spPr>
          <a:xfrm>
            <a:off x="7920007" y="6300008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17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latin typeface="Arial Black" pitchFamily="34" charset="0"/>
            </a:endParaRPr>
          </a:p>
        </p:txBody>
      </p:sp>
      <p:sp>
        <p:nvSpPr>
          <p:cNvPr id="18" name="Zástupný symbol pro číslo snímku 5"/>
          <p:cNvSpPr txBox="1">
            <a:spLocks/>
          </p:cNvSpPr>
          <p:nvPr/>
        </p:nvSpPr>
        <p:spPr bwMode="auto">
          <a:xfrm>
            <a:off x="6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11" name="TextovéPole 10"/>
          <p:cNvSpPr txBox="1"/>
          <p:nvPr/>
        </p:nvSpPr>
        <p:spPr bwMode="auto">
          <a:xfrm>
            <a:off x="4860000" y="1800003"/>
            <a:ext cx="269626" cy="276999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algn="ctr" rtl="0" fontAlgn="base">
              <a:spcBef>
                <a:spcPct val="0"/>
              </a:spcBef>
              <a:spcAft>
                <a:spcPct val="0"/>
              </a:spcAft>
            </a:pPr>
            <a:r>
              <a:rPr lang="cs-CZ" sz="1200" dirty="0">
                <a:solidFill>
                  <a:schemeClr val="bg1"/>
                </a:solidFill>
                <a:latin typeface="Arial"/>
                <a:ea typeface="+mn-ea"/>
                <a:cs typeface="+mn-cs"/>
              </a:rPr>
              <a:t>4</a:t>
            </a:r>
          </a:p>
        </p:txBody>
      </p:sp>
      <p:sp>
        <p:nvSpPr>
          <p:cNvPr id="12" name="Rectangle 2"/>
          <p:cNvSpPr>
            <a:spLocks noGrp="1" noChangeArrowheads="1"/>
          </p:cNvSpPr>
          <p:nvPr>
            <p:ph type="title"/>
          </p:nvPr>
        </p:nvSpPr>
        <p:spPr>
          <a:xfrm>
            <a:off x="720000" y="72000"/>
            <a:ext cx="7772400" cy="400110"/>
          </a:xfrm>
          <a:noFill/>
          <a:ln/>
        </p:spPr>
        <p:txBody>
          <a:bodyPr>
            <a:spAutoFit/>
          </a:bodyPr>
          <a:lstStyle/>
          <a:p>
            <a:pPr lvl="0">
              <a:defRPr/>
            </a:pPr>
            <a:r>
              <a:rPr lang="cs-CZ" sz="20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ea typeface="+mn-ea"/>
                <a:cs typeface="+mn-cs"/>
              </a:rPr>
              <a:t>Adresace</a:t>
            </a:r>
          </a:p>
        </p:txBody>
      </p:sp>
      <p:pic>
        <p:nvPicPr>
          <p:cNvPr id="2" name="Obrázek 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00" y="2160000"/>
            <a:ext cx="3960000" cy="3083954"/>
          </a:xfrm>
          <a:prstGeom prst="rect">
            <a:avLst/>
          </a:prstGeom>
        </p:spPr>
      </p:pic>
      <p:sp>
        <p:nvSpPr>
          <p:cNvPr id="19" name="Tlačítko akce: Vlastní 4">
            <a:hlinkClick r:id="" action="ppaction://noaction" highlightClick="1"/>
          </p:cNvPr>
          <p:cNvSpPr/>
          <p:nvPr/>
        </p:nvSpPr>
        <p:spPr>
          <a:xfrm>
            <a:off x="4499992" y="6298624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 Black" pitchFamily="34" charset="0"/>
              </a:rPr>
              <a:t>Pracovní list</a:t>
            </a:r>
            <a:endParaRPr lang="en-US" sz="1000" b="1" dirty="0">
              <a:solidFill>
                <a:schemeClr val="tx1">
                  <a:lumMod val="85000"/>
                  <a:lumOff val="15000"/>
                </a:schemeClr>
              </a:solidFill>
              <a:latin typeface="Arial Black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906601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7" grpId="0" animBg="1"/>
      <p:bldP spid="18" grpId="0"/>
      <p:bldP spid="11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946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360001" y="1080000"/>
            <a:ext cx="8784000" cy="539942"/>
          </a:xfrm>
        </p:spPr>
        <p:txBody>
          <a:bodyPr wrap="square" tIns="54000" bIns="54000">
            <a:spAutoFit/>
          </a:bodyPr>
          <a:lstStyle/>
          <a:p>
            <a:pPr marL="504000" indent="-504000" eaLnBrk="0" hangingPunct="0">
              <a:spcBef>
                <a:spcPct val="0"/>
              </a:spcBef>
              <a:spcAft>
                <a:spcPts val="1800"/>
              </a:spcAft>
              <a:buSzPct val="100000"/>
              <a:defRPr/>
            </a:pPr>
            <a:r>
              <a:rPr lang="cs-CZ" sz="2800" b="1" kern="1200" dirty="0">
                <a:latin typeface="Verdana" pitchFamily="34" charset="0"/>
              </a:rPr>
              <a:t>Přímé adresování dat</a:t>
            </a:r>
          </a:p>
        </p:txBody>
      </p:sp>
      <p:sp>
        <p:nvSpPr>
          <p:cNvPr id="7" name="Obdélník 6"/>
          <p:cNvSpPr/>
          <p:nvPr/>
        </p:nvSpPr>
        <p:spPr>
          <a:xfrm>
            <a:off x="4860001" y="4412967"/>
            <a:ext cx="3923944" cy="1320289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square" lIns="90000" tIns="288000" rIns="90000" bIns="288000">
            <a:spAutoFit/>
          </a:bodyPr>
          <a:lstStyle/>
          <a:p>
            <a:pPr eaLnBrk="1" hangingPunct="1"/>
            <a:r>
              <a:rPr lang="cs-CZ" sz="2000" b="0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cs-CZ" dirty="0">
                <a:solidFill>
                  <a:srgbClr val="0000FF"/>
                </a:solidFill>
                <a:latin typeface="Consolas"/>
              </a:rPr>
              <a:t>LDS </a:t>
            </a:r>
            <a:r>
              <a:rPr lang="cs-CZ" dirty="0">
                <a:latin typeface="Consolas"/>
              </a:rPr>
              <a:t>R16,0x0200</a:t>
            </a:r>
          </a:p>
          <a:p>
            <a:pPr eaLnBrk="1" hangingPunct="1"/>
            <a:r>
              <a:rPr lang="cs-CZ" dirty="0">
                <a:latin typeface="Consolas"/>
              </a:rPr>
              <a:t>	</a:t>
            </a:r>
            <a:r>
              <a:rPr lang="cs-CZ" dirty="0">
                <a:solidFill>
                  <a:srgbClr val="0000FF"/>
                </a:solidFill>
                <a:latin typeface="Consolas"/>
              </a:rPr>
              <a:t>STS</a:t>
            </a:r>
            <a:r>
              <a:rPr lang="cs-CZ" dirty="0">
                <a:latin typeface="Consolas"/>
              </a:rPr>
              <a:t> 0x0201,R17</a:t>
            </a:r>
          </a:p>
        </p:txBody>
      </p:sp>
      <p:sp>
        <p:nvSpPr>
          <p:cNvPr id="13" name="Obdélník 12"/>
          <p:cNvSpPr/>
          <p:nvPr/>
        </p:nvSpPr>
        <p:spPr>
          <a:xfrm>
            <a:off x="4860001" y="2160000"/>
            <a:ext cx="3923944" cy="20690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90000" tIns="72000" rIns="90000" bIns="72000">
            <a:spAutoFit/>
          </a:bodyPr>
          <a:lstStyle/>
          <a:p>
            <a:pPr eaLnBrk="1" hangingPunct="1">
              <a:spcAft>
                <a:spcPts val="600"/>
              </a:spcAft>
            </a:pPr>
            <a:r>
              <a:rPr lang="cs-CZ" sz="20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Instrukce má délku </a:t>
            </a:r>
            <a:r>
              <a:rPr lang="cs-CZ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dvě slova,</a:t>
            </a:r>
            <a:r>
              <a:rPr lang="cs-CZ" sz="20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neboť obsahuje 16-ti bitovou adresu paměti</a:t>
            </a:r>
          </a:p>
          <a:p>
            <a:pPr eaLnBrk="1" hangingPunct="1"/>
            <a:r>
              <a:rPr lang="cs-CZ" sz="20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Jeden operand je </a:t>
            </a:r>
            <a:r>
              <a:rPr lang="cs-CZ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registr</a:t>
            </a:r>
            <a:r>
              <a:rPr lang="cs-CZ" sz="20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(</a:t>
            </a:r>
            <a:r>
              <a:rPr lang="cs-CZ" sz="2000" dirty="0">
                <a:latin typeface="Consolas" panose="020B0609020204030204" pitchFamily="49" charset="0"/>
                <a:ea typeface="Verdana" panose="020B0604030504040204" pitchFamily="34" charset="0"/>
                <a:cs typeface="Verdana" panose="020B0604030504040204" pitchFamily="34" charset="0"/>
              </a:rPr>
              <a:t>R0-R31</a:t>
            </a:r>
            <a:r>
              <a:rPr lang="cs-CZ" sz="20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), druhý je </a:t>
            </a:r>
            <a:r>
              <a:rPr lang="cs-CZ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adresa paměti SRAM</a:t>
            </a:r>
          </a:p>
        </p:txBody>
      </p:sp>
      <p:sp>
        <p:nvSpPr>
          <p:cNvPr id="14" name="Tlačítko akce: Vlastní 13">
            <a:hlinkClick r:id="" action="ppaction://hlinkshowjump?jump=nextslide" highlightClick="1"/>
          </p:cNvPr>
          <p:cNvSpPr/>
          <p:nvPr/>
        </p:nvSpPr>
        <p:spPr>
          <a:xfrm>
            <a:off x="6840008" y="6300008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15" name="Tlačítko akce: Vlastní 14">
            <a:hlinkClick r:id="" action="ppaction://hlinkshowjump?jump=previousslide" highlightClick="1"/>
          </p:cNvPr>
          <p:cNvSpPr/>
          <p:nvPr/>
        </p:nvSpPr>
        <p:spPr>
          <a:xfrm>
            <a:off x="5760007" y="6300008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16" name="Tlačítko akce: Vlastní 15">
            <a:hlinkClick r:id="rId3" action="ppaction://hlinksldjump" highlightClick="1"/>
          </p:cNvPr>
          <p:cNvSpPr/>
          <p:nvPr/>
        </p:nvSpPr>
        <p:spPr>
          <a:xfrm>
            <a:off x="7920007" y="6300008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17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latin typeface="Arial Black" pitchFamily="34" charset="0"/>
            </a:endParaRPr>
          </a:p>
        </p:txBody>
      </p:sp>
      <p:sp>
        <p:nvSpPr>
          <p:cNvPr id="18" name="Zástupný symbol pro číslo snímku 5"/>
          <p:cNvSpPr txBox="1">
            <a:spLocks/>
          </p:cNvSpPr>
          <p:nvPr/>
        </p:nvSpPr>
        <p:spPr bwMode="auto">
          <a:xfrm>
            <a:off x="6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11" name="TextovéPole 10"/>
          <p:cNvSpPr txBox="1"/>
          <p:nvPr/>
        </p:nvSpPr>
        <p:spPr bwMode="auto">
          <a:xfrm>
            <a:off x="4860000" y="1800003"/>
            <a:ext cx="269626" cy="276999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algn="ctr" rtl="0" fontAlgn="base">
              <a:spcBef>
                <a:spcPct val="0"/>
              </a:spcBef>
              <a:spcAft>
                <a:spcPct val="0"/>
              </a:spcAft>
            </a:pPr>
            <a:r>
              <a:rPr lang="cs-CZ" sz="1200" dirty="0">
                <a:solidFill>
                  <a:schemeClr val="bg1"/>
                </a:solidFill>
                <a:latin typeface="Arial"/>
              </a:rPr>
              <a:t>5</a:t>
            </a:r>
            <a:endParaRPr lang="cs-CZ" sz="1200" dirty="0">
              <a:solidFill>
                <a:schemeClr val="bg1"/>
              </a:solidFill>
              <a:latin typeface="Arial"/>
              <a:ea typeface="+mn-ea"/>
              <a:cs typeface="+mn-cs"/>
            </a:endParaRPr>
          </a:p>
        </p:txBody>
      </p:sp>
      <p:sp>
        <p:nvSpPr>
          <p:cNvPr id="12" name="Rectangle 2"/>
          <p:cNvSpPr>
            <a:spLocks noGrp="1" noChangeArrowheads="1"/>
          </p:cNvSpPr>
          <p:nvPr>
            <p:ph type="title"/>
          </p:nvPr>
        </p:nvSpPr>
        <p:spPr>
          <a:xfrm>
            <a:off x="720000" y="72000"/>
            <a:ext cx="7772400" cy="400110"/>
          </a:xfrm>
          <a:noFill/>
          <a:ln/>
        </p:spPr>
        <p:txBody>
          <a:bodyPr>
            <a:spAutoFit/>
          </a:bodyPr>
          <a:lstStyle/>
          <a:p>
            <a:pPr lvl="0">
              <a:defRPr/>
            </a:pPr>
            <a:r>
              <a:rPr lang="cs-CZ" sz="20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ea typeface="+mn-ea"/>
                <a:cs typeface="+mn-cs"/>
              </a:rPr>
              <a:t>Adresace</a:t>
            </a:r>
          </a:p>
        </p:txBody>
      </p:sp>
      <p:pic>
        <p:nvPicPr>
          <p:cNvPr id="2" name="Obrázek 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00" y="2160000"/>
            <a:ext cx="3960000" cy="3082775"/>
          </a:xfrm>
          <a:prstGeom prst="rect">
            <a:avLst/>
          </a:prstGeom>
        </p:spPr>
      </p:pic>
      <p:sp>
        <p:nvSpPr>
          <p:cNvPr id="19" name="Tlačítko akce: Vlastní 4">
            <a:hlinkClick r:id="" action="ppaction://noaction" highlightClick="1"/>
          </p:cNvPr>
          <p:cNvSpPr/>
          <p:nvPr/>
        </p:nvSpPr>
        <p:spPr>
          <a:xfrm>
            <a:off x="4499992" y="6298624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 Black" pitchFamily="34" charset="0"/>
              </a:rPr>
              <a:t>Pracovní list</a:t>
            </a:r>
            <a:endParaRPr lang="en-US" sz="1000" b="1" dirty="0">
              <a:solidFill>
                <a:schemeClr val="tx1">
                  <a:lumMod val="85000"/>
                  <a:lumOff val="15000"/>
                </a:schemeClr>
              </a:solidFill>
              <a:latin typeface="Arial Black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580369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7" grpId="0" animBg="1"/>
      <p:bldP spid="18" grpId="0"/>
      <p:bldP spid="11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946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360001" y="1080000"/>
            <a:ext cx="8784000" cy="539942"/>
          </a:xfrm>
        </p:spPr>
        <p:txBody>
          <a:bodyPr wrap="square" tIns="54000" bIns="54000">
            <a:spAutoFit/>
          </a:bodyPr>
          <a:lstStyle/>
          <a:p>
            <a:pPr marL="504000" indent="-504000" eaLnBrk="0" hangingPunct="0">
              <a:spcBef>
                <a:spcPct val="0"/>
              </a:spcBef>
              <a:spcAft>
                <a:spcPts val="1800"/>
              </a:spcAft>
              <a:buSzPct val="100000"/>
              <a:defRPr/>
            </a:pPr>
            <a:r>
              <a:rPr lang="cs-CZ" sz="2800" b="1" kern="1200" dirty="0">
                <a:latin typeface="Verdana" pitchFamily="34" charset="0"/>
              </a:rPr>
              <a:t>Nepřímé adresování dat</a:t>
            </a:r>
          </a:p>
        </p:txBody>
      </p:sp>
      <p:sp>
        <p:nvSpPr>
          <p:cNvPr id="7" name="Obdélník 6"/>
          <p:cNvSpPr/>
          <p:nvPr/>
        </p:nvSpPr>
        <p:spPr>
          <a:xfrm>
            <a:off x="4860001" y="4140000"/>
            <a:ext cx="3923944" cy="1751176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square" lIns="90000" tIns="288000" rIns="90000" bIns="288000">
            <a:spAutoFit/>
          </a:bodyPr>
          <a:lstStyle/>
          <a:p>
            <a:pPr eaLnBrk="1" hangingPunct="1"/>
            <a:r>
              <a:rPr lang="cs-CZ" sz="2000" b="0" dirty="0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cs-CZ" sz="2000" dirty="0">
                <a:solidFill>
                  <a:srgbClr val="0000FF"/>
                </a:solidFill>
                <a:latin typeface="Consolas"/>
              </a:rPr>
              <a:t>LDI</a:t>
            </a:r>
            <a:r>
              <a:rPr lang="cs-CZ" sz="2000" dirty="0">
                <a:latin typeface="Consolas" panose="020B0609020204030204" pitchFamily="49" charset="0"/>
                <a:cs typeface="Consolas" panose="020B0609020204030204" pitchFamily="49" charset="0"/>
              </a:rPr>
              <a:t> XL,LOW(adr16)</a:t>
            </a:r>
          </a:p>
          <a:p>
            <a:pPr eaLnBrk="1" hangingPunct="1"/>
            <a:r>
              <a:rPr lang="cs-CZ" sz="2000" dirty="0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cs-CZ" sz="2000" dirty="0">
                <a:solidFill>
                  <a:srgbClr val="0000FF"/>
                </a:solidFill>
                <a:latin typeface="Consolas"/>
              </a:rPr>
              <a:t>LDI</a:t>
            </a:r>
            <a:r>
              <a:rPr lang="cs-CZ" sz="2000" dirty="0">
                <a:latin typeface="Consolas" panose="020B0609020204030204" pitchFamily="49" charset="0"/>
                <a:cs typeface="Consolas" panose="020B0609020204030204" pitchFamily="49" charset="0"/>
              </a:rPr>
              <a:t> XH,HIGH(adr16)</a:t>
            </a:r>
          </a:p>
          <a:p>
            <a:pPr eaLnBrk="1" hangingPunct="1"/>
            <a:r>
              <a:rPr lang="cs-CZ" sz="2000" dirty="0">
                <a:solidFill>
                  <a:srgbClr val="0000FF"/>
                </a:solidFill>
                <a:latin typeface="Consolas"/>
              </a:rPr>
              <a:t>	</a:t>
            </a:r>
            <a:r>
              <a:rPr lang="cs-CZ" sz="3600" dirty="0">
                <a:solidFill>
                  <a:srgbClr val="0000FF"/>
                </a:solidFill>
                <a:latin typeface="Consolas"/>
              </a:rPr>
              <a:t>LD </a:t>
            </a:r>
            <a:r>
              <a:rPr lang="cs-CZ" sz="3600" dirty="0">
                <a:latin typeface="Consolas"/>
              </a:rPr>
              <a:t>R16,X</a:t>
            </a:r>
          </a:p>
        </p:txBody>
      </p:sp>
      <p:sp>
        <p:nvSpPr>
          <p:cNvPr id="14" name="Obdélník 13"/>
          <p:cNvSpPr/>
          <p:nvPr/>
        </p:nvSpPr>
        <p:spPr>
          <a:xfrm>
            <a:off x="4860001" y="2160003"/>
            <a:ext cx="3923944" cy="10687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90000" tIns="72000" rIns="90000" bIns="72000">
            <a:spAutoFit/>
          </a:bodyPr>
          <a:lstStyle/>
          <a:p>
            <a:pPr eaLnBrk="1" hangingPunct="1"/>
            <a:r>
              <a:rPr lang="cs-CZ" sz="20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Operand je na adrese, která je v </a:t>
            </a:r>
            <a:r>
              <a:rPr lang="cs-CZ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registru-pointeru</a:t>
            </a:r>
            <a:r>
              <a:rPr lang="cs-CZ" sz="20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(X,Y,Z)</a:t>
            </a:r>
            <a:endParaRPr lang="cs-CZ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5" name="Tlačítko akce: Vlastní 14">
            <a:hlinkClick r:id="" action="ppaction://hlinkshowjump?jump=nextslide" highlightClick="1"/>
          </p:cNvPr>
          <p:cNvSpPr/>
          <p:nvPr/>
        </p:nvSpPr>
        <p:spPr>
          <a:xfrm>
            <a:off x="6840008" y="6300008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16" name="Tlačítko akce: Vlastní 15">
            <a:hlinkClick r:id="" action="ppaction://hlinkshowjump?jump=previousslide" highlightClick="1"/>
          </p:cNvPr>
          <p:cNvSpPr/>
          <p:nvPr/>
        </p:nvSpPr>
        <p:spPr>
          <a:xfrm>
            <a:off x="5760007" y="6300008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17" name="Tlačítko akce: Vlastní 16">
            <a:hlinkClick r:id="rId3" action="ppaction://hlinksldjump" highlightClick="1"/>
          </p:cNvPr>
          <p:cNvSpPr/>
          <p:nvPr/>
        </p:nvSpPr>
        <p:spPr>
          <a:xfrm>
            <a:off x="7920007" y="6300008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18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latin typeface="Arial Black" pitchFamily="34" charset="0"/>
            </a:endParaRPr>
          </a:p>
        </p:txBody>
      </p:sp>
      <p:sp>
        <p:nvSpPr>
          <p:cNvPr id="19" name="Zástupný symbol pro číslo snímku 5"/>
          <p:cNvSpPr txBox="1">
            <a:spLocks/>
          </p:cNvSpPr>
          <p:nvPr/>
        </p:nvSpPr>
        <p:spPr bwMode="auto">
          <a:xfrm>
            <a:off x="6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11" name="TextovéPole 10"/>
          <p:cNvSpPr txBox="1"/>
          <p:nvPr/>
        </p:nvSpPr>
        <p:spPr bwMode="auto">
          <a:xfrm>
            <a:off x="4860000" y="1800003"/>
            <a:ext cx="269626" cy="276999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algn="ctr" rtl="0" fontAlgn="base">
              <a:spcBef>
                <a:spcPct val="0"/>
              </a:spcBef>
              <a:spcAft>
                <a:spcPct val="0"/>
              </a:spcAft>
            </a:pPr>
            <a:r>
              <a:rPr lang="cs-CZ" sz="1200" dirty="0">
                <a:solidFill>
                  <a:schemeClr val="bg1"/>
                </a:solidFill>
                <a:latin typeface="Arial"/>
                <a:ea typeface="+mn-ea"/>
                <a:cs typeface="+mn-cs"/>
              </a:rPr>
              <a:t>6</a:t>
            </a:r>
          </a:p>
        </p:txBody>
      </p:sp>
      <p:sp>
        <p:nvSpPr>
          <p:cNvPr id="12" name="Rectangle 2"/>
          <p:cNvSpPr>
            <a:spLocks noGrp="1" noChangeArrowheads="1"/>
          </p:cNvSpPr>
          <p:nvPr>
            <p:ph type="title"/>
          </p:nvPr>
        </p:nvSpPr>
        <p:spPr>
          <a:xfrm>
            <a:off x="720000" y="72000"/>
            <a:ext cx="7772400" cy="400110"/>
          </a:xfrm>
          <a:noFill/>
          <a:ln/>
        </p:spPr>
        <p:txBody>
          <a:bodyPr>
            <a:spAutoFit/>
          </a:bodyPr>
          <a:lstStyle/>
          <a:p>
            <a:pPr lvl="0">
              <a:defRPr/>
            </a:pPr>
            <a:r>
              <a:rPr lang="cs-CZ" sz="20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ea typeface="+mn-ea"/>
                <a:cs typeface="+mn-cs"/>
              </a:rPr>
              <a:t>Adresace</a:t>
            </a:r>
          </a:p>
        </p:txBody>
      </p:sp>
      <p:pic>
        <p:nvPicPr>
          <p:cNvPr id="13" name="Obrázek 12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00" y="2160000"/>
            <a:ext cx="3960000" cy="2828671"/>
          </a:xfrm>
          <a:prstGeom prst="rect">
            <a:avLst/>
          </a:prstGeom>
        </p:spPr>
      </p:pic>
      <p:sp>
        <p:nvSpPr>
          <p:cNvPr id="20" name="Tlačítko akce: Vlastní 4">
            <a:hlinkClick r:id="" action="ppaction://noaction" highlightClick="1"/>
          </p:cNvPr>
          <p:cNvSpPr/>
          <p:nvPr/>
        </p:nvSpPr>
        <p:spPr>
          <a:xfrm>
            <a:off x="4499992" y="6298624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 Black" pitchFamily="34" charset="0"/>
              </a:rPr>
              <a:t>Pracovní list</a:t>
            </a:r>
            <a:endParaRPr lang="en-US" sz="1000" b="1" dirty="0">
              <a:solidFill>
                <a:schemeClr val="tx1">
                  <a:lumMod val="85000"/>
                  <a:lumOff val="15000"/>
                </a:schemeClr>
              </a:solidFill>
              <a:latin typeface="Arial Black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947220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8" grpId="0" animBg="1"/>
      <p:bldP spid="19" grpId="0"/>
      <p:bldP spid="11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946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360001" y="1080003"/>
            <a:ext cx="8784000" cy="970829"/>
          </a:xfrm>
        </p:spPr>
        <p:txBody>
          <a:bodyPr wrap="square" tIns="54000" bIns="54000">
            <a:spAutoFit/>
          </a:bodyPr>
          <a:lstStyle/>
          <a:p>
            <a:pPr marL="504000" indent="-504000" eaLnBrk="0" hangingPunct="0">
              <a:spcBef>
                <a:spcPct val="0"/>
              </a:spcBef>
              <a:spcAft>
                <a:spcPts val="1800"/>
              </a:spcAft>
              <a:buSzPct val="100000"/>
              <a:defRPr/>
            </a:pPr>
            <a:r>
              <a:rPr lang="cs-CZ" sz="2800" b="1" kern="1200" dirty="0">
                <a:latin typeface="Verdana" pitchFamily="34" charset="0"/>
              </a:rPr>
              <a:t>Nepřímé adresování paměti dat s</a:t>
            </a:r>
            <a:br>
              <a:rPr lang="cs-CZ" sz="2800" b="1" kern="1200" dirty="0">
                <a:latin typeface="Verdana" pitchFamily="34" charset="0"/>
              </a:rPr>
            </a:br>
            <a:r>
              <a:rPr lang="cs-CZ" sz="2800" b="1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</a:rPr>
              <a:t>post inkrementací</a:t>
            </a:r>
          </a:p>
        </p:txBody>
      </p:sp>
      <p:sp>
        <p:nvSpPr>
          <p:cNvPr id="7" name="Obdélník 6"/>
          <p:cNvSpPr/>
          <p:nvPr/>
        </p:nvSpPr>
        <p:spPr>
          <a:xfrm>
            <a:off x="4860001" y="4140000"/>
            <a:ext cx="3923944" cy="1751176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square" lIns="90000" tIns="288000" rIns="90000" bIns="288000">
            <a:spAutoFit/>
          </a:bodyPr>
          <a:lstStyle/>
          <a:p>
            <a:pPr eaLnBrk="1" hangingPunct="1"/>
            <a:r>
              <a:rPr lang="cs-CZ" sz="2000" b="0" dirty="0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cs-CZ" sz="2000" dirty="0">
                <a:solidFill>
                  <a:srgbClr val="0000FF"/>
                </a:solidFill>
                <a:latin typeface="Consolas"/>
              </a:rPr>
              <a:t>LDI</a:t>
            </a:r>
            <a:r>
              <a:rPr lang="cs-CZ" sz="2000" dirty="0">
                <a:latin typeface="Consolas" panose="020B0609020204030204" pitchFamily="49" charset="0"/>
                <a:cs typeface="Consolas" panose="020B0609020204030204" pitchFamily="49" charset="0"/>
              </a:rPr>
              <a:t> XL,LOW(adr16)</a:t>
            </a:r>
          </a:p>
          <a:p>
            <a:pPr eaLnBrk="1" hangingPunct="1"/>
            <a:r>
              <a:rPr lang="cs-CZ" sz="2000" dirty="0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cs-CZ" sz="2000" dirty="0">
                <a:solidFill>
                  <a:srgbClr val="0000FF"/>
                </a:solidFill>
                <a:latin typeface="Consolas"/>
              </a:rPr>
              <a:t>LDI</a:t>
            </a:r>
            <a:r>
              <a:rPr lang="cs-CZ" sz="2000" dirty="0">
                <a:latin typeface="Consolas" panose="020B0609020204030204" pitchFamily="49" charset="0"/>
                <a:cs typeface="Consolas" panose="020B0609020204030204" pitchFamily="49" charset="0"/>
              </a:rPr>
              <a:t> XH,HIGH(adr16)</a:t>
            </a:r>
          </a:p>
          <a:p>
            <a:pPr eaLnBrk="1" hangingPunct="1">
              <a:spcAft>
                <a:spcPts val="1200"/>
              </a:spcAft>
            </a:pPr>
            <a:r>
              <a:rPr lang="cs-CZ" sz="2000" dirty="0">
                <a:solidFill>
                  <a:srgbClr val="0000FF"/>
                </a:solidFill>
                <a:latin typeface="Consolas"/>
              </a:rPr>
              <a:t>	</a:t>
            </a:r>
            <a:r>
              <a:rPr lang="cs-CZ" sz="3600" dirty="0">
                <a:solidFill>
                  <a:srgbClr val="0000FF"/>
                </a:solidFill>
                <a:latin typeface="Consolas"/>
              </a:rPr>
              <a:t>LD </a:t>
            </a:r>
            <a:r>
              <a:rPr lang="cs-CZ" sz="3600" dirty="0">
                <a:latin typeface="Consolas"/>
              </a:rPr>
              <a:t>R16,X+</a:t>
            </a:r>
          </a:p>
        </p:txBody>
      </p:sp>
      <p:sp>
        <p:nvSpPr>
          <p:cNvPr id="13" name="Obdélník 12"/>
          <p:cNvSpPr/>
          <p:nvPr/>
        </p:nvSpPr>
        <p:spPr>
          <a:xfrm>
            <a:off x="4860001" y="2160002"/>
            <a:ext cx="3923944" cy="168428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90000" tIns="72000" rIns="90000" bIns="72000">
            <a:spAutoFit/>
          </a:bodyPr>
          <a:lstStyle/>
          <a:p>
            <a:pPr eaLnBrk="1" hangingPunct="1"/>
            <a:r>
              <a:rPr lang="cs-CZ" sz="20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Operand je na adrese, která je v </a:t>
            </a:r>
            <a:r>
              <a:rPr lang="cs-CZ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registru-pointeru</a:t>
            </a:r>
            <a:r>
              <a:rPr lang="cs-CZ" sz="20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(</a:t>
            </a:r>
            <a:r>
              <a:rPr lang="cs-CZ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X</a:t>
            </a:r>
            <a:r>
              <a:rPr lang="cs-CZ" sz="20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,</a:t>
            </a:r>
            <a:r>
              <a:rPr lang="cs-CZ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Y</a:t>
            </a:r>
            <a:r>
              <a:rPr lang="cs-CZ" sz="20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,</a:t>
            </a:r>
            <a:r>
              <a:rPr lang="cs-CZ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Z</a:t>
            </a:r>
            <a:r>
              <a:rPr lang="cs-CZ" sz="20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), </a:t>
            </a:r>
            <a:r>
              <a:rPr lang="cs-CZ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po</a:t>
            </a:r>
            <a:r>
              <a:rPr lang="cs-CZ" sz="20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cs-CZ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provedení</a:t>
            </a:r>
            <a:r>
              <a:rPr lang="cs-CZ" sz="20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instrukce se obsah pointeru </a:t>
            </a:r>
            <a:r>
              <a:rPr lang="cs-CZ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inkrementuje</a:t>
            </a:r>
          </a:p>
        </p:txBody>
      </p:sp>
      <p:sp>
        <p:nvSpPr>
          <p:cNvPr id="14" name="Tlačítko akce: Vlastní 13">
            <a:hlinkClick r:id="" action="ppaction://hlinkshowjump?jump=nextslide" highlightClick="1"/>
          </p:cNvPr>
          <p:cNvSpPr/>
          <p:nvPr/>
        </p:nvSpPr>
        <p:spPr>
          <a:xfrm>
            <a:off x="6840008" y="6300008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15" name="Tlačítko akce: Vlastní 14">
            <a:hlinkClick r:id="" action="ppaction://hlinkshowjump?jump=previousslide" highlightClick="1"/>
          </p:cNvPr>
          <p:cNvSpPr/>
          <p:nvPr/>
        </p:nvSpPr>
        <p:spPr>
          <a:xfrm>
            <a:off x="5760007" y="6300008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16" name="Tlačítko akce: Vlastní 15">
            <a:hlinkClick r:id="rId3" action="ppaction://hlinksldjump" highlightClick="1"/>
          </p:cNvPr>
          <p:cNvSpPr/>
          <p:nvPr/>
        </p:nvSpPr>
        <p:spPr>
          <a:xfrm>
            <a:off x="7920007" y="6300008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17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latin typeface="Arial Black" pitchFamily="34" charset="0"/>
            </a:endParaRPr>
          </a:p>
        </p:txBody>
      </p:sp>
      <p:sp>
        <p:nvSpPr>
          <p:cNvPr id="18" name="Zástupný symbol pro číslo snímku 5"/>
          <p:cNvSpPr txBox="1">
            <a:spLocks/>
          </p:cNvSpPr>
          <p:nvPr/>
        </p:nvSpPr>
        <p:spPr bwMode="auto">
          <a:xfrm>
            <a:off x="6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11" name="TextovéPole 10"/>
          <p:cNvSpPr txBox="1"/>
          <p:nvPr/>
        </p:nvSpPr>
        <p:spPr bwMode="auto">
          <a:xfrm>
            <a:off x="4860000" y="1800003"/>
            <a:ext cx="269626" cy="276999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algn="ctr" rtl="0" fontAlgn="base">
              <a:spcBef>
                <a:spcPct val="0"/>
              </a:spcBef>
              <a:spcAft>
                <a:spcPct val="0"/>
              </a:spcAft>
            </a:pPr>
            <a:r>
              <a:rPr lang="cs-CZ" sz="1200" dirty="0">
                <a:solidFill>
                  <a:schemeClr val="bg1"/>
                </a:solidFill>
                <a:latin typeface="Arial"/>
                <a:ea typeface="+mn-ea"/>
                <a:cs typeface="+mn-cs"/>
              </a:rPr>
              <a:t>7</a:t>
            </a:r>
          </a:p>
        </p:txBody>
      </p:sp>
      <p:sp>
        <p:nvSpPr>
          <p:cNvPr id="12" name="Rectangle 2"/>
          <p:cNvSpPr>
            <a:spLocks noGrp="1" noChangeArrowheads="1"/>
          </p:cNvSpPr>
          <p:nvPr>
            <p:ph type="title"/>
          </p:nvPr>
        </p:nvSpPr>
        <p:spPr>
          <a:xfrm>
            <a:off x="720000" y="72000"/>
            <a:ext cx="7772400" cy="400110"/>
          </a:xfrm>
          <a:noFill/>
          <a:ln/>
        </p:spPr>
        <p:txBody>
          <a:bodyPr>
            <a:spAutoFit/>
          </a:bodyPr>
          <a:lstStyle/>
          <a:p>
            <a:pPr lvl="0">
              <a:defRPr/>
            </a:pPr>
            <a:r>
              <a:rPr lang="cs-CZ" sz="20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ea typeface="+mn-ea"/>
                <a:cs typeface="+mn-cs"/>
              </a:rPr>
              <a:t>Adresace</a:t>
            </a:r>
          </a:p>
        </p:txBody>
      </p:sp>
      <p:pic>
        <p:nvPicPr>
          <p:cNvPr id="2" name="Obrázek 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00" y="2160000"/>
            <a:ext cx="3960001" cy="2688453"/>
          </a:xfrm>
          <a:prstGeom prst="rect">
            <a:avLst/>
          </a:prstGeom>
        </p:spPr>
      </p:pic>
      <p:sp>
        <p:nvSpPr>
          <p:cNvPr id="19" name="Tlačítko akce: Vlastní 4">
            <a:hlinkClick r:id="" action="ppaction://noaction" highlightClick="1"/>
          </p:cNvPr>
          <p:cNvSpPr/>
          <p:nvPr/>
        </p:nvSpPr>
        <p:spPr>
          <a:xfrm>
            <a:off x="4499992" y="6298624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 Black" pitchFamily="34" charset="0"/>
              </a:rPr>
              <a:t>Pracovní list</a:t>
            </a:r>
            <a:endParaRPr lang="en-US" sz="1000" b="1" dirty="0">
              <a:solidFill>
                <a:schemeClr val="tx1">
                  <a:lumMod val="85000"/>
                  <a:lumOff val="15000"/>
                </a:schemeClr>
              </a:solidFill>
              <a:latin typeface="Arial Black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699389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7" grpId="0" animBg="1"/>
      <p:bldP spid="18" grpId="0"/>
      <p:bldP spid="11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946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360001" y="1080003"/>
            <a:ext cx="8784000" cy="970829"/>
          </a:xfrm>
        </p:spPr>
        <p:txBody>
          <a:bodyPr wrap="square" tIns="54000" bIns="54000">
            <a:spAutoFit/>
          </a:bodyPr>
          <a:lstStyle/>
          <a:p>
            <a:pPr marL="504000" indent="-504000" eaLnBrk="0" hangingPunct="0">
              <a:spcBef>
                <a:spcPct val="0"/>
              </a:spcBef>
              <a:spcAft>
                <a:spcPts val="1800"/>
              </a:spcAft>
              <a:buSzPct val="100000"/>
              <a:defRPr/>
            </a:pPr>
            <a:r>
              <a:rPr lang="cs-CZ" sz="2800" b="1" kern="1200" dirty="0">
                <a:latin typeface="Verdana" pitchFamily="34" charset="0"/>
              </a:rPr>
              <a:t>Nepřímé adresování paměti dat s </a:t>
            </a:r>
            <a:br>
              <a:rPr lang="cs-CZ" sz="2800" b="1" kern="1200" dirty="0">
                <a:latin typeface="Verdana" pitchFamily="34" charset="0"/>
              </a:rPr>
            </a:br>
            <a:r>
              <a:rPr lang="cs-CZ" sz="2800" b="1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</a:rPr>
              <a:t>pre dekrementací</a:t>
            </a:r>
          </a:p>
        </p:txBody>
      </p:sp>
      <p:sp>
        <p:nvSpPr>
          <p:cNvPr id="7" name="Obdélník 6"/>
          <p:cNvSpPr/>
          <p:nvPr/>
        </p:nvSpPr>
        <p:spPr>
          <a:xfrm>
            <a:off x="4860001" y="4140000"/>
            <a:ext cx="3923944" cy="1751176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square" lIns="90000" tIns="288000" rIns="90000" bIns="288000">
            <a:spAutoFit/>
          </a:bodyPr>
          <a:lstStyle/>
          <a:p>
            <a:pPr eaLnBrk="1" hangingPunct="1"/>
            <a:r>
              <a:rPr lang="cs-CZ" sz="2000" b="0" dirty="0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cs-CZ" sz="2000" dirty="0">
                <a:solidFill>
                  <a:srgbClr val="0000FF"/>
                </a:solidFill>
                <a:latin typeface="Consolas"/>
              </a:rPr>
              <a:t>LDI</a:t>
            </a:r>
            <a:r>
              <a:rPr lang="cs-CZ" sz="2000" dirty="0">
                <a:latin typeface="Consolas" panose="020B0609020204030204" pitchFamily="49" charset="0"/>
                <a:cs typeface="Consolas" panose="020B0609020204030204" pitchFamily="49" charset="0"/>
              </a:rPr>
              <a:t> YL,LOW(adr16)</a:t>
            </a:r>
          </a:p>
          <a:p>
            <a:pPr eaLnBrk="1" hangingPunct="1"/>
            <a:r>
              <a:rPr lang="cs-CZ" sz="2000" dirty="0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cs-CZ" sz="2000" dirty="0">
                <a:solidFill>
                  <a:srgbClr val="0000FF"/>
                </a:solidFill>
                <a:latin typeface="Consolas"/>
              </a:rPr>
              <a:t>LDI</a:t>
            </a:r>
            <a:r>
              <a:rPr lang="cs-CZ" sz="2000" dirty="0">
                <a:latin typeface="Consolas" panose="020B0609020204030204" pitchFamily="49" charset="0"/>
                <a:cs typeface="Consolas" panose="020B0609020204030204" pitchFamily="49" charset="0"/>
              </a:rPr>
              <a:t> YH,HIGH(adr16)</a:t>
            </a:r>
          </a:p>
          <a:p>
            <a:pPr eaLnBrk="1" hangingPunct="1">
              <a:spcAft>
                <a:spcPts val="1200"/>
              </a:spcAft>
            </a:pPr>
            <a:r>
              <a:rPr lang="cs-CZ" sz="2000" dirty="0">
                <a:solidFill>
                  <a:srgbClr val="0000FF"/>
                </a:solidFill>
                <a:latin typeface="Consolas"/>
              </a:rPr>
              <a:t>	</a:t>
            </a:r>
            <a:r>
              <a:rPr lang="cs-CZ" sz="3600" dirty="0">
                <a:solidFill>
                  <a:srgbClr val="0000FF"/>
                </a:solidFill>
                <a:latin typeface="Consolas"/>
              </a:rPr>
              <a:t>ST </a:t>
            </a:r>
            <a:r>
              <a:rPr lang="cs-CZ" sz="3600" dirty="0">
                <a:latin typeface="Consolas"/>
              </a:rPr>
              <a:t>–Y,R16</a:t>
            </a:r>
          </a:p>
        </p:txBody>
      </p:sp>
      <p:sp>
        <p:nvSpPr>
          <p:cNvPr id="13" name="Obdélník 12"/>
          <p:cNvSpPr/>
          <p:nvPr/>
        </p:nvSpPr>
        <p:spPr>
          <a:xfrm>
            <a:off x="4860001" y="2160002"/>
            <a:ext cx="3923944" cy="168428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90000" tIns="72000" rIns="90000" bIns="72000">
            <a:spAutoFit/>
          </a:bodyPr>
          <a:lstStyle/>
          <a:p>
            <a:pPr eaLnBrk="1" hangingPunct="1"/>
            <a:r>
              <a:rPr lang="cs-CZ" sz="20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Operand je na adrese, která je v </a:t>
            </a:r>
            <a:r>
              <a:rPr lang="cs-CZ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registru-pointeru</a:t>
            </a:r>
            <a:r>
              <a:rPr lang="cs-CZ" sz="20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(X,Y,Z), </a:t>
            </a:r>
            <a:r>
              <a:rPr lang="cs-CZ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před</a:t>
            </a:r>
            <a:r>
              <a:rPr lang="cs-CZ" sz="20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cs-CZ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provedením</a:t>
            </a:r>
            <a:r>
              <a:rPr lang="cs-CZ" sz="20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instrukce se obsah pointeru </a:t>
            </a:r>
            <a:r>
              <a:rPr lang="cs-CZ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dekrementuje</a:t>
            </a:r>
          </a:p>
        </p:txBody>
      </p:sp>
      <p:sp>
        <p:nvSpPr>
          <p:cNvPr id="14" name="Tlačítko akce: Vlastní 13">
            <a:hlinkClick r:id="" action="ppaction://hlinkshowjump?jump=nextslide" highlightClick="1"/>
          </p:cNvPr>
          <p:cNvSpPr/>
          <p:nvPr/>
        </p:nvSpPr>
        <p:spPr>
          <a:xfrm>
            <a:off x="6840008" y="6300008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15" name="Tlačítko akce: Vlastní 14">
            <a:hlinkClick r:id="" action="ppaction://hlinkshowjump?jump=previousslide" highlightClick="1"/>
          </p:cNvPr>
          <p:cNvSpPr/>
          <p:nvPr/>
        </p:nvSpPr>
        <p:spPr>
          <a:xfrm>
            <a:off x="5760007" y="6300008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16" name="Tlačítko akce: Vlastní 15">
            <a:hlinkClick r:id="rId3" action="ppaction://hlinksldjump" highlightClick="1"/>
          </p:cNvPr>
          <p:cNvSpPr/>
          <p:nvPr/>
        </p:nvSpPr>
        <p:spPr>
          <a:xfrm>
            <a:off x="7920007" y="6300008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17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latin typeface="Arial Black" pitchFamily="34" charset="0"/>
            </a:endParaRPr>
          </a:p>
        </p:txBody>
      </p:sp>
      <p:sp>
        <p:nvSpPr>
          <p:cNvPr id="18" name="Zástupný symbol pro číslo snímku 5"/>
          <p:cNvSpPr txBox="1">
            <a:spLocks/>
          </p:cNvSpPr>
          <p:nvPr/>
        </p:nvSpPr>
        <p:spPr bwMode="auto">
          <a:xfrm>
            <a:off x="6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11" name="TextovéPole 10"/>
          <p:cNvSpPr txBox="1"/>
          <p:nvPr/>
        </p:nvSpPr>
        <p:spPr bwMode="auto">
          <a:xfrm>
            <a:off x="4860000" y="1800003"/>
            <a:ext cx="269626" cy="276999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algn="ctr" rtl="0" fontAlgn="base">
              <a:spcBef>
                <a:spcPct val="0"/>
              </a:spcBef>
              <a:spcAft>
                <a:spcPct val="0"/>
              </a:spcAft>
            </a:pPr>
            <a:r>
              <a:rPr lang="cs-CZ" sz="1200" dirty="0">
                <a:solidFill>
                  <a:schemeClr val="bg1"/>
                </a:solidFill>
                <a:latin typeface="Arial"/>
                <a:ea typeface="+mn-ea"/>
                <a:cs typeface="+mn-cs"/>
              </a:rPr>
              <a:t>8</a:t>
            </a:r>
          </a:p>
        </p:txBody>
      </p:sp>
      <p:sp>
        <p:nvSpPr>
          <p:cNvPr id="12" name="Rectangle 2"/>
          <p:cNvSpPr>
            <a:spLocks noGrp="1" noChangeArrowheads="1"/>
          </p:cNvSpPr>
          <p:nvPr>
            <p:ph type="title"/>
          </p:nvPr>
        </p:nvSpPr>
        <p:spPr>
          <a:xfrm>
            <a:off x="720000" y="72000"/>
            <a:ext cx="7772400" cy="400110"/>
          </a:xfrm>
          <a:noFill/>
          <a:ln/>
        </p:spPr>
        <p:txBody>
          <a:bodyPr>
            <a:spAutoFit/>
          </a:bodyPr>
          <a:lstStyle/>
          <a:p>
            <a:pPr lvl="0">
              <a:defRPr/>
            </a:pPr>
            <a:r>
              <a:rPr lang="cs-CZ" sz="20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ea typeface="+mn-ea"/>
                <a:cs typeface="+mn-cs"/>
              </a:rPr>
              <a:t>Adresace</a:t>
            </a:r>
          </a:p>
        </p:txBody>
      </p:sp>
      <p:pic>
        <p:nvPicPr>
          <p:cNvPr id="2" name="Obrázek 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00" y="2160000"/>
            <a:ext cx="3960000" cy="2688452"/>
          </a:xfrm>
          <a:prstGeom prst="rect">
            <a:avLst/>
          </a:prstGeom>
        </p:spPr>
      </p:pic>
      <p:sp>
        <p:nvSpPr>
          <p:cNvPr id="19" name="Tlačítko akce: Vlastní 4">
            <a:hlinkClick r:id="" action="ppaction://noaction" highlightClick="1"/>
          </p:cNvPr>
          <p:cNvSpPr/>
          <p:nvPr/>
        </p:nvSpPr>
        <p:spPr>
          <a:xfrm>
            <a:off x="4499992" y="6298624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 Black" pitchFamily="34" charset="0"/>
              </a:rPr>
              <a:t>Pracovní list</a:t>
            </a:r>
            <a:endParaRPr lang="en-US" sz="1000" b="1" dirty="0">
              <a:solidFill>
                <a:schemeClr val="tx1">
                  <a:lumMod val="85000"/>
                  <a:lumOff val="15000"/>
                </a:schemeClr>
              </a:solidFill>
              <a:latin typeface="Arial Black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031843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7" grpId="0" animBg="1"/>
      <p:bldP spid="18" grpId="0"/>
      <p:bldP spid="11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946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360001" y="1080003"/>
            <a:ext cx="8784000" cy="970829"/>
          </a:xfrm>
        </p:spPr>
        <p:txBody>
          <a:bodyPr wrap="square" tIns="54000" bIns="54000">
            <a:spAutoFit/>
          </a:bodyPr>
          <a:lstStyle/>
          <a:p>
            <a:pPr marL="504000" indent="-504000" eaLnBrk="0" hangingPunct="0">
              <a:spcBef>
                <a:spcPct val="0"/>
              </a:spcBef>
              <a:spcAft>
                <a:spcPts val="1800"/>
              </a:spcAft>
              <a:buSzPct val="100000"/>
              <a:defRPr/>
            </a:pPr>
            <a:r>
              <a:rPr lang="cs-CZ" sz="2800" b="1" kern="1200" dirty="0">
                <a:latin typeface="Verdana" pitchFamily="34" charset="0"/>
              </a:rPr>
              <a:t>Nepřímé adresování paměti dat s </a:t>
            </a:r>
            <a:br>
              <a:rPr lang="cs-CZ" sz="2800" b="1" kern="1200" dirty="0">
                <a:latin typeface="Verdana" pitchFamily="34" charset="0"/>
              </a:rPr>
            </a:br>
            <a:r>
              <a:rPr lang="cs-CZ" sz="2800" b="1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</a:rPr>
              <a:t>pre dekrementací</a:t>
            </a:r>
          </a:p>
        </p:txBody>
      </p:sp>
      <p:sp>
        <p:nvSpPr>
          <p:cNvPr id="7" name="Obdélník 6"/>
          <p:cNvSpPr/>
          <p:nvPr/>
        </p:nvSpPr>
        <p:spPr>
          <a:xfrm>
            <a:off x="4860001" y="2160002"/>
            <a:ext cx="3923944" cy="2582173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square" lIns="90000" tIns="288000" rIns="90000" bIns="288000">
            <a:spAutoFit/>
          </a:bodyPr>
          <a:lstStyle/>
          <a:p>
            <a:pPr eaLnBrk="1" hangingPunct="1"/>
            <a:r>
              <a:rPr lang="cs-CZ" sz="2000" b="0" dirty="0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cs-CZ" sz="2000" dirty="0">
                <a:solidFill>
                  <a:srgbClr val="0000FF"/>
                </a:solidFill>
                <a:latin typeface="Consolas"/>
              </a:rPr>
              <a:t>LDI</a:t>
            </a:r>
            <a:r>
              <a:rPr lang="cs-CZ" sz="2000" dirty="0">
                <a:latin typeface="Consolas" panose="020B0609020204030204" pitchFamily="49" charset="0"/>
                <a:cs typeface="Consolas" panose="020B0609020204030204" pitchFamily="49" charset="0"/>
              </a:rPr>
              <a:t> ZL,LOW(adr16)</a:t>
            </a:r>
          </a:p>
          <a:p>
            <a:pPr eaLnBrk="1" hangingPunct="1"/>
            <a:r>
              <a:rPr lang="cs-CZ" sz="2000" dirty="0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cs-CZ" sz="2000" dirty="0">
                <a:solidFill>
                  <a:srgbClr val="0000FF"/>
                </a:solidFill>
                <a:latin typeface="Consolas"/>
              </a:rPr>
              <a:t>LDI</a:t>
            </a:r>
            <a:r>
              <a:rPr lang="cs-CZ" sz="2000" dirty="0">
                <a:latin typeface="Consolas" panose="020B0609020204030204" pitchFamily="49" charset="0"/>
                <a:cs typeface="Consolas" panose="020B0609020204030204" pitchFamily="49" charset="0"/>
              </a:rPr>
              <a:t> ZH,HIGH(adr16)</a:t>
            </a:r>
          </a:p>
          <a:p>
            <a:pPr eaLnBrk="1" hangingPunct="1">
              <a:spcAft>
                <a:spcPts val="1200"/>
              </a:spcAft>
            </a:pPr>
            <a:r>
              <a:rPr lang="cs-CZ" sz="2000" dirty="0">
                <a:solidFill>
                  <a:srgbClr val="0000FF"/>
                </a:solidFill>
                <a:latin typeface="Consolas"/>
              </a:rPr>
              <a:t>	LDD </a:t>
            </a:r>
            <a:r>
              <a:rPr lang="cs-CZ" sz="2000" dirty="0">
                <a:latin typeface="Consolas"/>
              </a:rPr>
              <a:t>R16,Z+32</a:t>
            </a:r>
          </a:p>
          <a:p>
            <a:pPr eaLnBrk="1" hangingPunct="1"/>
            <a:r>
              <a:rPr lang="cs-CZ" sz="2000" b="0" dirty="0">
                <a:latin typeface="Consolas"/>
              </a:rPr>
              <a:t>;</a:t>
            </a:r>
            <a:r>
              <a:rPr lang="cs-CZ" sz="2000" dirty="0">
                <a:latin typeface="Consolas"/>
              </a:rPr>
              <a:t>před provedením </a:t>
            </a:r>
            <a:r>
              <a:rPr lang="cs-CZ" sz="2000" b="0" dirty="0">
                <a:latin typeface="Consolas"/>
              </a:rPr>
              <a:t>instrukce se obsah registru Y </a:t>
            </a:r>
            <a:r>
              <a:rPr lang="cs-CZ" sz="2000" dirty="0">
                <a:latin typeface="Consolas"/>
              </a:rPr>
              <a:t>sníží o 1</a:t>
            </a:r>
          </a:p>
        </p:txBody>
      </p:sp>
      <p:pic>
        <p:nvPicPr>
          <p:cNvPr id="13" name="Picture 2" descr="D:\lj\prezentace\MIT\AVR\Instrukce AVR\adresace5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0001" y="2160000"/>
            <a:ext cx="3960000" cy="28324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Tlačítko akce: Vlastní 13">
            <a:hlinkClick r:id="" action="ppaction://hlinkshowjump?jump=nextslide" highlightClick="1"/>
          </p:cNvPr>
          <p:cNvSpPr/>
          <p:nvPr/>
        </p:nvSpPr>
        <p:spPr>
          <a:xfrm>
            <a:off x="6840008" y="6300008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15" name="Tlačítko akce: Vlastní 14">
            <a:hlinkClick r:id="" action="ppaction://hlinkshowjump?jump=previousslide" highlightClick="1"/>
          </p:cNvPr>
          <p:cNvSpPr/>
          <p:nvPr/>
        </p:nvSpPr>
        <p:spPr>
          <a:xfrm>
            <a:off x="5760007" y="6300008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16" name="Tlačítko akce: Vlastní 15">
            <a:hlinkClick r:id="rId4" action="ppaction://hlinksldjump" highlightClick="1"/>
          </p:cNvPr>
          <p:cNvSpPr/>
          <p:nvPr/>
        </p:nvSpPr>
        <p:spPr>
          <a:xfrm>
            <a:off x="7920007" y="6300008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17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latin typeface="Arial Black" pitchFamily="34" charset="0"/>
            </a:endParaRPr>
          </a:p>
        </p:txBody>
      </p:sp>
      <p:sp>
        <p:nvSpPr>
          <p:cNvPr id="18" name="Zástupný symbol pro číslo snímku 5"/>
          <p:cNvSpPr txBox="1">
            <a:spLocks/>
          </p:cNvSpPr>
          <p:nvPr/>
        </p:nvSpPr>
        <p:spPr bwMode="auto">
          <a:xfrm>
            <a:off x="6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10" name="TextovéPole 9"/>
          <p:cNvSpPr txBox="1"/>
          <p:nvPr/>
        </p:nvSpPr>
        <p:spPr bwMode="auto">
          <a:xfrm>
            <a:off x="4860000" y="1800003"/>
            <a:ext cx="269626" cy="276999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algn="ctr" rtl="0" fontAlgn="base">
              <a:spcBef>
                <a:spcPct val="0"/>
              </a:spcBef>
              <a:spcAft>
                <a:spcPct val="0"/>
              </a:spcAft>
            </a:pPr>
            <a:r>
              <a:rPr lang="cs-CZ" sz="1200" dirty="0">
                <a:solidFill>
                  <a:schemeClr val="bg1"/>
                </a:solidFill>
                <a:latin typeface="Arial"/>
                <a:ea typeface="+mn-ea"/>
                <a:cs typeface="+mn-cs"/>
              </a:rPr>
              <a:t>8</a:t>
            </a:r>
          </a:p>
        </p:txBody>
      </p:sp>
      <p:sp>
        <p:nvSpPr>
          <p:cNvPr id="11" name="Rectangle 2"/>
          <p:cNvSpPr>
            <a:spLocks noGrp="1" noChangeArrowheads="1"/>
          </p:cNvSpPr>
          <p:nvPr>
            <p:ph type="title"/>
          </p:nvPr>
        </p:nvSpPr>
        <p:spPr>
          <a:xfrm>
            <a:off x="720000" y="72000"/>
            <a:ext cx="7772400" cy="400110"/>
          </a:xfrm>
          <a:noFill/>
          <a:ln/>
        </p:spPr>
        <p:txBody>
          <a:bodyPr>
            <a:spAutoFit/>
          </a:bodyPr>
          <a:lstStyle/>
          <a:p>
            <a:pPr lvl="0">
              <a:defRPr/>
            </a:pPr>
            <a:r>
              <a:rPr lang="cs-CZ" sz="20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ea typeface="+mn-ea"/>
                <a:cs typeface="+mn-cs"/>
              </a:rPr>
              <a:t>Adresace</a:t>
            </a:r>
          </a:p>
        </p:txBody>
      </p:sp>
      <p:sp>
        <p:nvSpPr>
          <p:cNvPr id="12" name="Tlačítko akce: Vlastní 4">
            <a:hlinkClick r:id="" action="ppaction://noaction" highlightClick="1"/>
          </p:cNvPr>
          <p:cNvSpPr/>
          <p:nvPr/>
        </p:nvSpPr>
        <p:spPr>
          <a:xfrm>
            <a:off x="4499992" y="6298624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 Black" pitchFamily="34" charset="0"/>
              </a:rPr>
              <a:t>Pracovní list</a:t>
            </a:r>
            <a:endParaRPr lang="en-US" sz="1000" b="1" dirty="0">
              <a:solidFill>
                <a:schemeClr val="tx1">
                  <a:lumMod val="85000"/>
                  <a:lumOff val="15000"/>
                </a:schemeClr>
              </a:solidFill>
              <a:latin typeface="Arial Black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981218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7" grpId="0" animBg="1"/>
      <p:bldP spid="18" grpId="0"/>
      <p:bldP spid="10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946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360001" y="1080000"/>
            <a:ext cx="8784000" cy="539942"/>
          </a:xfrm>
        </p:spPr>
        <p:txBody>
          <a:bodyPr wrap="square" tIns="54000" bIns="54000">
            <a:spAutoFit/>
          </a:bodyPr>
          <a:lstStyle/>
          <a:p>
            <a:pPr marL="504000" indent="-504000" eaLnBrk="0" hangingPunct="0">
              <a:spcBef>
                <a:spcPct val="0"/>
              </a:spcBef>
              <a:spcAft>
                <a:spcPts val="1800"/>
              </a:spcAft>
              <a:buSzPct val="100000"/>
              <a:defRPr/>
            </a:pPr>
            <a:r>
              <a:rPr lang="cs-CZ" sz="2800" b="1" kern="1200" dirty="0">
                <a:latin typeface="Verdana" pitchFamily="34" charset="0"/>
              </a:rPr>
              <a:t>Nepřímé adresování paměti programu</a:t>
            </a:r>
          </a:p>
        </p:txBody>
      </p:sp>
      <p:sp>
        <p:nvSpPr>
          <p:cNvPr id="7" name="Obdélník 6"/>
          <p:cNvSpPr/>
          <p:nvPr/>
        </p:nvSpPr>
        <p:spPr>
          <a:xfrm>
            <a:off x="4860001" y="2160000"/>
            <a:ext cx="3923944" cy="1751176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square" lIns="90000" tIns="288000" rIns="90000" bIns="288000">
            <a:spAutoFit/>
          </a:bodyPr>
          <a:lstStyle/>
          <a:p>
            <a:pPr eaLnBrk="1" hangingPunct="1"/>
            <a:r>
              <a:rPr lang="cs-CZ" sz="2000" dirty="0">
                <a:solidFill>
                  <a:srgbClr val="0000FF"/>
                </a:solidFill>
                <a:latin typeface="Consolas"/>
              </a:rPr>
              <a:t>LDI</a:t>
            </a:r>
            <a:r>
              <a:rPr lang="cs-CZ" sz="2000" dirty="0">
                <a:latin typeface="Consolas" panose="020B0609020204030204" pitchFamily="49" charset="0"/>
                <a:cs typeface="Consolas" panose="020B0609020204030204" pitchFamily="49" charset="0"/>
              </a:rPr>
              <a:t> ZL,LOW(adr16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&lt;&lt;1</a:t>
            </a:r>
            <a:r>
              <a:rPr lang="cs-CZ" sz="2000" dirty="0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pPr eaLnBrk="1" hangingPunct="1"/>
            <a:r>
              <a:rPr lang="cs-CZ" sz="2000" dirty="0">
                <a:solidFill>
                  <a:srgbClr val="0000FF"/>
                </a:solidFill>
                <a:latin typeface="Consolas"/>
              </a:rPr>
              <a:t>LDI</a:t>
            </a:r>
            <a:r>
              <a:rPr lang="cs-CZ" sz="2000" dirty="0">
                <a:latin typeface="Consolas" panose="020B0609020204030204" pitchFamily="49" charset="0"/>
                <a:cs typeface="Consolas" panose="020B0609020204030204" pitchFamily="49" charset="0"/>
              </a:rPr>
              <a:t> ZH,HIGH(adr16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&lt;&lt;1</a:t>
            </a:r>
            <a:r>
              <a:rPr lang="cs-CZ" sz="2000" dirty="0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pPr eaLnBrk="1" hangingPunct="1">
              <a:spcAft>
                <a:spcPts val="1200"/>
              </a:spcAft>
            </a:pPr>
            <a:r>
              <a:rPr lang="cs-CZ" sz="3600" dirty="0">
                <a:solidFill>
                  <a:srgbClr val="0000FF"/>
                </a:solidFill>
                <a:latin typeface="Consolas"/>
              </a:rPr>
              <a:t>LPM </a:t>
            </a:r>
            <a:r>
              <a:rPr lang="cs-CZ" sz="3600" dirty="0">
                <a:latin typeface="Consolas"/>
              </a:rPr>
              <a:t>R16,Z</a:t>
            </a:r>
          </a:p>
        </p:txBody>
      </p:sp>
      <p:sp>
        <p:nvSpPr>
          <p:cNvPr id="5" name="TextovéPole 4"/>
          <p:cNvSpPr txBox="1"/>
          <p:nvPr/>
        </p:nvSpPr>
        <p:spPr bwMode="auto">
          <a:xfrm>
            <a:off x="4860000" y="1800003"/>
            <a:ext cx="269626" cy="276999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algn="ctr" rtl="0" fontAlgn="base">
              <a:spcBef>
                <a:spcPct val="0"/>
              </a:spcBef>
              <a:spcAft>
                <a:spcPct val="0"/>
              </a:spcAft>
            </a:pPr>
            <a:r>
              <a:rPr lang="cs-CZ" sz="1200" dirty="0">
                <a:solidFill>
                  <a:schemeClr val="bg1"/>
                </a:solidFill>
                <a:latin typeface="Arial"/>
                <a:ea typeface="+mn-ea"/>
                <a:cs typeface="+mn-cs"/>
              </a:rPr>
              <a:t>9</a:t>
            </a:r>
          </a:p>
        </p:txBody>
      </p:sp>
      <p:sp>
        <p:nvSpPr>
          <p:cNvPr id="6" name="Tlačítko akce: Vlastní 5">
            <a:hlinkClick r:id="" action="ppaction://hlinkshowjump?jump=nextslide" highlightClick="1"/>
          </p:cNvPr>
          <p:cNvSpPr/>
          <p:nvPr/>
        </p:nvSpPr>
        <p:spPr>
          <a:xfrm>
            <a:off x="6840008" y="6300008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8" name="Tlačítko akce: Vlastní 7">
            <a:hlinkClick r:id="" action="ppaction://hlinkshowjump?jump=previousslide" highlightClick="1"/>
          </p:cNvPr>
          <p:cNvSpPr/>
          <p:nvPr/>
        </p:nvSpPr>
        <p:spPr>
          <a:xfrm>
            <a:off x="5760007" y="6300008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9" name="Tlačítko akce: Vlastní 8">
            <a:hlinkClick r:id="rId3" action="ppaction://hlinksldjump" highlightClick="1"/>
          </p:cNvPr>
          <p:cNvSpPr/>
          <p:nvPr/>
        </p:nvSpPr>
        <p:spPr>
          <a:xfrm>
            <a:off x="7920007" y="6300008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10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latin typeface="Arial Black" pitchFamily="34" charset="0"/>
            </a:endParaRPr>
          </a:p>
        </p:txBody>
      </p:sp>
      <p:sp>
        <p:nvSpPr>
          <p:cNvPr id="11" name="Zástupný symbol pro číslo snímku 5"/>
          <p:cNvSpPr txBox="1">
            <a:spLocks/>
          </p:cNvSpPr>
          <p:nvPr/>
        </p:nvSpPr>
        <p:spPr bwMode="auto">
          <a:xfrm>
            <a:off x="6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27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12" name="Rectangle 2"/>
          <p:cNvSpPr>
            <a:spLocks noGrp="1" noChangeArrowheads="1"/>
          </p:cNvSpPr>
          <p:nvPr>
            <p:ph type="title"/>
          </p:nvPr>
        </p:nvSpPr>
        <p:spPr>
          <a:xfrm>
            <a:off x="720000" y="72000"/>
            <a:ext cx="7772400" cy="400110"/>
          </a:xfrm>
          <a:noFill/>
          <a:ln/>
        </p:spPr>
        <p:txBody>
          <a:bodyPr>
            <a:spAutoFit/>
          </a:bodyPr>
          <a:lstStyle/>
          <a:p>
            <a:pPr lvl="0">
              <a:defRPr/>
            </a:pPr>
            <a:r>
              <a:rPr lang="cs-CZ" sz="20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ea typeface="+mn-ea"/>
                <a:cs typeface="+mn-cs"/>
              </a:rPr>
              <a:t>Adresace</a:t>
            </a:r>
          </a:p>
        </p:txBody>
      </p:sp>
      <p:pic>
        <p:nvPicPr>
          <p:cNvPr id="2" name="Obrázek 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00" y="2160000"/>
            <a:ext cx="3960000" cy="2123962"/>
          </a:xfrm>
          <a:prstGeom prst="rect">
            <a:avLst/>
          </a:prstGeom>
        </p:spPr>
      </p:pic>
      <p:sp>
        <p:nvSpPr>
          <p:cNvPr id="13" name="Tlačítko akce: Vlastní 4">
            <a:hlinkClick r:id="" action="ppaction://noaction" highlightClick="1"/>
          </p:cNvPr>
          <p:cNvSpPr/>
          <p:nvPr/>
        </p:nvSpPr>
        <p:spPr>
          <a:xfrm>
            <a:off x="4499992" y="6298624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 Black" pitchFamily="34" charset="0"/>
              </a:rPr>
              <a:t>Pracovní list</a:t>
            </a:r>
            <a:endParaRPr lang="en-US" sz="1000" b="1" dirty="0">
              <a:solidFill>
                <a:schemeClr val="tx1">
                  <a:lumMod val="85000"/>
                  <a:lumOff val="15000"/>
                </a:schemeClr>
              </a:solidFill>
              <a:latin typeface="Arial Black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608891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5" grpId="0" animBg="1"/>
      <p:bldP spid="10" grpId="0" animBg="1"/>
      <p:bldP spid="11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946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360001" y="1080000"/>
            <a:ext cx="8784000" cy="2754600"/>
          </a:xfrm>
        </p:spPr>
        <p:txBody>
          <a:bodyPr wrap="square">
            <a:spAutoFit/>
          </a:bodyPr>
          <a:lstStyle/>
          <a:p>
            <a:pPr marL="504000" indent="-504000" eaLnBrk="0" hangingPunct="0">
              <a:spcBef>
                <a:spcPct val="0"/>
              </a:spcBef>
              <a:spcAft>
                <a:spcPts val="1800"/>
              </a:spcAft>
              <a:buSzPct val="100000"/>
              <a:defRPr/>
            </a:pPr>
            <a:r>
              <a:rPr lang="cs-CZ" b="1" kern="1200" dirty="0">
                <a:latin typeface="Verdana" pitchFamily="34" charset="0"/>
              </a:rPr>
              <a:t>Přesunové</a:t>
            </a:r>
          </a:p>
          <a:p>
            <a:pPr marL="504000" indent="-504000" eaLnBrk="0" hangingPunct="0">
              <a:spcBef>
                <a:spcPct val="0"/>
              </a:spcBef>
              <a:spcAft>
                <a:spcPts val="1800"/>
              </a:spcAft>
              <a:buSzPct val="100000"/>
              <a:defRPr/>
            </a:pPr>
            <a:r>
              <a:rPr lang="cs-CZ" b="1" kern="1200" dirty="0">
                <a:latin typeface="Verdana" pitchFamily="34" charset="0"/>
              </a:rPr>
              <a:t>Aritmetické</a:t>
            </a:r>
          </a:p>
          <a:p>
            <a:pPr marL="504000" indent="-504000" eaLnBrk="0" hangingPunct="0">
              <a:spcBef>
                <a:spcPct val="0"/>
              </a:spcBef>
              <a:spcAft>
                <a:spcPts val="1800"/>
              </a:spcAft>
              <a:buSzPct val="100000"/>
              <a:defRPr/>
            </a:pPr>
            <a:r>
              <a:rPr lang="cs-CZ" b="1" kern="1200" dirty="0">
                <a:latin typeface="Verdana" pitchFamily="34" charset="0"/>
              </a:rPr>
              <a:t>Logické a bitové</a:t>
            </a:r>
          </a:p>
          <a:p>
            <a:pPr marL="504000" indent="-504000" eaLnBrk="0" hangingPunct="0">
              <a:spcBef>
                <a:spcPct val="0"/>
              </a:spcBef>
              <a:spcAft>
                <a:spcPts val="1800"/>
              </a:spcAft>
              <a:buSzPct val="100000"/>
              <a:defRPr/>
            </a:pPr>
            <a:r>
              <a:rPr lang="cs-CZ" b="1" kern="1200" dirty="0">
                <a:latin typeface="Verdana" pitchFamily="34" charset="0"/>
              </a:rPr>
              <a:t>Řízení programu</a:t>
            </a:r>
          </a:p>
        </p:txBody>
      </p:sp>
      <p:sp>
        <p:nvSpPr>
          <p:cNvPr id="210947" name="Rectangle 3"/>
          <p:cNvSpPr>
            <a:spLocks noGrp="1" noChangeArrowheads="1"/>
          </p:cNvSpPr>
          <p:nvPr>
            <p:ph type="title"/>
          </p:nvPr>
        </p:nvSpPr>
        <p:spPr>
          <a:xfrm>
            <a:off x="468000" y="288002"/>
            <a:ext cx="8856528" cy="720000"/>
          </a:xfrm>
        </p:spPr>
        <p:txBody>
          <a:bodyPr/>
          <a:lstStyle/>
          <a:p>
            <a:pPr>
              <a:defRPr/>
            </a:pPr>
            <a:r>
              <a:rPr lang="cs-CZ" sz="40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Typy instrukcí</a:t>
            </a:r>
          </a:p>
        </p:txBody>
      </p:sp>
      <p:sp>
        <p:nvSpPr>
          <p:cNvPr id="11" name="Tlačítko akce: Vlastní 10">
            <a:hlinkClick r:id="" action="ppaction://hlinkshowjump?jump=nextslide" highlightClick="1"/>
          </p:cNvPr>
          <p:cNvSpPr/>
          <p:nvPr/>
        </p:nvSpPr>
        <p:spPr>
          <a:xfrm>
            <a:off x="6840008" y="6300008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12" name="Tlačítko akce: Vlastní 11">
            <a:hlinkClick r:id="" action="ppaction://hlinkshowjump?jump=previousslide" highlightClick="1"/>
          </p:cNvPr>
          <p:cNvSpPr/>
          <p:nvPr/>
        </p:nvSpPr>
        <p:spPr>
          <a:xfrm>
            <a:off x="5760007" y="6300008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13" name="Tlačítko akce: Vlastní 12">
            <a:hlinkClick r:id="rId3" action="ppaction://hlinksldjump" highlightClick="1"/>
          </p:cNvPr>
          <p:cNvSpPr/>
          <p:nvPr/>
        </p:nvSpPr>
        <p:spPr>
          <a:xfrm>
            <a:off x="7920007" y="6300008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14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latin typeface="Arial Black" pitchFamily="34" charset="0"/>
            </a:endParaRPr>
          </a:p>
        </p:txBody>
      </p:sp>
      <p:sp>
        <p:nvSpPr>
          <p:cNvPr id="15" name="Zástupný symbol pro číslo snímku 5"/>
          <p:cNvSpPr txBox="1">
            <a:spLocks/>
          </p:cNvSpPr>
          <p:nvPr/>
        </p:nvSpPr>
        <p:spPr bwMode="auto">
          <a:xfrm>
            <a:off x="6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28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591352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9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109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9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109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9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109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94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1094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946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360000" y="1035645"/>
            <a:ext cx="8784000" cy="5262979"/>
          </a:xfrm>
        </p:spPr>
        <p:txBody>
          <a:bodyPr wrap="square">
            <a:spAutoFit/>
          </a:bodyPr>
          <a:lstStyle/>
          <a:p>
            <a:pPr marL="504000" indent="-504000" eaLnBrk="0" hangingPunct="0">
              <a:spcBef>
                <a:spcPct val="0"/>
              </a:spcBef>
              <a:spcAft>
                <a:spcPts val="0"/>
              </a:spcAft>
              <a:buSzPct val="100000"/>
              <a:defRPr/>
            </a:pPr>
            <a:r>
              <a:rPr lang="cs-CZ" sz="2800" b="1" kern="1200" dirty="0">
                <a:latin typeface="Verdana" pitchFamily="34" charset="0"/>
              </a:rPr>
              <a:t>Registr </a:t>
            </a:r>
            <a:r>
              <a:rPr lang="cs-CZ" sz="2800" b="1" kern="1200" dirty="0">
                <a:latin typeface="Verdana" pitchFamily="34" charset="0"/>
                <a:sym typeface="Wingdings"/>
              </a:rPr>
              <a:t></a:t>
            </a:r>
            <a:r>
              <a:rPr lang="en-US" sz="2800" b="1" kern="1200" dirty="0">
                <a:latin typeface="Verdana" pitchFamily="34" charset="0"/>
                <a:sym typeface="Wingdings"/>
              </a:rPr>
              <a:t> </a:t>
            </a:r>
            <a:r>
              <a:rPr lang="cs-CZ" sz="2800" b="1" kern="1200" dirty="0">
                <a:latin typeface="Verdana" pitchFamily="34" charset="0"/>
              </a:rPr>
              <a:t>registr</a:t>
            </a:r>
          </a:p>
          <a:p>
            <a:pPr marL="504000" indent="0" eaLnBrk="0" hangingPunct="0">
              <a:spcBef>
                <a:spcPct val="0"/>
              </a:spcBef>
              <a:spcAft>
                <a:spcPts val="0"/>
              </a:spcAft>
              <a:buSzPct val="100000"/>
              <a:buNone/>
              <a:defRPr/>
            </a:pPr>
            <a:r>
              <a:rPr lang="cs-CZ" sz="2800" kern="1200" dirty="0">
                <a:latin typeface="Consolas" panose="020B0609020204030204" pitchFamily="49" charset="0"/>
                <a:cs typeface="Consolas" panose="020B0609020204030204" pitchFamily="49" charset="0"/>
              </a:rPr>
              <a:t>MOV, MOVW</a:t>
            </a:r>
          </a:p>
          <a:p>
            <a:pPr marL="504000" indent="-504000" eaLnBrk="0" hangingPunct="0">
              <a:spcBef>
                <a:spcPct val="0"/>
              </a:spcBef>
              <a:spcAft>
                <a:spcPts val="0"/>
              </a:spcAft>
              <a:buSzPct val="100000"/>
              <a:defRPr/>
            </a:pPr>
            <a:r>
              <a:rPr lang="cs-CZ" sz="2800" b="1" kern="1200" dirty="0">
                <a:latin typeface="Verdana" pitchFamily="34" charset="0"/>
              </a:rPr>
              <a:t>Registr </a:t>
            </a:r>
            <a:r>
              <a:rPr lang="cs-CZ" sz="2800" b="1" kern="1200" dirty="0">
                <a:latin typeface="Verdana" pitchFamily="34" charset="0"/>
                <a:sym typeface="Wingdings"/>
              </a:rPr>
              <a:t></a:t>
            </a:r>
            <a:r>
              <a:rPr lang="cs-CZ" sz="2800" b="1" kern="1200" dirty="0">
                <a:latin typeface="Verdana" pitchFamily="34" charset="0"/>
              </a:rPr>
              <a:t> SRAM</a:t>
            </a:r>
          </a:p>
          <a:p>
            <a:pPr marL="504000" indent="0" eaLnBrk="0" hangingPunct="0">
              <a:spcBef>
                <a:spcPct val="0"/>
              </a:spcBef>
              <a:spcAft>
                <a:spcPts val="0"/>
              </a:spcAft>
              <a:buSzPct val="100000"/>
              <a:buNone/>
              <a:defRPr/>
            </a:pPr>
            <a:r>
              <a:rPr lang="en-US" sz="2800" kern="1200" dirty="0">
                <a:latin typeface="Consolas" panose="020B0609020204030204" pitchFamily="49" charset="0"/>
                <a:cs typeface="Consolas" panose="020B0609020204030204" pitchFamily="49" charset="0"/>
              </a:rPr>
              <a:t>LDI</a:t>
            </a:r>
            <a:r>
              <a:rPr lang="cs-CZ" sz="2800" kern="1200" dirty="0"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sz="2800" kern="1200" dirty="0">
                <a:latin typeface="Consolas" panose="020B0609020204030204" pitchFamily="49" charset="0"/>
                <a:cs typeface="Consolas" panose="020B0609020204030204" pitchFamily="49" charset="0"/>
              </a:rPr>
              <a:t>LDS</a:t>
            </a:r>
            <a:r>
              <a:rPr lang="cs-CZ" sz="2800" kern="1200" dirty="0"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sz="2800" kern="1200" dirty="0">
                <a:latin typeface="Consolas" panose="020B0609020204030204" pitchFamily="49" charset="0"/>
                <a:cs typeface="Consolas" panose="020B0609020204030204" pitchFamily="49" charset="0"/>
              </a:rPr>
              <a:t>LD</a:t>
            </a:r>
            <a:r>
              <a:rPr lang="cs-CZ" sz="2800" kern="1200" dirty="0"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sz="2800" kern="1200" dirty="0">
                <a:latin typeface="Consolas" panose="020B0609020204030204" pitchFamily="49" charset="0"/>
                <a:cs typeface="Consolas" panose="020B0609020204030204" pitchFamily="49" charset="0"/>
              </a:rPr>
              <a:t>LDD</a:t>
            </a:r>
            <a:endParaRPr lang="cs-CZ" sz="2800" kern="12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504000" indent="-504000" eaLnBrk="0" hangingPunct="0">
              <a:spcBef>
                <a:spcPct val="0"/>
              </a:spcBef>
              <a:spcAft>
                <a:spcPts val="0"/>
              </a:spcAft>
              <a:buSzPct val="100000"/>
              <a:defRPr/>
            </a:pPr>
            <a:r>
              <a:rPr lang="cs-CZ" sz="2800" b="1" kern="1200" dirty="0">
                <a:latin typeface="Verdana" pitchFamily="34" charset="0"/>
              </a:rPr>
              <a:t>Registr </a:t>
            </a:r>
            <a:r>
              <a:rPr lang="cs-CZ" sz="2800" b="1" kern="1200" dirty="0">
                <a:latin typeface="Verdana" pitchFamily="34" charset="0"/>
                <a:sym typeface="Wingdings"/>
              </a:rPr>
              <a:t></a:t>
            </a:r>
            <a:r>
              <a:rPr lang="cs-CZ" sz="2800" b="1" kern="1200" dirty="0">
                <a:latin typeface="Verdana" pitchFamily="34" charset="0"/>
              </a:rPr>
              <a:t> SRAM</a:t>
            </a:r>
          </a:p>
          <a:p>
            <a:pPr marL="504000" indent="0" eaLnBrk="0" hangingPunct="0">
              <a:spcBef>
                <a:spcPct val="0"/>
              </a:spcBef>
              <a:spcAft>
                <a:spcPts val="0"/>
              </a:spcAft>
              <a:buSzPct val="100000"/>
              <a:buNone/>
              <a:defRPr/>
            </a:pPr>
            <a:r>
              <a:rPr lang="en-US" sz="2800" kern="1200" dirty="0">
                <a:latin typeface="Consolas" panose="020B0609020204030204" pitchFamily="49" charset="0"/>
                <a:cs typeface="Consolas" panose="020B0609020204030204" pitchFamily="49" charset="0"/>
              </a:rPr>
              <a:t>STS</a:t>
            </a:r>
            <a:r>
              <a:rPr lang="cs-CZ" sz="2800" kern="1200" dirty="0"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sz="2800" kern="1200" dirty="0">
                <a:latin typeface="Consolas" panose="020B0609020204030204" pitchFamily="49" charset="0"/>
                <a:cs typeface="Consolas" panose="020B0609020204030204" pitchFamily="49" charset="0"/>
              </a:rPr>
              <a:t>ST, STD</a:t>
            </a:r>
            <a:endParaRPr lang="cs-CZ" sz="2800" kern="12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504000" indent="-504000" eaLnBrk="0" hangingPunct="0">
              <a:spcBef>
                <a:spcPct val="0"/>
              </a:spcBef>
              <a:spcAft>
                <a:spcPts val="0"/>
              </a:spcAft>
              <a:buSzPct val="100000"/>
              <a:defRPr/>
            </a:pPr>
            <a:r>
              <a:rPr lang="cs-CZ" sz="2800" b="1" kern="1200" dirty="0">
                <a:latin typeface="Verdana" pitchFamily="34" charset="0"/>
              </a:rPr>
              <a:t>Registr </a:t>
            </a:r>
            <a:r>
              <a:rPr lang="cs-CZ" sz="2800" b="1" kern="1200" dirty="0">
                <a:latin typeface="Verdana" pitchFamily="34" charset="0"/>
                <a:sym typeface="Wingdings"/>
              </a:rPr>
              <a:t></a:t>
            </a:r>
            <a:r>
              <a:rPr lang="en-US" sz="2800" b="1" kern="1200" dirty="0">
                <a:latin typeface="Verdana" pitchFamily="34" charset="0"/>
                <a:sym typeface="Wingdings"/>
              </a:rPr>
              <a:t> </a:t>
            </a:r>
            <a:r>
              <a:rPr lang="cs-CZ" sz="2800" b="1" kern="1200" dirty="0">
                <a:latin typeface="Verdana" pitchFamily="34" charset="0"/>
              </a:rPr>
              <a:t>Registr</a:t>
            </a:r>
            <a:r>
              <a:rPr lang="en-US" sz="2800" b="1" kern="1200" dirty="0">
                <a:latin typeface="Verdana" pitchFamily="34" charset="0"/>
              </a:rPr>
              <a:t> </a:t>
            </a:r>
            <a:r>
              <a:rPr lang="cs-CZ" sz="2800" b="1" kern="1200" dirty="0">
                <a:latin typeface="Verdana" pitchFamily="34" charset="0"/>
              </a:rPr>
              <a:t> I/O</a:t>
            </a:r>
          </a:p>
          <a:p>
            <a:pPr marL="504000" indent="0" eaLnBrk="0" hangingPunct="0">
              <a:spcBef>
                <a:spcPct val="0"/>
              </a:spcBef>
              <a:spcAft>
                <a:spcPts val="0"/>
              </a:spcAft>
              <a:buSzPct val="100000"/>
              <a:buNone/>
              <a:defRPr/>
            </a:pPr>
            <a:r>
              <a:rPr lang="en-US" sz="2800" kern="1200" dirty="0">
                <a:latin typeface="Consolas" panose="020B0609020204030204" pitchFamily="49" charset="0"/>
                <a:cs typeface="Consolas" panose="020B0609020204030204" pitchFamily="49" charset="0"/>
              </a:rPr>
              <a:t>IN, OUT</a:t>
            </a:r>
            <a:endParaRPr lang="cs-CZ" sz="2800" kern="12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504000" indent="-504000" eaLnBrk="0" hangingPunct="0">
              <a:spcBef>
                <a:spcPct val="0"/>
              </a:spcBef>
              <a:spcAft>
                <a:spcPts val="0"/>
              </a:spcAft>
              <a:buSzPct val="100000"/>
              <a:defRPr/>
            </a:pPr>
            <a:r>
              <a:rPr lang="cs-CZ" sz="2800" b="1" kern="1200" dirty="0">
                <a:latin typeface="Verdana" pitchFamily="34" charset="0"/>
              </a:rPr>
              <a:t>Registr </a:t>
            </a:r>
            <a:r>
              <a:rPr lang="cs-CZ" sz="2800" b="1" kern="1200" dirty="0">
                <a:latin typeface="Verdana" pitchFamily="34" charset="0"/>
                <a:sym typeface="Wingdings"/>
              </a:rPr>
              <a:t></a:t>
            </a:r>
            <a:r>
              <a:rPr lang="en-US" sz="2800" b="1" kern="1200" dirty="0">
                <a:latin typeface="Verdana" pitchFamily="34" charset="0"/>
              </a:rPr>
              <a:t> </a:t>
            </a:r>
            <a:r>
              <a:rPr lang="cs-CZ" sz="2800" b="1" kern="1200" dirty="0">
                <a:latin typeface="Verdana" pitchFamily="34" charset="0"/>
              </a:rPr>
              <a:t>paměť programu</a:t>
            </a:r>
          </a:p>
          <a:p>
            <a:pPr marL="504000" indent="0" eaLnBrk="0" hangingPunct="0">
              <a:spcBef>
                <a:spcPct val="0"/>
              </a:spcBef>
              <a:spcAft>
                <a:spcPts val="0"/>
              </a:spcAft>
              <a:buSzPct val="100000"/>
              <a:buNone/>
              <a:defRPr/>
            </a:pPr>
            <a:r>
              <a:rPr lang="en-US" sz="2800" kern="1200" dirty="0">
                <a:latin typeface="Consolas" panose="020B0609020204030204" pitchFamily="49" charset="0"/>
                <a:cs typeface="Consolas" panose="020B0609020204030204" pitchFamily="49" charset="0"/>
              </a:rPr>
              <a:t>LPM</a:t>
            </a:r>
          </a:p>
          <a:p>
            <a:pPr marL="504000" indent="-504000" eaLnBrk="0" hangingPunct="0">
              <a:spcBef>
                <a:spcPct val="0"/>
              </a:spcBef>
              <a:spcAft>
                <a:spcPts val="0"/>
              </a:spcAft>
              <a:buSzPct val="100000"/>
              <a:defRPr/>
            </a:pPr>
            <a:r>
              <a:rPr lang="cs-CZ" sz="2800" b="1" kern="1200" dirty="0">
                <a:latin typeface="Verdana" pitchFamily="34" charset="0"/>
              </a:rPr>
              <a:t>Zásobník</a:t>
            </a:r>
          </a:p>
          <a:p>
            <a:pPr marL="504000" indent="0" eaLnBrk="0" hangingPunct="0">
              <a:spcBef>
                <a:spcPct val="0"/>
              </a:spcBef>
              <a:spcAft>
                <a:spcPts val="0"/>
              </a:spcAft>
              <a:buSzPct val="100000"/>
              <a:buNone/>
              <a:defRPr/>
            </a:pPr>
            <a:r>
              <a:rPr lang="cs-CZ" sz="2800" kern="1200" dirty="0">
                <a:latin typeface="Consolas" panose="020B0609020204030204" pitchFamily="49" charset="0"/>
                <a:cs typeface="Consolas" panose="020B0609020204030204" pitchFamily="49" charset="0"/>
              </a:rPr>
              <a:t>PUSH,POP</a:t>
            </a:r>
          </a:p>
        </p:txBody>
      </p:sp>
      <p:sp>
        <p:nvSpPr>
          <p:cNvPr id="4" name="Tlačítko akce: Vlastní 3">
            <a:hlinkClick r:id="" action="ppaction://hlinkshowjump?jump=nextslide" highlightClick="1"/>
          </p:cNvPr>
          <p:cNvSpPr/>
          <p:nvPr/>
        </p:nvSpPr>
        <p:spPr>
          <a:xfrm>
            <a:off x="6840008" y="6300008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5" name="Tlačítko akce: Vlastní 4">
            <a:hlinkClick r:id="" action="ppaction://hlinkshowjump?jump=previousslide" highlightClick="1"/>
          </p:cNvPr>
          <p:cNvSpPr/>
          <p:nvPr/>
        </p:nvSpPr>
        <p:spPr>
          <a:xfrm>
            <a:off x="5760007" y="6300008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6" name="Tlačítko akce: Vlastní 5">
            <a:hlinkClick r:id="rId3" action="ppaction://hlinksldjump" highlightClick="1"/>
          </p:cNvPr>
          <p:cNvSpPr/>
          <p:nvPr/>
        </p:nvSpPr>
        <p:spPr>
          <a:xfrm>
            <a:off x="7920007" y="6300008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7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latin typeface="Arial Black" pitchFamily="34" charset="0"/>
            </a:endParaRPr>
          </a:p>
        </p:txBody>
      </p:sp>
      <p:sp>
        <p:nvSpPr>
          <p:cNvPr id="8" name="Zástupný symbol pro číslo snímku 5"/>
          <p:cNvSpPr txBox="1">
            <a:spLocks/>
          </p:cNvSpPr>
          <p:nvPr/>
        </p:nvSpPr>
        <p:spPr bwMode="auto">
          <a:xfrm>
            <a:off x="6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29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10" name="Rectangle 3"/>
          <p:cNvSpPr>
            <a:spLocks noGrp="1" noChangeArrowheads="1"/>
          </p:cNvSpPr>
          <p:nvPr>
            <p:ph type="title"/>
          </p:nvPr>
        </p:nvSpPr>
        <p:spPr>
          <a:xfrm>
            <a:off x="468000" y="288002"/>
            <a:ext cx="8676000" cy="720000"/>
          </a:xfrm>
        </p:spPr>
        <p:txBody>
          <a:bodyPr/>
          <a:lstStyle/>
          <a:p>
            <a:pPr>
              <a:defRPr/>
            </a:pPr>
            <a:r>
              <a:rPr lang="cs-CZ" sz="40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Instrukce přesunu</a:t>
            </a:r>
          </a:p>
        </p:txBody>
      </p:sp>
      <p:sp>
        <p:nvSpPr>
          <p:cNvPr id="9" name="Tlačítko akce: Vlastní 4">
            <a:hlinkClick r:id="" action="ppaction://noaction" highlightClick="1"/>
          </p:cNvPr>
          <p:cNvSpPr/>
          <p:nvPr/>
        </p:nvSpPr>
        <p:spPr>
          <a:xfrm>
            <a:off x="4499992" y="6298624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 Black" pitchFamily="34" charset="0"/>
              </a:rPr>
              <a:t>Pracovní list</a:t>
            </a:r>
            <a:endParaRPr lang="en-US" sz="1000" b="1" dirty="0">
              <a:solidFill>
                <a:schemeClr val="tx1">
                  <a:lumMod val="85000"/>
                  <a:lumOff val="15000"/>
                </a:schemeClr>
              </a:solidFill>
              <a:latin typeface="Arial Black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393290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9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109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9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109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9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109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94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1094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94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1094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94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1094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94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1094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94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1094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94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1094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94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1094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94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1094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94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1094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délník 7"/>
          <p:cNvSpPr/>
          <p:nvPr/>
        </p:nvSpPr>
        <p:spPr>
          <a:xfrm>
            <a:off x="4716000" y="2160000"/>
            <a:ext cx="4068000" cy="889402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square" lIns="90000" tIns="288000" rIns="90000" bIns="288000">
            <a:spAutoFit/>
          </a:bodyPr>
          <a:lstStyle/>
          <a:p>
            <a:pPr eaLnBrk="1" hangingPunct="1"/>
            <a:r>
              <a:rPr lang="cs-CZ" sz="20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cs-CZ" sz="2000" dirty="0">
                <a:solidFill>
                  <a:schemeClr val="bg2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MOV</a:t>
            </a:r>
            <a:r>
              <a:rPr lang="cs-CZ" sz="20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R1,R0</a:t>
            </a:r>
          </a:p>
        </p:txBody>
      </p:sp>
      <p:sp>
        <p:nvSpPr>
          <p:cNvPr id="17" name="Obdélník 16"/>
          <p:cNvSpPr/>
          <p:nvPr/>
        </p:nvSpPr>
        <p:spPr>
          <a:xfrm>
            <a:off x="360000" y="2160000"/>
            <a:ext cx="4068000" cy="1197178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square" lIns="90000" tIns="288000" rIns="90000" bIns="288000">
            <a:spAutoFit/>
          </a:bodyPr>
          <a:lstStyle/>
          <a:p>
            <a:pPr eaLnBrk="1" hangingPunct="1"/>
            <a:r>
              <a:rPr lang="cs-CZ" sz="20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Přesuň obsah registru </a:t>
            </a:r>
            <a:r>
              <a:rPr lang="cs-CZ" sz="20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cs typeface="Consolas" panose="020B0609020204030204" pitchFamily="49" charset="0"/>
              </a:rPr>
              <a:t>R0</a:t>
            </a:r>
            <a:r>
              <a:rPr lang="cs-CZ" sz="20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do </a:t>
            </a:r>
            <a:r>
              <a:rPr lang="cs-CZ" sz="20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cs typeface="Consolas" panose="020B0609020204030204" pitchFamily="49" charset="0"/>
              </a:rPr>
              <a:t>R1</a:t>
            </a:r>
          </a:p>
        </p:txBody>
      </p:sp>
      <p:sp>
        <p:nvSpPr>
          <p:cNvPr id="18" name="Obdélník 17"/>
          <p:cNvSpPr/>
          <p:nvPr/>
        </p:nvSpPr>
        <p:spPr>
          <a:xfrm>
            <a:off x="360000" y="3632689"/>
            <a:ext cx="4068000" cy="1197178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square" lIns="90000" tIns="288000" rIns="90000" bIns="288000">
            <a:spAutoFit/>
          </a:bodyPr>
          <a:lstStyle/>
          <a:p>
            <a:pPr eaLnBrk="1" hangingPunct="1"/>
            <a:r>
              <a:rPr lang="cs-CZ" sz="20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Přesuň obsah registru </a:t>
            </a:r>
            <a:r>
              <a:rPr lang="cs-CZ" sz="20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cs typeface="Consolas" panose="020B0609020204030204" pitchFamily="49" charset="0"/>
              </a:rPr>
              <a:t>R1</a:t>
            </a:r>
            <a:r>
              <a:rPr lang="cs-CZ" sz="20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do </a:t>
            </a:r>
            <a:r>
              <a:rPr lang="cs-CZ" sz="20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cs typeface="Consolas" panose="020B0609020204030204" pitchFamily="49" charset="0"/>
              </a:rPr>
              <a:t>R17</a:t>
            </a:r>
            <a:r>
              <a:rPr lang="cs-CZ" sz="20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a </a:t>
            </a:r>
            <a:r>
              <a:rPr lang="cs-CZ" sz="20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cs typeface="Consolas" panose="020B0609020204030204" pitchFamily="49" charset="0"/>
              </a:rPr>
              <a:t>R0</a:t>
            </a:r>
            <a:r>
              <a:rPr lang="cs-CZ" sz="20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do </a:t>
            </a:r>
            <a:r>
              <a:rPr lang="cs-CZ" sz="20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cs typeface="Consolas" panose="020B0609020204030204" pitchFamily="49" charset="0"/>
              </a:rPr>
              <a:t>R16</a:t>
            </a:r>
          </a:p>
        </p:txBody>
      </p:sp>
      <p:sp>
        <p:nvSpPr>
          <p:cNvPr id="19" name="Obdélník 18"/>
          <p:cNvSpPr/>
          <p:nvPr/>
        </p:nvSpPr>
        <p:spPr>
          <a:xfrm>
            <a:off x="4716000" y="3632689"/>
            <a:ext cx="4068000" cy="889402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square" lIns="90000" tIns="288000" rIns="90000" bIns="288000">
            <a:spAutoFit/>
          </a:bodyPr>
          <a:lstStyle/>
          <a:p>
            <a:pPr eaLnBrk="1" hangingPunct="1"/>
            <a:r>
              <a:rPr lang="cs-CZ" sz="2000" dirty="0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cs-CZ" sz="2000" dirty="0">
                <a:solidFill>
                  <a:schemeClr val="bg2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MOVW</a:t>
            </a:r>
            <a:r>
              <a:rPr lang="cs-CZ" sz="2000" dirty="0">
                <a:latin typeface="Consolas" panose="020B0609020204030204" pitchFamily="49" charset="0"/>
                <a:cs typeface="Consolas" panose="020B0609020204030204" pitchFamily="49" charset="0"/>
              </a:rPr>
              <a:t>	R17:R16,R1:R0</a:t>
            </a:r>
          </a:p>
        </p:txBody>
      </p:sp>
      <p:sp>
        <p:nvSpPr>
          <p:cNvPr id="20" name="Tlačítko akce: Vlastní 19">
            <a:hlinkClick r:id="" action="ppaction://hlinkshowjump?jump=nextslide" highlightClick="1"/>
          </p:cNvPr>
          <p:cNvSpPr/>
          <p:nvPr/>
        </p:nvSpPr>
        <p:spPr>
          <a:xfrm>
            <a:off x="6840008" y="6300008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21" name="Tlačítko akce: Vlastní 20">
            <a:hlinkClick r:id="" action="ppaction://hlinkshowjump?jump=previousslide" highlightClick="1"/>
          </p:cNvPr>
          <p:cNvSpPr/>
          <p:nvPr/>
        </p:nvSpPr>
        <p:spPr>
          <a:xfrm>
            <a:off x="5760007" y="6300008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22" name="Tlačítko akce: Vlastní 21">
            <a:hlinkClick r:id="rId3" action="ppaction://hlinksldjump" highlightClick="1"/>
          </p:cNvPr>
          <p:cNvSpPr/>
          <p:nvPr/>
        </p:nvSpPr>
        <p:spPr>
          <a:xfrm>
            <a:off x="7920007" y="6300008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23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latin typeface="Arial Black" pitchFamily="34" charset="0"/>
            </a:endParaRPr>
          </a:p>
        </p:txBody>
      </p:sp>
      <p:sp>
        <p:nvSpPr>
          <p:cNvPr id="24" name="Zástupný symbol pro číslo snímku 5"/>
          <p:cNvSpPr txBox="1">
            <a:spLocks/>
          </p:cNvSpPr>
          <p:nvPr/>
        </p:nvSpPr>
        <p:spPr bwMode="auto">
          <a:xfrm>
            <a:off x="6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30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2" name="TextovéPole 1"/>
          <p:cNvSpPr txBox="1"/>
          <p:nvPr/>
        </p:nvSpPr>
        <p:spPr bwMode="auto">
          <a:xfrm>
            <a:off x="360001" y="2160003"/>
            <a:ext cx="269626" cy="276999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algn="ctr" rtl="0" fontAlgn="base">
              <a:spcBef>
                <a:spcPct val="0"/>
              </a:spcBef>
              <a:spcAft>
                <a:spcPct val="0"/>
              </a:spcAft>
            </a:pPr>
            <a:r>
              <a:rPr lang="cs-CZ" sz="1200" dirty="0">
                <a:solidFill>
                  <a:schemeClr val="bg1"/>
                </a:solidFill>
                <a:latin typeface="Arial"/>
                <a:ea typeface="+mn-ea"/>
                <a:cs typeface="+mn-cs"/>
              </a:rPr>
              <a:t>1</a:t>
            </a:r>
          </a:p>
        </p:txBody>
      </p:sp>
      <p:sp>
        <p:nvSpPr>
          <p:cNvPr id="14" name="TextovéPole 13"/>
          <p:cNvSpPr txBox="1"/>
          <p:nvPr/>
        </p:nvSpPr>
        <p:spPr bwMode="auto">
          <a:xfrm>
            <a:off x="360001" y="3632691"/>
            <a:ext cx="269626" cy="276999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algn="ctr" rtl="0" fontAlgn="base">
              <a:spcBef>
                <a:spcPct val="0"/>
              </a:spcBef>
              <a:spcAft>
                <a:spcPct val="0"/>
              </a:spcAft>
            </a:pPr>
            <a:r>
              <a:rPr lang="cs-CZ" sz="1200" dirty="0">
                <a:solidFill>
                  <a:schemeClr val="bg1"/>
                </a:solidFill>
                <a:latin typeface="Arial"/>
                <a:ea typeface="+mn-ea"/>
                <a:cs typeface="+mn-cs"/>
              </a:rPr>
              <a:t>2</a:t>
            </a:r>
          </a:p>
        </p:txBody>
      </p:sp>
      <p:sp>
        <p:nvSpPr>
          <p:cNvPr id="25" name="Rectangle 3"/>
          <p:cNvSpPr>
            <a:spLocks noGrp="1" noChangeArrowheads="1"/>
          </p:cNvSpPr>
          <p:nvPr>
            <p:ph type="title"/>
          </p:nvPr>
        </p:nvSpPr>
        <p:spPr>
          <a:xfrm>
            <a:off x="468000" y="288002"/>
            <a:ext cx="5400144" cy="720000"/>
          </a:xfrm>
        </p:spPr>
        <p:txBody>
          <a:bodyPr/>
          <a:lstStyle/>
          <a:p>
            <a:pPr>
              <a:defRPr/>
            </a:pPr>
            <a:r>
              <a:rPr lang="cs-CZ" sz="4000" b="1" kern="1200" dirty="0">
                <a:latin typeface="Verdana" pitchFamily="34" charset="0"/>
              </a:rPr>
              <a:t>Registr</a:t>
            </a:r>
            <a:r>
              <a:rPr lang="en-US" sz="4000" b="1" kern="1200" dirty="0">
                <a:latin typeface="Verdana" pitchFamily="34" charset="0"/>
              </a:rPr>
              <a:t> </a:t>
            </a:r>
            <a:r>
              <a:rPr lang="cs-CZ" sz="4000" dirty="0">
                <a:latin typeface="Verdana" pitchFamily="34" charset="0"/>
                <a:sym typeface="Wingdings"/>
              </a:rPr>
              <a:t></a:t>
            </a:r>
            <a:r>
              <a:rPr lang="en-US" sz="4000" dirty="0">
                <a:latin typeface="Verdana" pitchFamily="34" charset="0"/>
                <a:sym typeface="Wingdings"/>
              </a:rPr>
              <a:t> </a:t>
            </a:r>
            <a:r>
              <a:rPr lang="cs-CZ" sz="4000" b="1" kern="1200" dirty="0">
                <a:latin typeface="Verdana" pitchFamily="34" charset="0"/>
              </a:rPr>
              <a:t>registr</a:t>
            </a:r>
            <a:endParaRPr lang="cs-CZ" sz="4000" b="1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pic>
        <p:nvPicPr>
          <p:cNvPr id="7" name="Obrázek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0000" y="1080000"/>
            <a:ext cx="8460000" cy="805152"/>
          </a:xfrm>
          <a:prstGeom prst="rect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5" name="Tlačítko akce: Vlastní 4">
            <a:hlinkClick r:id="" action="ppaction://noaction" highlightClick="1"/>
          </p:cNvPr>
          <p:cNvSpPr/>
          <p:nvPr/>
        </p:nvSpPr>
        <p:spPr>
          <a:xfrm>
            <a:off x="4499992" y="6298624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 Black" pitchFamily="34" charset="0"/>
              </a:rPr>
              <a:t>Pracovní list</a:t>
            </a:r>
            <a:endParaRPr lang="en-US" sz="1000" b="1" dirty="0">
              <a:solidFill>
                <a:schemeClr val="tx1">
                  <a:lumMod val="85000"/>
                  <a:lumOff val="15000"/>
                </a:schemeClr>
              </a:solidFill>
              <a:latin typeface="Arial Black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605715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7" grpId="0" animBg="1"/>
      <p:bldP spid="18" grpId="0" animBg="1"/>
      <p:bldP spid="19" grpId="0" animBg="1"/>
      <p:bldP spid="23" grpId="0" animBg="1"/>
      <p:bldP spid="24" grpId="0"/>
      <p:bldP spid="2" grpId="0" animBg="1"/>
      <p:bldP spid="14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3"/>
          <p:cNvSpPr>
            <a:spLocks noGrp="1" noChangeArrowheads="1"/>
          </p:cNvSpPr>
          <p:nvPr>
            <p:ph type="title"/>
          </p:nvPr>
        </p:nvSpPr>
        <p:spPr>
          <a:xfrm>
            <a:off x="468000" y="288002"/>
            <a:ext cx="5400144" cy="720000"/>
          </a:xfrm>
        </p:spPr>
        <p:txBody>
          <a:bodyPr/>
          <a:lstStyle/>
          <a:p>
            <a:pPr>
              <a:defRPr/>
            </a:pPr>
            <a:r>
              <a:rPr lang="cs-CZ" sz="4000" b="1" kern="1200" dirty="0">
                <a:latin typeface="Verdana" pitchFamily="34" charset="0"/>
              </a:rPr>
              <a:t>Registr</a:t>
            </a:r>
            <a:r>
              <a:rPr lang="en-US" sz="4000" b="1" kern="1200" dirty="0">
                <a:latin typeface="Verdana" pitchFamily="34" charset="0"/>
              </a:rPr>
              <a:t> </a:t>
            </a:r>
            <a:r>
              <a:rPr lang="cs-CZ" sz="4000" dirty="0">
                <a:latin typeface="Verdana" pitchFamily="34" charset="0"/>
                <a:sym typeface="Wingdings"/>
              </a:rPr>
              <a:t></a:t>
            </a:r>
            <a:r>
              <a:rPr lang="en-US" sz="4000" dirty="0">
                <a:latin typeface="Verdana" pitchFamily="34" charset="0"/>
                <a:sym typeface="Wingdings"/>
              </a:rPr>
              <a:t> </a:t>
            </a:r>
            <a:r>
              <a:rPr lang="cs-CZ" sz="4000" b="1" kern="1200" dirty="0">
                <a:latin typeface="Verdana" pitchFamily="34" charset="0"/>
                <a:sym typeface="Wingdings"/>
              </a:rPr>
              <a:t>S</a:t>
            </a:r>
            <a:r>
              <a:rPr lang="cs-CZ" sz="4000" b="1" kern="1200" dirty="0">
                <a:latin typeface="Verdana" pitchFamily="34" charset="0"/>
              </a:rPr>
              <a:t>RAM</a:t>
            </a:r>
            <a:endParaRPr lang="cs-CZ" sz="4000" b="1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15" name="Obdélník 14"/>
          <p:cNvSpPr/>
          <p:nvPr/>
        </p:nvSpPr>
        <p:spPr>
          <a:xfrm>
            <a:off x="4716000" y="2628003"/>
            <a:ext cx="4068000" cy="950957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square" lIns="90000" tIns="288000" rIns="90000" bIns="288000">
            <a:spAutoFit/>
          </a:bodyPr>
          <a:lstStyle/>
          <a:p>
            <a:pPr eaLnBrk="1" hangingPunct="1"/>
            <a:r>
              <a:rPr lang="cs-CZ" dirty="0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cs-CZ" dirty="0">
                <a:solidFill>
                  <a:schemeClr val="bg2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LDI</a:t>
            </a:r>
            <a:r>
              <a:rPr lang="cs-CZ" dirty="0">
                <a:latin typeface="Consolas" panose="020B0609020204030204" pitchFamily="49" charset="0"/>
                <a:cs typeface="Consolas" panose="020B0609020204030204" pitchFamily="49" charset="0"/>
              </a:rPr>
              <a:t>	R16,</a:t>
            </a:r>
            <a:r>
              <a:rPr lang="cs-CZ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127</a:t>
            </a:r>
          </a:p>
        </p:txBody>
      </p:sp>
      <p:sp>
        <p:nvSpPr>
          <p:cNvPr id="16" name="Obdélník 15"/>
          <p:cNvSpPr/>
          <p:nvPr/>
        </p:nvSpPr>
        <p:spPr>
          <a:xfrm>
            <a:off x="360000" y="2628000"/>
            <a:ext cx="4068000" cy="1197178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square" lIns="90000" tIns="288000" rIns="90000" bIns="288000">
            <a:spAutoFit/>
          </a:bodyPr>
          <a:lstStyle/>
          <a:p>
            <a:pPr eaLnBrk="1" hangingPunct="1"/>
            <a:r>
              <a:rPr lang="cs-CZ" sz="20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Naplň registr </a:t>
            </a:r>
            <a:r>
              <a:rPr lang="cs-CZ" sz="20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cs typeface="Consolas" panose="020B0609020204030204" pitchFamily="49" charset="0"/>
              </a:rPr>
              <a:t>R16</a:t>
            </a:r>
            <a:r>
              <a:rPr lang="cs-CZ" sz="20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hodnotou </a:t>
            </a:r>
            <a:r>
              <a:rPr lang="cs-CZ" sz="20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cs typeface="Consolas" panose="020B0609020204030204" pitchFamily="49" charset="0"/>
              </a:rPr>
              <a:t>127</a:t>
            </a:r>
          </a:p>
        </p:txBody>
      </p:sp>
      <p:sp>
        <p:nvSpPr>
          <p:cNvPr id="26" name="Obdélník 25"/>
          <p:cNvSpPr/>
          <p:nvPr/>
        </p:nvSpPr>
        <p:spPr>
          <a:xfrm>
            <a:off x="4716000" y="4091928"/>
            <a:ext cx="4068000" cy="950957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square" lIns="90000" tIns="288000" rIns="90000" bIns="288000">
            <a:spAutoFit/>
          </a:bodyPr>
          <a:lstStyle/>
          <a:p>
            <a:pPr eaLnBrk="1" hangingPunct="1"/>
            <a:r>
              <a:rPr lang="cs-CZ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cs-CZ" dirty="0">
                <a:solidFill>
                  <a:schemeClr val="bg2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LDS</a:t>
            </a:r>
            <a:r>
              <a:rPr lang="cs-CZ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R19,</a:t>
            </a:r>
            <a:r>
              <a:rPr lang="cs-CZ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0x200</a:t>
            </a:r>
          </a:p>
        </p:txBody>
      </p:sp>
      <p:sp>
        <p:nvSpPr>
          <p:cNvPr id="27" name="Obdélník 26"/>
          <p:cNvSpPr/>
          <p:nvPr/>
        </p:nvSpPr>
        <p:spPr>
          <a:xfrm>
            <a:off x="360000" y="4091927"/>
            <a:ext cx="4068000" cy="1504955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square" lIns="90000" tIns="288000" rIns="90000" bIns="288000">
            <a:spAutoFit/>
          </a:bodyPr>
          <a:lstStyle/>
          <a:p>
            <a:pPr eaLnBrk="1" hangingPunct="1"/>
            <a:r>
              <a:rPr lang="cs-CZ" sz="20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Načti obsah adresy </a:t>
            </a:r>
            <a:r>
              <a:rPr lang="cs-CZ" sz="20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cs typeface="Consolas" panose="020B0609020204030204" pitchFamily="49" charset="0"/>
              </a:rPr>
              <a:t>0x200</a:t>
            </a:r>
            <a:r>
              <a:rPr lang="cs-CZ" sz="20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do registru </a:t>
            </a:r>
            <a:r>
              <a:rPr lang="cs-CZ" sz="20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cs typeface="Consolas" panose="020B0609020204030204" pitchFamily="49" charset="0"/>
              </a:rPr>
              <a:t>R19</a:t>
            </a:r>
            <a:r>
              <a:rPr lang="cs-CZ" sz="20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(přímá adresace)</a:t>
            </a:r>
          </a:p>
        </p:txBody>
      </p:sp>
      <p:sp>
        <p:nvSpPr>
          <p:cNvPr id="28" name="Tlačítko akce: Vlastní 27">
            <a:hlinkClick r:id="" action="ppaction://hlinkshowjump?jump=nextslide" highlightClick="1"/>
          </p:cNvPr>
          <p:cNvSpPr/>
          <p:nvPr/>
        </p:nvSpPr>
        <p:spPr>
          <a:xfrm>
            <a:off x="6840008" y="6300008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29" name="Tlačítko akce: Vlastní 28">
            <a:hlinkClick r:id="" action="ppaction://hlinkshowjump?jump=previousslide" highlightClick="1"/>
          </p:cNvPr>
          <p:cNvSpPr/>
          <p:nvPr/>
        </p:nvSpPr>
        <p:spPr>
          <a:xfrm>
            <a:off x="5760007" y="6300008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30" name="Tlačítko akce: Vlastní 29">
            <a:hlinkClick r:id="rId3" action="ppaction://hlinksldjump" highlightClick="1"/>
          </p:cNvPr>
          <p:cNvSpPr/>
          <p:nvPr/>
        </p:nvSpPr>
        <p:spPr>
          <a:xfrm>
            <a:off x="7920007" y="6300008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31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latin typeface="Arial Black" pitchFamily="34" charset="0"/>
            </a:endParaRPr>
          </a:p>
        </p:txBody>
      </p:sp>
      <p:sp>
        <p:nvSpPr>
          <p:cNvPr id="32" name="Zástupný symbol pro číslo snímku 5"/>
          <p:cNvSpPr txBox="1">
            <a:spLocks/>
          </p:cNvSpPr>
          <p:nvPr/>
        </p:nvSpPr>
        <p:spPr bwMode="auto">
          <a:xfrm>
            <a:off x="6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31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34" name="TextovéPole 33"/>
          <p:cNvSpPr txBox="1"/>
          <p:nvPr/>
        </p:nvSpPr>
        <p:spPr bwMode="auto">
          <a:xfrm>
            <a:off x="360001" y="2628003"/>
            <a:ext cx="269626" cy="276999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algn="ctr" rtl="0" fontAlgn="base">
              <a:spcBef>
                <a:spcPct val="0"/>
              </a:spcBef>
              <a:spcAft>
                <a:spcPct val="0"/>
              </a:spcAft>
            </a:pPr>
            <a:r>
              <a:rPr lang="cs-CZ" sz="1200" dirty="0">
                <a:solidFill>
                  <a:schemeClr val="bg1"/>
                </a:solidFill>
                <a:latin typeface="Arial"/>
                <a:ea typeface="+mn-ea"/>
                <a:cs typeface="+mn-cs"/>
              </a:rPr>
              <a:t>3</a:t>
            </a:r>
          </a:p>
        </p:txBody>
      </p:sp>
      <p:sp>
        <p:nvSpPr>
          <p:cNvPr id="35" name="TextovéPole 34"/>
          <p:cNvSpPr txBox="1"/>
          <p:nvPr/>
        </p:nvSpPr>
        <p:spPr bwMode="auto">
          <a:xfrm>
            <a:off x="360001" y="4091928"/>
            <a:ext cx="269626" cy="276999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algn="ctr" rtl="0" fontAlgn="base">
              <a:spcBef>
                <a:spcPct val="0"/>
              </a:spcBef>
              <a:spcAft>
                <a:spcPct val="0"/>
              </a:spcAft>
            </a:pPr>
            <a:r>
              <a:rPr lang="cs-CZ" sz="1200" dirty="0">
                <a:solidFill>
                  <a:schemeClr val="bg1"/>
                </a:solidFill>
                <a:latin typeface="Arial"/>
                <a:ea typeface="+mn-ea"/>
                <a:cs typeface="+mn-cs"/>
              </a:rPr>
              <a:t>4</a:t>
            </a:r>
          </a:p>
        </p:txBody>
      </p:sp>
      <p:pic>
        <p:nvPicPr>
          <p:cNvPr id="3" name="Obrázek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0000" y="1080000"/>
            <a:ext cx="8460000" cy="1326134"/>
          </a:xfrm>
          <a:prstGeom prst="rect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7" name="Tlačítko akce: Vlastní 4">
            <a:hlinkClick r:id="" action="ppaction://noaction" highlightClick="1"/>
          </p:cNvPr>
          <p:cNvSpPr/>
          <p:nvPr/>
        </p:nvSpPr>
        <p:spPr>
          <a:xfrm>
            <a:off x="4499992" y="6298624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 Black" pitchFamily="34" charset="0"/>
              </a:rPr>
              <a:t>Pracovní list</a:t>
            </a:r>
            <a:endParaRPr lang="en-US" sz="1000" b="1" dirty="0">
              <a:solidFill>
                <a:schemeClr val="tx1">
                  <a:lumMod val="85000"/>
                  <a:lumOff val="15000"/>
                </a:schemeClr>
              </a:solidFill>
              <a:latin typeface="Arial Black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766192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26" grpId="0" animBg="1"/>
      <p:bldP spid="27" grpId="0" animBg="1"/>
      <p:bldP spid="31" grpId="0" animBg="1"/>
      <p:bldP spid="32" grpId="0"/>
      <p:bldP spid="34" grpId="0" animBg="1"/>
      <p:bldP spid="35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3"/>
          <p:cNvSpPr>
            <a:spLocks noGrp="1" noChangeArrowheads="1"/>
          </p:cNvSpPr>
          <p:nvPr>
            <p:ph type="title"/>
          </p:nvPr>
        </p:nvSpPr>
        <p:spPr>
          <a:xfrm>
            <a:off x="468000" y="288002"/>
            <a:ext cx="5400144" cy="720000"/>
          </a:xfrm>
        </p:spPr>
        <p:txBody>
          <a:bodyPr/>
          <a:lstStyle/>
          <a:p>
            <a:pPr>
              <a:defRPr/>
            </a:pPr>
            <a:r>
              <a:rPr lang="cs-CZ" sz="4000" b="1" kern="1200" dirty="0">
                <a:latin typeface="Verdana" pitchFamily="34" charset="0"/>
              </a:rPr>
              <a:t>Registr</a:t>
            </a:r>
            <a:r>
              <a:rPr lang="en-US" sz="4000" b="1" kern="1200" dirty="0">
                <a:latin typeface="Verdana" pitchFamily="34" charset="0"/>
              </a:rPr>
              <a:t> </a:t>
            </a:r>
            <a:r>
              <a:rPr lang="cs-CZ" sz="4000" dirty="0">
                <a:latin typeface="Verdana" pitchFamily="34" charset="0"/>
                <a:sym typeface="Wingdings"/>
              </a:rPr>
              <a:t></a:t>
            </a:r>
            <a:r>
              <a:rPr lang="en-US" sz="4000" dirty="0">
                <a:latin typeface="Verdana" pitchFamily="34" charset="0"/>
                <a:sym typeface="Wingdings"/>
              </a:rPr>
              <a:t> </a:t>
            </a:r>
            <a:r>
              <a:rPr lang="cs-CZ" sz="4000" b="1" kern="1200" dirty="0">
                <a:latin typeface="Verdana" pitchFamily="34" charset="0"/>
                <a:sym typeface="Wingdings"/>
              </a:rPr>
              <a:t>S</a:t>
            </a:r>
            <a:r>
              <a:rPr lang="cs-CZ" sz="4000" b="1" kern="1200" dirty="0">
                <a:latin typeface="Verdana" pitchFamily="34" charset="0"/>
              </a:rPr>
              <a:t>RAM</a:t>
            </a:r>
            <a:endParaRPr lang="cs-CZ" sz="4000" b="1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17" name="Obdélník 16"/>
          <p:cNvSpPr/>
          <p:nvPr/>
        </p:nvSpPr>
        <p:spPr>
          <a:xfrm>
            <a:off x="4716000" y="2636914"/>
            <a:ext cx="4068000" cy="1689621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square" lIns="90000" tIns="288000" rIns="90000" bIns="288000">
            <a:spAutoFit/>
          </a:bodyPr>
          <a:lstStyle/>
          <a:p>
            <a:r>
              <a:rPr lang="cs-CZ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cs-CZ" dirty="0">
                <a:solidFill>
                  <a:srgbClr val="0000FF"/>
                </a:solidFill>
                <a:latin typeface="Consolas"/>
              </a:rPr>
              <a:t>LDI</a:t>
            </a:r>
            <a:r>
              <a:rPr lang="en-US" dirty="0">
                <a:solidFill>
                  <a:srgbClr val="0000FF"/>
                </a:solidFill>
                <a:latin typeface="Consolas"/>
              </a:rPr>
              <a:t>	</a:t>
            </a:r>
            <a:r>
              <a:rPr lang="cs-CZ" dirty="0">
                <a:solidFill>
                  <a:prstClr val="black"/>
                </a:solidFill>
                <a:latin typeface="Consolas"/>
              </a:rPr>
              <a:t>XL,</a:t>
            </a:r>
            <a:r>
              <a:rPr lang="cs-CZ" dirty="0">
                <a:solidFill>
                  <a:srgbClr val="FF0000"/>
                </a:solidFill>
                <a:latin typeface="Consolas"/>
              </a:rPr>
              <a:t>0x01</a:t>
            </a:r>
            <a:r>
              <a:rPr lang="en-US" dirty="0">
                <a:solidFill>
                  <a:srgbClr val="0000FF"/>
                </a:solidFill>
                <a:latin typeface="Consolas"/>
              </a:rPr>
              <a:t>	</a:t>
            </a:r>
            <a:r>
              <a:rPr lang="cs-CZ" dirty="0">
                <a:solidFill>
                  <a:srgbClr val="0000FF"/>
                </a:solidFill>
                <a:latin typeface="Consolas"/>
              </a:rPr>
              <a:t>LDI</a:t>
            </a:r>
            <a:r>
              <a:rPr lang="en-US" dirty="0">
                <a:solidFill>
                  <a:srgbClr val="0000FF"/>
                </a:solidFill>
                <a:latin typeface="Consolas"/>
              </a:rPr>
              <a:t>	</a:t>
            </a:r>
            <a:r>
              <a:rPr lang="cs-CZ" dirty="0">
                <a:solidFill>
                  <a:prstClr val="black"/>
                </a:solidFill>
                <a:latin typeface="Consolas"/>
              </a:rPr>
              <a:t>XH,</a:t>
            </a:r>
            <a:r>
              <a:rPr lang="cs-CZ" dirty="0">
                <a:solidFill>
                  <a:srgbClr val="FF0000"/>
                </a:solidFill>
                <a:latin typeface="Consolas"/>
              </a:rPr>
              <a:t>0x03</a:t>
            </a:r>
          </a:p>
          <a:p>
            <a:r>
              <a:rPr lang="en-US" dirty="0">
                <a:solidFill>
                  <a:srgbClr val="0000FF"/>
                </a:solidFill>
                <a:latin typeface="Consolas"/>
              </a:rPr>
              <a:t>	</a:t>
            </a:r>
            <a:r>
              <a:rPr lang="cs-CZ" dirty="0">
                <a:solidFill>
                  <a:srgbClr val="0000FF"/>
                </a:solidFill>
                <a:latin typeface="Consolas"/>
              </a:rPr>
              <a:t>LD</a:t>
            </a:r>
            <a:r>
              <a:rPr lang="en-US" dirty="0">
                <a:solidFill>
                  <a:srgbClr val="0000FF"/>
                </a:solidFill>
                <a:latin typeface="Consolas"/>
              </a:rPr>
              <a:t>	</a:t>
            </a:r>
            <a:r>
              <a:rPr lang="cs-CZ" dirty="0">
                <a:solidFill>
                  <a:prstClr val="black"/>
                </a:solidFill>
                <a:latin typeface="Consolas"/>
              </a:rPr>
              <a:t>R19,X</a:t>
            </a:r>
          </a:p>
        </p:txBody>
      </p:sp>
      <p:sp>
        <p:nvSpPr>
          <p:cNvPr id="18" name="Obdélník 17"/>
          <p:cNvSpPr/>
          <p:nvPr/>
        </p:nvSpPr>
        <p:spPr>
          <a:xfrm>
            <a:off x="360000" y="2636915"/>
            <a:ext cx="4068000" cy="1812731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square" lIns="90000" tIns="288000" rIns="90000" bIns="288000">
            <a:spAutoFit/>
          </a:bodyPr>
          <a:lstStyle/>
          <a:p>
            <a:pPr eaLnBrk="1" hangingPunct="1"/>
            <a:r>
              <a:rPr lang="cs-CZ" sz="2000" dirty="0">
                <a:latin typeface="Consolas" panose="020B0609020204030204" pitchFamily="49" charset="0"/>
                <a:cs typeface="Consolas" panose="020B0609020204030204" pitchFamily="49" charset="0"/>
              </a:rPr>
              <a:t>Načti obsah adresy (0x0301), která je v registru </a:t>
            </a:r>
            <a:r>
              <a:rPr lang="cs-CZ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cs typeface="Consolas" panose="020B0609020204030204" pitchFamily="49" charset="0"/>
              </a:rPr>
              <a:t>X</a:t>
            </a:r>
            <a:r>
              <a:rPr lang="cs-CZ" sz="2000" dirty="0">
                <a:latin typeface="Consolas" panose="020B0609020204030204" pitchFamily="49" charset="0"/>
                <a:cs typeface="Consolas" panose="020B0609020204030204" pitchFamily="49" charset="0"/>
              </a:rPr>
              <a:t>, do registru </a:t>
            </a:r>
            <a:r>
              <a:rPr lang="cs-CZ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cs typeface="Consolas" panose="020B0609020204030204" pitchFamily="49" charset="0"/>
              </a:rPr>
              <a:t>R19</a:t>
            </a:r>
            <a:r>
              <a:rPr lang="cs-CZ" sz="2000" dirty="0">
                <a:latin typeface="Consolas" panose="020B0609020204030204" pitchFamily="49" charset="0"/>
                <a:cs typeface="Consolas" panose="020B0609020204030204" pitchFamily="49" charset="0"/>
              </a:rPr>
              <a:t> (nepřímá adresace)</a:t>
            </a:r>
          </a:p>
        </p:txBody>
      </p:sp>
      <p:sp>
        <p:nvSpPr>
          <p:cNvPr id="19" name="Obdélník 18"/>
          <p:cNvSpPr/>
          <p:nvPr/>
        </p:nvSpPr>
        <p:spPr>
          <a:xfrm>
            <a:off x="360000" y="4869160"/>
            <a:ext cx="4068000" cy="1504955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square" lIns="90000" tIns="288000" rIns="90000" bIns="288000">
            <a:spAutoFit/>
          </a:bodyPr>
          <a:lstStyle/>
          <a:p>
            <a:pPr eaLnBrk="1" hangingPunct="1"/>
            <a:r>
              <a:rPr lang="cs-CZ" sz="2000" dirty="0">
                <a:latin typeface="Consolas" panose="020B0609020204030204" pitchFamily="49" charset="0"/>
                <a:cs typeface="Consolas" panose="020B0609020204030204" pitchFamily="49" charset="0"/>
              </a:rPr>
              <a:t>Po načtení (ze stejné adresy) inkrementuj registr </a:t>
            </a:r>
            <a:r>
              <a:rPr lang="cs-CZ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cs typeface="Consolas" panose="020B0609020204030204" pitchFamily="49" charset="0"/>
              </a:rPr>
              <a:t>X</a:t>
            </a:r>
          </a:p>
        </p:txBody>
      </p:sp>
      <p:sp>
        <p:nvSpPr>
          <p:cNvPr id="20" name="Obdélník 19"/>
          <p:cNvSpPr/>
          <p:nvPr/>
        </p:nvSpPr>
        <p:spPr>
          <a:xfrm>
            <a:off x="4738256" y="4869163"/>
            <a:ext cx="4068000" cy="950957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square" lIns="90000" tIns="288000" rIns="90000" bIns="288000">
            <a:spAutoFit/>
          </a:bodyPr>
          <a:lstStyle/>
          <a:p>
            <a:r>
              <a:rPr lang="en-US" dirty="0">
                <a:solidFill>
                  <a:srgbClr val="0000FF"/>
                </a:solidFill>
                <a:latin typeface="Consolas"/>
              </a:rPr>
              <a:t>	</a:t>
            </a:r>
            <a:r>
              <a:rPr lang="cs-CZ" dirty="0">
                <a:solidFill>
                  <a:srgbClr val="0000FF"/>
                </a:solidFill>
                <a:latin typeface="Consolas"/>
              </a:rPr>
              <a:t>LD</a:t>
            </a:r>
            <a:r>
              <a:rPr lang="en-US" dirty="0">
                <a:solidFill>
                  <a:srgbClr val="0000FF"/>
                </a:solidFill>
                <a:latin typeface="Consolas"/>
              </a:rPr>
              <a:t>	</a:t>
            </a:r>
            <a:r>
              <a:rPr lang="cs-CZ" dirty="0">
                <a:solidFill>
                  <a:prstClr val="black"/>
                </a:solidFill>
                <a:latin typeface="Consolas"/>
              </a:rPr>
              <a:t>R19,X+</a:t>
            </a:r>
          </a:p>
        </p:txBody>
      </p:sp>
      <p:sp>
        <p:nvSpPr>
          <p:cNvPr id="21" name="Tlačítko akce: Vlastní 20">
            <a:hlinkClick r:id="" action="ppaction://hlinkshowjump?jump=nextslide" highlightClick="1"/>
          </p:cNvPr>
          <p:cNvSpPr/>
          <p:nvPr/>
        </p:nvSpPr>
        <p:spPr>
          <a:xfrm>
            <a:off x="6840008" y="6300008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22" name="Tlačítko akce: Vlastní 21">
            <a:hlinkClick r:id="" action="ppaction://hlinkshowjump?jump=previousslide" highlightClick="1"/>
          </p:cNvPr>
          <p:cNvSpPr/>
          <p:nvPr/>
        </p:nvSpPr>
        <p:spPr>
          <a:xfrm>
            <a:off x="5760007" y="6300008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23" name="Tlačítko akce: Vlastní 22">
            <a:hlinkClick r:id="rId3" action="ppaction://hlinksldjump" highlightClick="1"/>
          </p:cNvPr>
          <p:cNvSpPr/>
          <p:nvPr/>
        </p:nvSpPr>
        <p:spPr>
          <a:xfrm>
            <a:off x="7920007" y="6300008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24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 dirty="0">
              <a:latin typeface="Arial Black" pitchFamily="34" charset="0"/>
            </a:endParaRPr>
          </a:p>
        </p:txBody>
      </p:sp>
      <p:sp>
        <p:nvSpPr>
          <p:cNvPr id="36" name="Zástupný symbol pro číslo snímku 5"/>
          <p:cNvSpPr txBox="1">
            <a:spLocks/>
          </p:cNvSpPr>
          <p:nvPr/>
        </p:nvSpPr>
        <p:spPr bwMode="auto">
          <a:xfrm>
            <a:off x="6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32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38" name="TextovéPole 37"/>
          <p:cNvSpPr txBox="1"/>
          <p:nvPr/>
        </p:nvSpPr>
        <p:spPr bwMode="auto">
          <a:xfrm>
            <a:off x="360001" y="2628003"/>
            <a:ext cx="269626" cy="276999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algn="ctr" rtl="0" fontAlgn="base">
              <a:spcBef>
                <a:spcPct val="0"/>
              </a:spcBef>
              <a:spcAft>
                <a:spcPct val="0"/>
              </a:spcAft>
            </a:pPr>
            <a:r>
              <a:rPr lang="cs-CZ" sz="1200" dirty="0">
                <a:solidFill>
                  <a:schemeClr val="bg1"/>
                </a:solidFill>
                <a:latin typeface="Arial"/>
                <a:ea typeface="+mn-ea"/>
                <a:cs typeface="+mn-cs"/>
              </a:rPr>
              <a:t>5</a:t>
            </a:r>
          </a:p>
        </p:txBody>
      </p:sp>
      <p:sp>
        <p:nvSpPr>
          <p:cNvPr id="39" name="TextovéPole 38"/>
          <p:cNvSpPr txBox="1"/>
          <p:nvPr/>
        </p:nvSpPr>
        <p:spPr bwMode="auto">
          <a:xfrm>
            <a:off x="360001" y="4869163"/>
            <a:ext cx="269626" cy="276999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algn="ctr" rtl="0" fontAlgn="base">
              <a:spcBef>
                <a:spcPct val="0"/>
              </a:spcBef>
              <a:spcAft>
                <a:spcPct val="0"/>
              </a:spcAft>
            </a:pPr>
            <a:r>
              <a:rPr lang="cs-CZ" sz="1200" dirty="0">
                <a:solidFill>
                  <a:schemeClr val="bg1"/>
                </a:solidFill>
                <a:latin typeface="Arial"/>
                <a:ea typeface="+mn-ea"/>
                <a:cs typeface="+mn-cs"/>
              </a:rPr>
              <a:t>6</a:t>
            </a:r>
          </a:p>
        </p:txBody>
      </p:sp>
      <p:pic>
        <p:nvPicPr>
          <p:cNvPr id="15" name="Obrázek 1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0000" y="1080000"/>
            <a:ext cx="8460000" cy="1326134"/>
          </a:xfrm>
          <a:prstGeom prst="rect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6" name="Tlačítko akce: Vlastní 4">
            <a:hlinkClick r:id="" action="ppaction://noaction" highlightClick="1"/>
          </p:cNvPr>
          <p:cNvSpPr/>
          <p:nvPr/>
        </p:nvSpPr>
        <p:spPr>
          <a:xfrm>
            <a:off x="4499992" y="6298624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 Black" pitchFamily="34" charset="0"/>
              </a:rPr>
              <a:t>Pracovní list</a:t>
            </a:r>
            <a:endParaRPr lang="en-US" sz="1000" b="1" dirty="0">
              <a:solidFill>
                <a:schemeClr val="tx1">
                  <a:lumMod val="85000"/>
                  <a:lumOff val="15000"/>
                </a:schemeClr>
              </a:solidFill>
              <a:latin typeface="Arial Black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622873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4" grpId="0" animBg="1"/>
      <p:bldP spid="36" grpId="0"/>
      <p:bldP spid="38" grpId="0" animBg="1"/>
      <p:bldP spid="39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3"/>
          <p:cNvSpPr>
            <a:spLocks noGrp="1" noChangeArrowheads="1"/>
          </p:cNvSpPr>
          <p:nvPr>
            <p:ph type="title"/>
          </p:nvPr>
        </p:nvSpPr>
        <p:spPr>
          <a:xfrm>
            <a:off x="468000" y="288002"/>
            <a:ext cx="5400144" cy="720000"/>
          </a:xfr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eaLnBrk="0" hangingPunct="0">
              <a:spcAft>
                <a:spcPts val="1800"/>
              </a:spcAft>
              <a:defRPr/>
            </a:pPr>
            <a:r>
              <a:rPr lang="cs-CZ" sz="4000" b="1" dirty="0">
                <a:latin typeface="Verdana" pitchFamily="34" charset="0"/>
              </a:rPr>
              <a:t>Registr </a:t>
            </a:r>
            <a:r>
              <a:rPr lang="cs-CZ" sz="4000" b="1" dirty="0">
                <a:latin typeface="Verdana" pitchFamily="34" charset="0"/>
                <a:sym typeface="Wingdings"/>
              </a:rPr>
              <a:t> S</a:t>
            </a:r>
            <a:r>
              <a:rPr lang="cs-CZ" sz="4000" b="1" dirty="0">
                <a:latin typeface="Verdana" pitchFamily="34" charset="0"/>
              </a:rPr>
              <a:t>RAM</a:t>
            </a:r>
            <a:endParaRPr lang="en-US" sz="4000" b="1" dirty="0">
              <a:latin typeface="Verdana" pitchFamily="34" charset="0"/>
            </a:endParaRPr>
          </a:p>
        </p:txBody>
      </p:sp>
      <p:sp>
        <p:nvSpPr>
          <p:cNvPr id="17" name="Obdélník 16"/>
          <p:cNvSpPr/>
          <p:nvPr/>
        </p:nvSpPr>
        <p:spPr>
          <a:xfrm>
            <a:off x="4716000" y="2387454"/>
            <a:ext cx="4068000" cy="950957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square" lIns="90000" tIns="288000" rIns="90000" bIns="288000">
            <a:spAutoFit/>
          </a:bodyPr>
          <a:lstStyle/>
          <a:p>
            <a:r>
              <a:rPr lang="cs-CZ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cs-CZ" dirty="0">
                <a:solidFill>
                  <a:srgbClr val="0000FF"/>
                </a:solidFill>
                <a:latin typeface="Consolas"/>
              </a:rPr>
              <a:t>STS</a:t>
            </a:r>
            <a:r>
              <a:rPr lang="en-US" dirty="0">
                <a:solidFill>
                  <a:srgbClr val="0000FF"/>
                </a:solidFill>
                <a:latin typeface="Consolas"/>
              </a:rPr>
              <a:t>	</a:t>
            </a:r>
            <a:r>
              <a:rPr lang="cs-CZ" dirty="0">
                <a:solidFill>
                  <a:srgbClr val="FF0000"/>
                </a:solidFill>
                <a:latin typeface="Consolas"/>
              </a:rPr>
              <a:t>0x200</a:t>
            </a:r>
            <a:r>
              <a:rPr lang="cs-CZ" dirty="0">
                <a:latin typeface="Consolas"/>
              </a:rPr>
              <a:t>,R</a:t>
            </a:r>
            <a:r>
              <a:rPr lang="cs-CZ" dirty="0">
                <a:solidFill>
                  <a:prstClr val="black"/>
                </a:solidFill>
                <a:latin typeface="Consolas"/>
              </a:rPr>
              <a:t>19</a:t>
            </a:r>
          </a:p>
        </p:txBody>
      </p:sp>
      <p:sp>
        <p:nvSpPr>
          <p:cNvPr id="18" name="Obdélník 17"/>
          <p:cNvSpPr/>
          <p:nvPr/>
        </p:nvSpPr>
        <p:spPr>
          <a:xfrm>
            <a:off x="360000" y="2387453"/>
            <a:ext cx="4068000" cy="1504955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square" lIns="90000" tIns="288000" rIns="90000" bIns="288000">
            <a:spAutoFit/>
          </a:bodyPr>
          <a:lstStyle/>
          <a:p>
            <a:pPr eaLnBrk="1" hangingPunct="1"/>
            <a:r>
              <a:rPr lang="cs-CZ" sz="2000" dirty="0">
                <a:latin typeface="Consolas" panose="020B0609020204030204" pitchFamily="49" charset="0"/>
                <a:cs typeface="Consolas" panose="020B0609020204030204" pitchFamily="49" charset="0"/>
              </a:rPr>
              <a:t>Ulož obsah registru </a:t>
            </a:r>
            <a:r>
              <a:rPr lang="cs-CZ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cs typeface="Consolas" panose="020B0609020204030204" pitchFamily="49" charset="0"/>
              </a:rPr>
              <a:t>R19</a:t>
            </a:r>
            <a:r>
              <a:rPr lang="cs-CZ" sz="2000" dirty="0">
                <a:latin typeface="Consolas" panose="020B0609020204030204" pitchFamily="49" charset="0"/>
                <a:cs typeface="Consolas" panose="020B0609020204030204" pitchFamily="49" charset="0"/>
              </a:rPr>
              <a:t> na adresu </a:t>
            </a:r>
            <a:r>
              <a:rPr lang="cs-CZ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cs typeface="Consolas" panose="020B0609020204030204" pitchFamily="49" charset="0"/>
              </a:rPr>
              <a:t>0x200</a:t>
            </a:r>
            <a:r>
              <a:rPr lang="cs-CZ" sz="20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br>
              <a:rPr lang="cs-CZ" sz="20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cs-CZ" sz="200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cs-CZ" sz="2000" u="sng" dirty="0">
                <a:latin typeface="Consolas" panose="020B0609020204030204" pitchFamily="49" charset="0"/>
                <a:cs typeface="Consolas" panose="020B0609020204030204" pitchFamily="49" charset="0"/>
              </a:rPr>
              <a:t>přímá</a:t>
            </a:r>
            <a:r>
              <a:rPr lang="cs-CZ" sz="2000" dirty="0">
                <a:latin typeface="Consolas" panose="020B0609020204030204" pitchFamily="49" charset="0"/>
                <a:cs typeface="Consolas" panose="020B0609020204030204" pitchFamily="49" charset="0"/>
              </a:rPr>
              <a:t> adresace)</a:t>
            </a:r>
          </a:p>
        </p:txBody>
      </p:sp>
      <p:sp>
        <p:nvSpPr>
          <p:cNvPr id="20" name="Tlačítko akce: Vlastní 19">
            <a:hlinkClick r:id="" action="ppaction://hlinkshowjump?jump=nextslide" highlightClick="1"/>
          </p:cNvPr>
          <p:cNvSpPr/>
          <p:nvPr/>
        </p:nvSpPr>
        <p:spPr>
          <a:xfrm>
            <a:off x="6840008" y="6300008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21" name="Tlačítko akce: Vlastní 20">
            <a:hlinkClick r:id="" action="ppaction://hlinkshowjump?jump=previousslide" highlightClick="1"/>
          </p:cNvPr>
          <p:cNvSpPr/>
          <p:nvPr/>
        </p:nvSpPr>
        <p:spPr>
          <a:xfrm>
            <a:off x="5760007" y="6300008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22" name="Tlačítko akce: Vlastní 21">
            <a:hlinkClick r:id="rId3" action="ppaction://hlinksldjump" highlightClick="1"/>
          </p:cNvPr>
          <p:cNvSpPr/>
          <p:nvPr/>
        </p:nvSpPr>
        <p:spPr>
          <a:xfrm>
            <a:off x="7920007" y="6300008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23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 dirty="0">
              <a:latin typeface="Arial Black" pitchFamily="34" charset="0"/>
            </a:endParaRPr>
          </a:p>
        </p:txBody>
      </p:sp>
      <p:sp>
        <p:nvSpPr>
          <p:cNvPr id="24" name="Zástupný symbol pro číslo snímku 5"/>
          <p:cNvSpPr txBox="1">
            <a:spLocks/>
          </p:cNvSpPr>
          <p:nvPr/>
        </p:nvSpPr>
        <p:spPr bwMode="auto">
          <a:xfrm>
            <a:off x="6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33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36" name="TextovéPole 35"/>
          <p:cNvSpPr txBox="1"/>
          <p:nvPr/>
        </p:nvSpPr>
        <p:spPr bwMode="auto">
          <a:xfrm>
            <a:off x="360001" y="2392904"/>
            <a:ext cx="269626" cy="276999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algn="ctr" rtl="0" fontAlgn="base">
              <a:spcBef>
                <a:spcPct val="0"/>
              </a:spcBef>
              <a:spcAft>
                <a:spcPct val="0"/>
              </a:spcAft>
            </a:pPr>
            <a:r>
              <a:rPr lang="cs-CZ" sz="1200" dirty="0">
                <a:solidFill>
                  <a:schemeClr val="bg1"/>
                </a:solidFill>
                <a:latin typeface="Arial"/>
                <a:ea typeface="+mn-ea"/>
                <a:cs typeface="+mn-cs"/>
              </a:rPr>
              <a:t>7</a:t>
            </a:r>
          </a:p>
        </p:txBody>
      </p:sp>
      <p:sp>
        <p:nvSpPr>
          <p:cNvPr id="12" name="Obdélník 11"/>
          <p:cNvSpPr/>
          <p:nvPr/>
        </p:nvSpPr>
        <p:spPr>
          <a:xfrm>
            <a:off x="4716000" y="4064540"/>
            <a:ext cx="4068000" cy="1689621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square" lIns="90000" tIns="288000" rIns="90000" bIns="288000">
            <a:spAutoFit/>
          </a:bodyPr>
          <a:lstStyle/>
          <a:p>
            <a:r>
              <a:rPr lang="cs-CZ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cs-CZ" dirty="0">
                <a:solidFill>
                  <a:srgbClr val="0000FF"/>
                </a:solidFill>
                <a:latin typeface="Consolas"/>
              </a:rPr>
              <a:t>LDI</a:t>
            </a:r>
            <a:r>
              <a:rPr lang="en-US" dirty="0">
                <a:solidFill>
                  <a:srgbClr val="0000FF"/>
                </a:solidFill>
                <a:latin typeface="Consolas"/>
              </a:rPr>
              <a:t>	</a:t>
            </a:r>
            <a:r>
              <a:rPr lang="cs-CZ" dirty="0">
                <a:solidFill>
                  <a:prstClr val="black"/>
                </a:solidFill>
                <a:latin typeface="Consolas"/>
              </a:rPr>
              <a:t>ZL,LOW(</a:t>
            </a:r>
            <a:r>
              <a:rPr lang="cs-CZ" dirty="0">
                <a:solidFill>
                  <a:srgbClr val="FF0000"/>
                </a:solidFill>
                <a:latin typeface="Consolas"/>
              </a:rPr>
              <a:t>N1</a:t>
            </a:r>
            <a:r>
              <a:rPr lang="cs-CZ" dirty="0">
                <a:solidFill>
                  <a:prstClr val="black"/>
                </a:solidFill>
                <a:latin typeface="Consolas"/>
              </a:rPr>
              <a:t>)</a:t>
            </a:r>
            <a:r>
              <a:rPr lang="en-US" dirty="0">
                <a:solidFill>
                  <a:srgbClr val="0000FF"/>
                </a:solidFill>
                <a:latin typeface="Consolas"/>
              </a:rPr>
              <a:t>	</a:t>
            </a:r>
            <a:r>
              <a:rPr lang="cs-CZ" dirty="0">
                <a:solidFill>
                  <a:srgbClr val="0000FF"/>
                </a:solidFill>
                <a:latin typeface="Consolas"/>
              </a:rPr>
              <a:t>LDI</a:t>
            </a:r>
            <a:r>
              <a:rPr lang="en-US" dirty="0">
                <a:solidFill>
                  <a:srgbClr val="0000FF"/>
                </a:solidFill>
                <a:latin typeface="Consolas"/>
              </a:rPr>
              <a:t>	</a:t>
            </a:r>
            <a:r>
              <a:rPr lang="cs-CZ" dirty="0">
                <a:solidFill>
                  <a:prstClr val="black"/>
                </a:solidFill>
                <a:latin typeface="Consolas"/>
              </a:rPr>
              <a:t>ZH,HIGH(</a:t>
            </a:r>
            <a:r>
              <a:rPr lang="cs-CZ" dirty="0">
                <a:solidFill>
                  <a:srgbClr val="FF0000"/>
                </a:solidFill>
                <a:latin typeface="Consolas"/>
              </a:rPr>
              <a:t>N1</a:t>
            </a:r>
            <a:r>
              <a:rPr lang="cs-CZ" dirty="0">
                <a:solidFill>
                  <a:prstClr val="black"/>
                </a:solidFill>
                <a:latin typeface="Consolas"/>
              </a:rPr>
              <a:t>)</a:t>
            </a:r>
          </a:p>
          <a:p>
            <a:r>
              <a:rPr lang="en-US" dirty="0">
                <a:solidFill>
                  <a:srgbClr val="0000FF"/>
                </a:solidFill>
                <a:latin typeface="Consolas"/>
              </a:rPr>
              <a:t>	</a:t>
            </a:r>
            <a:r>
              <a:rPr lang="cs-CZ" dirty="0">
                <a:solidFill>
                  <a:srgbClr val="0000FF"/>
                </a:solidFill>
                <a:latin typeface="Consolas"/>
              </a:rPr>
              <a:t>ST</a:t>
            </a:r>
            <a:r>
              <a:rPr lang="en-US" dirty="0">
                <a:solidFill>
                  <a:srgbClr val="0000FF"/>
                </a:solidFill>
                <a:latin typeface="Consolas"/>
              </a:rPr>
              <a:t>	</a:t>
            </a:r>
            <a:r>
              <a:rPr lang="cs-CZ" dirty="0">
                <a:solidFill>
                  <a:prstClr val="black"/>
                </a:solidFill>
                <a:latin typeface="Consolas"/>
              </a:rPr>
              <a:t>Z</a:t>
            </a:r>
            <a:r>
              <a:rPr lang="cs-CZ" dirty="0">
                <a:latin typeface="Consolas"/>
              </a:rPr>
              <a:t>,</a:t>
            </a:r>
            <a:r>
              <a:rPr lang="cs-CZ" dirty="0">
                <a:solidFill>
                  <a:prstClr val="black"/>
                </a:solidFill>
                <a:latin typeface="Consolas"/>
              </a:rPr>
              <a:t>R19</a:t>
            </a:r>
          </a:p>
        </p:txBody>
      </p:sp>
      <p:sp>
        <p:nvSpPr>
          <p:cNvPr id="13" name="Obdélník 12"/>
          <p:cNvSpPr/>
          <p:nvPr/>
        </p:nvSpPr>
        <p:spPr>
          <a:xfrm>
            <a:off x="360000" y="4064541"/>
            <a:ext cx="4068000" cy="1812731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square" lIns="90000" tIns="288000" rIns="90000" bIns="288000">
            <a:spAutoFit/>
          </a:bodyPr>
          <a:lstStyle/>
          <a:p>
            <a:pPr eaLnBrk="1" hangingPunct="1"/>
            <a:r>
              <a:rPr lang="cs-CZ" sz="2000" dirty="0">
                <a:latin typeface="Consolas" panose="020B0609020204030204" pitchFamily="49" charset="0"/>
                <a:cs typeface="Consolas" panose="020B0609020204030204" pitchFamily="49" charset="0"/>
              </a:rPr>
              <a:t>Ulož obsah registru </a:t>
            </a:r>
            <a:r>
              <a:rPr lang="cs-CZ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cs typeface="Consolas" panose="020B0609020204030204" pitchFamily="49" charset="0"/>
              </a:rPr>
              <a:t>R19</a:t>
            </a:r>
            <a:r>
              <a:rPr lang="cs-CZ" sz="2000" dirty="0">
                <a:latin typeface="Consolas" panose="020B0609020204030204" pitchFamily="49" charset="0"/>
                <a:cs typeface="Consolas" panose="020B0609020204030204" pitchFamily="49" charset="0"/>
              </a:rPr>
              <a:t> na adresu (</a:t>
            </a:r>
            <a:r>
              <a:rPr lang="cs-CZ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cs typeface="Consolas" panose="020B0609020204030204" pitchFamily="49" charset="0"/>
              </a:rPr>
              <a:t>N1</a:t>
            </a:r>
            <a:r>
              <a:rPr lang="cs-CZ" sz="2000" dirty="0">
                <a:latin typeface="Consolas" panose="020B0609020204030204" pitchFamily="49" charset="0"/>
                <a:cs typeface="Consolas" panose="020B0609020204030204" pitchFamily="49" charset="0"/>
              </a:rPr>
              <a:t>), která je v registru </a:t>
            </a:r>
            <a:r>
              <a:rPr lang="cs-CZ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cs typeface="Consolas" panose="020B0609020204030204" pitchFamily="49" charset="0"/>
              </a:rPr>
              <a:t>Z</a:t>
            </a:r>
            <a:r>
              <a:rPr lang="cs-CZ" sz="20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br>
              <a:rPr lang="cs-CZ" sz="20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cs-CZ" sz="200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cs-CZ" sz="2000" u="sng" dirty="0">
                <a:latin typeface="Consolas" panose="020B0609020204030204" pitchFamily="49" charset="0"/>
                <a:cs typeface="Consolas" panose="020B0609020204030204" pitchFamily="49" charset="0"/>
              </a:rPr>
              <a:t>nepřímá</a:t>
            </a:r>
            <a:r>
              <a:rPr lang="cs-CZ" sz="2000" dirty="0">
                <a:latin typeface="Consolas" panose="020B0609020204030204" pitchFamily="49" charset="0"/>
                <a:cs typeface="Consolas" panose="020B0609020204030204" pitchFamily="49" charset="0"/>
              </a:rPr>
              <a:t> adresace)</a:t>
            </a:r>
          </a:p>
        </p:txBody>
      </p:sp>
      <p:sp>
        <p:nvSpPr>
          <p:cNvPr id="14" name="TextovéPole 13"/>
          <p:cNvSpPr txBox="1"/>
          <p:nvPr/>
        </p:nvSpPr>
        <p:spPr bwMode="auto">
          <a:xfrm>
            <a:off x="360001" y="4055629"/>
            <a:ext cx="269626" cy="276999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algn="ctr" rtl="0" fontAlgn="base">
              <a:spcBef>
                <a:spcPct val="0"/>
              </a:spcBef>
              <a:spcAft>
                <a:spcPct val="0"/>
              </a:spcAft>
            </a:pPr>
            <a:r>
              <a:rPr lang="cs-CZ" sz="1200" dirty="0">
                <a:solidFill>
                  <a:schemeClr val="bg1"/>
                </a:solidFill>
                <a:latin typeface="Arial"/>
                <a:ea typeface="+mn-ea"/>
                <a:cs typeface="+mn-cs"/>
              </a:rPr>
              <a:t>8</a:t>
            </a:r>
          </a:p>
        </p:txBody>
      </p:sp>
      <p:pic>
        <p:nvPicPr>
          <p:cNvPr id="4" name="Obrázek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9999" y="1079972"/>
            <a:ext cx="8460000" cy="1065662"/>
          </a:xfrm>
          <a:prstGeom prst="rect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5" name="Tlačítko akce: Vlastní 4">
            <a:hlinkClick r:id="" action="ppaction://noaction" highlightClick="1"/>
          </p:cNvPr>
          <p:cNvSpPr/>
          <p:nvPr/>
        </p:nvSpPr>
        <p:spPr>
          <a:xfrm>
            <a:off x="4499992" y="6298624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 Black" pitchFamily="34" charset="0"/>
              </a:rPr>
              <a:t>Pracovní list</a:t>
            </a:r>
            <a:endParaRPr lang="en-US" sz="1000" b="1" dirty="0">
              <a:solidFill>
                <a:schemeClr val="tx1">
                  <a:lumMod val="85000"/>
                  <a:lumOff val="15000"/>
                </a:schemeClr>
              </a:solidFill>
              <a:latin typeface="Arial Black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845593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23" grpId="0" animBg="1"/>
      <p:bldP spid="24" grpId="0"/>
      <p:bldP spid="36" grpId="0" animBg="1"/>
      <p:bldP spid="12" grpId="0" animBg="1"/>
      <p:bldP spid="13" grpId="0" animBg="1"/>
      <p:bldP spid="14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3"/>
          <p:cNvSpPr>
            <a:spLocks noGrp="1" noChangeArrowheads="1"/>
          </p:cNvSpPr>
          <p:nvPr>
            <p:ph type="title"/>
          </p:nvPr>
        </p:nvSpPr>
        <p:spPr>
          <a:xfrm>
            <a:off x="468000" y="288002"/>
            <a:ext cx="7344360" cy="720000"/>
          </a:xfrm>
        </p:spPr>
        <p:txBody>
          <a:bodyPr/>
          <a:lstStyle/>
          <a:p>
            <a:pPr eaLnBrk="0" hangingPunct="0">
              <a:spcAft>
                <a:spcPts val="600"/>
              </a:spcAft>
              <a:defRPr/>
            </a:pPr>
            <a:r>
              <a:rPr lang="cs-CZ" sz="4000" b="1" dirty="0">
                <a:latin typeface="Verdana" pitchFamily="34" charset="0"/>
              </a:rPr>
              <a:t>Registr </a:t>
            </a:r>
            <a:r>
              <a:rPr lang="cs-CZ" sz="4000" b="1" dirty="0">
                <a:latin typeface="Verdana" pitchFamily="34" charset="0"/>
                <a:sym typeface="Wingdings"/>
              </a:rPr>
              <a:t></a:t>
            </a:r>
            <a:r>
              <a:rPr lang="en-US" sz="4000" b="1" dirty="0">
                <a:latin typeface="Verdana" pitchFamily="34" charset="0"/>
                <a:sym typeface="Wingdings"/>
              </a:rPr>
              <a:t> </a:t>
            </a:r>
            <a:r>
              <a:rPr lang="cs-CZ" sz="4000" b="1" dirty="0">
                <a:latin typeface="Verdana" pitchFamily="34" charset="0"/>
              </a:rPr>
              <a:t>Registr</a:t>
            </a:r>
            <a:r>
              <a:rPr lang="en-US" sz="4000" b="1" dirty="0">
                <a:latin typeface="Verdana" pitchFamily="34" charset="0"/>
              </a:rPr>
              <a:t> </a:t>
            </a:r>
            <a:r>
              <a:rPr lang="cs-CZ" sz="4000" b="1" dirty="0">
                <a:latin typeface="Verdana" pitchFamily="34" charset="0"/>
              </a:rPr>
              <a:t> I/O</a:t>
            </a:r>
          </a:p>
        </p:txBody>
      </p:sp>
      <p:sp>
        <p:nvSpPr>
          <p:cNvPr id="4" name="Obdélník 3"/>
          <p:cNvSpPr/>
          <p:nvPr/>
        </p:nvSpPr>
        <p:spPr>
          <a:xfrm>
            <a:off x="4716000" y="2348883"/>
            <a:ext cx="4068000" cy="1320289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square" lIns="90000" tIns="288000" rIns="90000" bIns="288000">
            <a:spAutoFit/>
          </a:bodyPr>
          <a:lstStyle/>
          <a:p>
            <a:r>
              <a:rPr lang="cs-CZ" dirty="0">
                <a:solidFill>
                  <a:srgbClr val="0000FF"/>
                </a:solidFill>
                <a:latin typeface="Consolas" panose="020B0609020204030204" pitchFamily="49" charset="0"/>
              </a:rPr>
              <a:t>	</a:t>
            </a:r>
            <a:r>
              <a:rPr lang="cs-CZ" dirty="0">
                <a:solidFill>
                  <a:srgbClr val="0000FF"/>
                </a:solidFill>
                <a:latin typeface="Consolas"/>
              </a:rPr>
              <a:t>OUT</a:t>
            </a:r>
            <a:r>
              <a:rPr lang="en-US" dirty="0">
                <a:solidFill>
                  <a:srgbClr val="0000FF"/>
                </a:solidFill>
                <a:latin typeface="Consolas"/>
              </a:rPr>
              <a:t>	</a:t>
            </a:r>
            <a:r>
              <a:rPr lang="cs-CZ" dirty="0">
                <a:solidFill>
                  <a:srgbClr val="FF0000"/>
                </a:solidFill>
                <a:latin typeface="Consolas"/>
              </a:rPr>
              <a:t>PORTA</a:t>
            </a:r>
            <a:r>
              <a:rPr lang="cs-CZ" dirty="0">
                <a:solidFill>
                  <a:prstClr val="black"/>
                </a:solidFill>
                <a:latin typeface="Consolas"/>
              </a:rPr>
              <a:t>,R19</a:t>
            </a:r>
          </a:p>
          <a:p>
            <a:r>
              <a:rPr lang="cs-CZ" dirty="0">
                <a:solidFill>
                  <a:prstClr val="black"/>
                </a:solidFill>
                <a:latin typeface="Consolas"/>
              </a:rPr>
              <a:t>	</a:t>
            </a:r>
            <a:r>
              <a:rPr lang="cs-CZ" dirty="0">
                <a:solidFill>
                  <a:srgbClr val="0000FF"/>
                </a:solidFill>
                <a:latin typeface="Consolas"/>
              </a:rPr>
              <a:t>OUT</a:t>
            </a:r>
            <a:r>
              <a:rPr lang="en-US" dirty="0">
                <a:solidFill>
                  <a:srgbClr val="0000FF"/>
                </a:solidFill>
                <a:latin typeface="Consolas"/>
              </a:rPr>
              <a:t>	</a:t>
            </a:r>
            <a:r>
              <a:rPr lang="cs-CZ" dirty="0">
                <a:solidFill>
                  <a:srgbClr val="FF0000"/>
                </a:solidFill>
                <a:latin typeface="Consolas"/>
              </a:rPr>
              <a:t>0x02</a:t>
            </a:r>
            <a:r>
              <a:rPr lang="cs-CZ" dirty="0">
                <a:solidFill>
                  <a:prstClr val="black"/>
                </a:solidFill>
                <a:latin typeface="Consolas"/>
              </a:rPr>
              <a:t>,R19</a:t>
            </a:r>
          </a:p>
        </p:txBody>
      </p:sp>
      <p:sp>
        <p:nvSpPr>
          <p:cNvPr id="5" name="Obdélník 4"/>
          <p:cNvSpPr/>
          <p:nvPr/>
        </p:nvSpPr>
        <p:spPr>
          <a:xfrm>
            <a:off x="360000" y="2348880"/>
            <a:ext cx="4068000" cy="1197178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square" lIns="90000" tIns="288000" rIns="90000" bIns="288000">
            <a:spAutoFit/>
          </a:bodyPr>
          <a:lstStyle/>
          <a:p>
            <a:pPr eaLnBrk="1" hangingPunct="1"/>
            <a:r>
              <a:rPr lang="cs-CZ" sz="2000" u="sng" dirty="0">
                <a:latin typeface="Consolas" panose="020B0609020204030204" pitchFamily="49" charset="0"/>
                <a:cs typeface="Consolas" panose="020B0609020204030204" pitchFamily="49" charset="0"/>
              </a:rPr>
              <a:t>Zapiš</a:t>
            </a:r>
            <a:r>
              <a:rPr lang="cs-CZ" sz="2000" dirty="0">
                <a:latin typeface="Consolas" panose="020B0609020204030204" pitchFamily="49" charset="0"/>
                <a:cs typeface="Consolas" panose="020B0609020204030204" pitchFamily="49" charset="0"/>
              </a:rPr>
              <a:t> do registru </a:t>
            </a:r>
            <a:r>
              <a:rPr lang="cs-CZ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cs typeface="Consolas" panose="020B0609020204030204" pitchFamily="49" charset="0"/>
              </a:rPr>
              <a:t>PORTA</a:t>
            </a:r>
            <a:r>
              <a:rPr lang="cs-CZ" sz="2000" dirty="0">
                <a:latin typeface="Consolas" panose="020B0609020204030204" pitchFamily="49" charset="0"/>
                <a:cs typeface="Consolas" panose="020B0609020204030204" pitchFamily="49" charset="0"/>
              </a:rPr>
              <a:t> obsah registru </a:t>
            </a:r>
            <a:r>
              <a:rPr lang="cs-CZ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cs typeface="Consolas" panose="020B0609020204030204" pitchFamily="49" charset="0"/>
              </a:rPr>
              <a:t>R19</a:t>
            </a:r>
          </a:p>
        </p:txBody>
      </p:sp>
      <p:sp>
        <p:nvSpPr>
          <p:cNvPr id="6" name="Obdélník 5"/>
          <p:cNvSpPr/>
          <p:nvPr/>
        </p:nvSpPr>
        <p:spPr>
          <a:xfrm>
            <a:off x="4716000" y="3836906"/>
            <a:ext cx="4068000" cy="1320289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square" lIns="90000" tIns="288000" rIns="90000" bIns="288000">
            <a:spAutoFit/>
          </a:bodyPr>
          <a:lstStyle/>
          <a:p>
            <a:r>
              <a:rPr lang="cs-CZ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cs-CZ" dirty="0">
                <a:solidFill>
                  <a:srgbClr val="0000FF"/>
                </a:solidFill>
                <a:latin typeface="Consolas"/>
              </a:rPr>
              <a:t>IN</a:t>
            </a:r>
            <a:r>
              <a:rPr lang="en-US" dirty="0">
                <a:solidFill>
                  <a:srgbClr val="0000FF"/>
                </a:solidFill>
                <a:latin typeface="Consolas"/>
              </a:rPr>
              <a:t>	</a:t>
            </a:r>
            <a:r>
              <a:rPr lang="cs-CZ" dirty="0">
                <a:solidFill>
                  <a:prstClr val="black"/>
                </a:solidFill>
                <a:latin typeface="Consolas"/>
              </a:rPr>
              <a:t>R19,</a:t>
            </a:r>
            <a:r>
              <a:rPr lang="cs-CZ" dirty="0">
                <a:solidFill>
                  <a:srgbClr val="FF0000"/>
                </a:solidFill>
                <a:latin typeface="Consolas"/>
              </a:rPr>
              <a:t>PINF</a:t>
            </a:r>
          </a:p>
          <a:p>
            <a:r>
              <a:rPr lang="cs-CZ" dirty="0">
                <a:solidFill>
                  <a:prstClr val="black"/>
                </a:solidFill>
                <a:latin typeface="Consolas"/>
              </a:rPr>
              <a:t>	</a:t>
            </a:r>
            <a:r>
              <a:rPr lang="cs-CZ" dirty="0">
                <a:solidFill>
                  <a:srgbClr val="0000FF"/>
                </a:solidFill>
                <a:latin typeface="Consolas"/>
              </a:rPr>
              <a:t>IN</a:t>
            </a:r>
            <a:r>
              <a:rPr lang="en-US" dirty="0">
                <a:solidFill>
                  <a:srgbClr val="0000FF"/>
                </a:solidFill>
                <a:latin typeface="Consolas"/>
              </a:rPr>
              <a:t>	</a:t>
            </a:r>
            <a:r>
              <a:rPr lang="cs-CZ" dirty="0">
                <a:solidFill>
                  <a:prstClr val="black"/>
                </a:solidFill>
                <a:latin typeface="Consolas"/>
              </a:rPr>
              <a:t>R19</a:t>
            </a:r>
            <a:r>
              <a:rPr lang="cs-CZ" dirty="0">
                <a:latin typeface="Consolas"/>
              </a:rPr>
              <a:t>,</a:t>
            </a:r>
            <a:r>
              <a:rPr lang="cs-CZ" dirty="0">
                <a:solidFill>
                  <a:srgbClr val="FF0000"/>
                </a:solidFill>
                <a:latin typeface="Consolas"/>
              </a:rPr>
              <a:t>0x0C</a:t>
            </a:r>
            <a:r>
              <a:rPr lang="cs-CZ" dirty="0">
                <a:solidFill>
                  <a:prstClr val="black"/>
                </a:solidFill>
                <a:latin typeface="Consolas"/>
              </a:rPr>
              <a:t> </a:t>
            </a:r>
          </a:p>
        </p:txBody>
      </p:sp>
      <p:sp>
        <p:nvSpPr>
          <p:cNvPr id="7" name="Obdélník 6"/>
          <p:cNvSpPr/>
          <p:nvPr/>
        </p:nvSpPr>
        <p:spPr>
          <a:xfrm>
            <a:off x="360000" y="3836903"/>
            <a:ext cx="4068000" cy="1197178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square" lIns="90000" tIns="288000" rIns="90000" bIns="288000">
            <a:spAutoFit/>
          </a:bodyPr>
          <a:lstStyle/>
          <a:p>
            <a:pPr eaLnBrk="1" hangingPunct="1"/>
            <a:r>
              <a:rPr lang="cs-CZ" sz="2000" u="sng" dirty="0">
                <a:latin typeface="Consolas" panose="020B0609020204030204" pitchFamily="49" charset="0"/>
                <a:cs typeface="Consolas" panose="020B0609020204030204" pitchFamily="49" charset="0"/>
              </a:rPr>
              <a:t>Načti</a:t>
            </a:r>
            <a:r>
              <a:rPr lang="cs-CZ" sz="2000" dirty="0">
                <a:latin typeface="Consolas" panose="020B0609020204030204" pitchFamily="49" charset="0"/>
                <a:cs typeface="Consolas" panose="020B0609020204030204" pitchFamily="49" charset="0"/>
              </a:rPr>
              <a:t> obsah registru </a:t>
            </a:r>
            <a:r>
              <a:rPr lang="cs-CZ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cs typeface="Consolas" panose="020B0609020204030204" pitchFamily="49" charset="0"/>
              </a:rPr>
              <a:t>PINF</a:t>
            </a:r>
            <a:r>
              <a:rPr lang="cs-CZ" sz="2000" dirty="0">
                <a:latin typeface="Consolas" panose="020B0609020204030204" pitchFamily="49" charset="0"/>
                <a:cs typeface="Consolas" panose="020B0609020204030204" pitchFamily="49" charset="0"/>
              </a:rPr>
              <a:t> do registru </a:t>
            </a:r>
            <a:r>
              <a:rPr lang="cs-CZ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cs typeface="Consolas" panose="020B0609020204030204" pitchFamily="49" charset="0"/>
              </a:rPr>
              <a:t>R19</a:t>
            </a:r>
          </a:p>
        </p:txBody>
      </p:sp>
      <p:sp>
        <p:nvSpPr>
          <p:cNvPr id="8" name="Tlačítko akce: Vlastní 7">
            <a:hlinkClick r:id="" action="ppaction://hlinkshowjump?jump=nextslide" highlightClick="1"/>
          </p:cNvPr>
          <p:cNvSpPr/>
          <p:nvPr/>
        </p:nvSpPr>
        <p:spPr>
          <a:xfrm>
            <a:off x="6840008" y="6300008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9" name="Tlačítko akce: Vlastní 8">
            <a:hlinkClick r:id="" action="ppaction://hlinkshowjump?jump=previousslide" highlightClick="1"/>
          </p:cNvPr>
          <p:cNvSpPr/>
          <p:nvPr/>
        </p:nvSpPr>
        <p:spPr>
          <a:xfrm>
            <a:off x="5760007" y="6300008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10" name="Tlačítko akce: Vlastní 9">
            <a:hlinkClick r:id="rId3" action="ppaction://hlinksldjump" highlightClick="1"/>
          </p:cNvPr>
          <p:cNvSpPr/>
          <p:nvPr/>
        </p:nvSpPr>
        <p:spPr>
          <a:xfrm>
            <a:off x="7920007" y="6300008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11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 dirty="0">
              <a:latin typeface="Arial Black" pitchFamily="34" charset="0"/>
            </a:endParaRPr>
          </a:p>
        </p:txBody>
      </p:sp>
      <p:sp>
        <p:nvSpPr>
          <p:cNvPr id="12" name="Zástupný symbol pro číslo snímku 5"/>
          <p:cNvSpPr txBox="1">
            <a:spLocks/>
          </p:cNvSpPr>
          <p:nvPr/>
        </p:nvSpPr>
        <p:spPr bwMode="auto">
          <a:xfrm>
            <a:off x="6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34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13" name="TextovéPole 12"/>
          <p:cNvSpPr txBox="1"/>
          <p:nvPr/>
        </p:nvSpPr>
        <p:spPr bwMode="auto">
          <a:xfrm>
            <a:off x="360001" y="2348883"/>
            <a:ext cx="269626" cy="276999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algn="ctr" rtl="0" fontAlgn="base">
              <a:spcBef>
                <a:spcPct val="0"/>
              </a:spcBef>
              <a:spcAft>
                <a:spcPct val="0"/>
              </a:spcAft>
            </a:pPr>
            <a:r>
              <a:rPr lang="cs-CZ" sz="1200" dirty="0">
                <a:solidFill>
                  <a:schemeClr val="bg1"/>
                </a:solidFill>
                <a:latin typeface="Arial"/>
                <a:ea typeface="+mn-ea"/>
                <a:cs typeface="+mn-cs"/>
              </a:rPr>
              <a:t>9</a:t>
            </a:r>
          </a:p>
        </p:txBody>
      </p:sp>
      <p:sp>
        <p:nvSpPr>
          <p:cNvPr id="14" name="TextovéPole 13"/>
          <p:cNvSpPr txBox="1"/>
          <p:nvPr/>
        </p:nvSpPr>
        <p:spPr bwMode="auto">
          <a:xfrm>
            <a:off x="360000" y="3836906"/>
            <a:ext cx="354584" cy="276999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algn="ctr" rtl="0" fontAlgn="base">
              <a:spcBef>
                <a:spcPct val="0"/>
              </a:spcBef>
              <a:spcAft>
                <a:spcPct val="0"/>
              </a:spcAft>
            </a:pPr>
            <a:r>
              <a:rPr lang="cs-CZ" sz="1200" dirty="0">
                <a:solidFill>
                  <a:schemeClr val="bg1"/>
                </a:solidFill>
                <a:latin typeface="Arial"/>
                <a:ea typeface="+mn-ea"/>
                <a:cs typeface="+mn-cs"/>
              </a:rPr>
              <a:t>10</a:t>
            </a:r>
          </a:p>
        </p:txBody>
      </p:sp>
      <p:pic>
        <p:nvPicPr>
          <p:cNvPr id="2" name="Obrázek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0000" y="1080000"/>
            <a:ext cx="8460000" cy="781470"/>
          </a:xfrm>
          <a:prstGeom prst="rect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5" name="Tlačítko akce: Vlastní 4">
            <a:hlinkClick r:id="" action="ppaction://noaction" highlightClick="1"/>
          </p:cNvPr>
          <p:cNvSpPr/>
          <p:nvPr/>
        </p:nvSpPr>
        <p:spPr>
          <a:xfrm>
            <a:off x="4499992" y="6298624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 Black" pitchFamily="34" charset="0"/>
              </a:rPr>
              <a:t>Pracovní list</a:t>
            </a:r>
            <a:endParaRPr lang="en-US" sz="1000" b="1" dirty="0">
              <a:solidFill>
                <a:schemeClr val="tx1">
                  <a:lumMod val="85000"/>
                  <a:lumOff val="15000"/>
                </a:schemeClr>
              </a:solidFill>
              <a:latin typeface="Arial Black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46299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11" grpId="0" animBg="1"/>
      <p:bldP spid="12" grpId="0"/>
      <p:bldP spid="13" grpId="0" animBg="1"/>
      <p:bldP spid="14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3"/>
          <p:cNvSpPr>
            <a:spLocks noGrp="1" noChangeArrowheads="1"/>
          </p:cNvSpPr>
          <p:nvPr>
            <p:ph type="title"/>
          </p:nvPr>
        </p:nvSpPr>
        <p:spPr>
          <a:xfrm>
            <a:off x="468000" y="288002"/>
            <a:ext cx="8280464" cy="720000"/>
          </a:xfrm>
        </p:spPr>
        <p:txBody>
          <a:bodyPr/>
          <a:lstStyle/>
          <a:p>
            <a:pPr eaLnBrk="0" hangingPunct="0">
              <a:spcAft>
                <a:spcPts val="600"/>
              </a:spcAft>
              <a:defRPr/>
            </a:pPr>
            <a:r>
              <a:rPr lang="cs-CZ" sz="4000" b="1" dirty="0">
                <a:latin typeface="Verdana" pitchFamily="34" charset="0"/>
              </a:rPr>
              <a:t>Registr </a:t>
            </a:r>
            <a:r>
              <a:rPr lang="cs-CZ" sz="4000" b="1" dirty="0">
                <a:latin typeface="Verdana" pitchFamily="34" charset="0"/>
                <a:sym typeface="Wingdings"/>
              </a:rPr>
              <a:t></a:t>
            </a:r>
            <a:r>
              <a:rPr lang="en-US" sz="4000" b="1" dirty="0">
                <a:latin typeface="Verdana" pitchFamily="34" charset="0"/>
              </a:rPr>
              <a:t> </a:t>
            </a:r>
            <a:r>
              <a:rPr lang="cs-CZ" sz="4000" b="1" dirty="0">
                <a:latin typeface="Verdana" pitchFamily="34" charset="0"/>
              </a:rPr>
              <a:t>paměť programu</a:t>
            </a:r>
          </a:p>
        </p:txBody>
      </p:sp>
      <p:sp>
        <p:nvSpPr>
          <p:cNvPr id="4" name="Obdélník 3"/>
          <p:cNvSpPr/>
          <p:nvPr/>
        </p:nvSpPr>
        <p:spPr>
          <a:xfrm>
            <a:off x="4716000" y="2348880"/>
            <a:ext cx="4068000" cy="2212841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square" lIns="90000" tIns="288000" rIns="90000" bIns="288000">
            <a:spAutoFit/>
          </a:bodyPr>
          <a:lstStyle/>
          <a:p>
            <a:r>
              <a:rPr lang="cs-CZ" sz="20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cs-CZ" sz="18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LDI	</a:t>
            </a:r>
            <a:r>
              <a:rPr lang="cs-CZ" sz="1800" dirty="0">
                <a:latin typeface="Consolas" panose="020B0609020204030204" pitchFamily="49" charset="0"/>
                <a:cs typeface="Consolas" panose="020B0609020204030204" pitchFamily="49" charset="0"/>
              </a:rPr>
              <a:t>ZL,LOW(TAB</a:t>
            </a:r>
            <a:r>
              <a:rPr 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&lt;&lt;1</a:t>
            </a:r>
            <a:r>
              <a:rPr lang="cs-CZ" sz="1800" dirty="0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r>
              <a:rPr lang="cs-CZ" sz="1800" dirty="0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cs-CZ" sz="18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LDI	</a:t>
            </a:r>
            <a:r>
              <a:rPr lang="cs-CZ" sz="1800" dirty="0">
                <a:latin typeface="Consolas" panose="020B0609020204030204" pitchFamily="49" charset="0"/>
                <a:cs typeface="Consolas" panose="020B0609020204030204" pitchFamily="49" charset="0"/>
              </a:rPr>
              <a:t>ZH,HIGH(TAB</a:t>
            </a:r>
            <a:r>
              <a:rPr 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&lt;&lt;1</a:t>
            </a:r>
            <a:r>
              <a:rPr lang="cs-CZ" sz="1800" dirty="0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r>
              <a:rPr lang="cs-CZ" sz="28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cs-CZ" sz="2800" dirty="0">
                <a:solidFill>
                  <a:srgbClr val="0000FF"/>
                </a:solidFill>
                <a:latin typeface="Consolas"/>
              </a:rPr>
              <a:t>LPM</a:t>
            </a:r>
            <a:r>
              <a:rPr lang="en-US" sz="2800" dirty="0">
                <a:solidFill>
                  <a:srgbClr val="0000FF"/>
                </a:solidFill>
                <a:latin typeface="Consolas"/>
              </a:rPr>
              <a:t>	</a:t>
            </a:r>
            <a:r>
              <a:rPr lang="cs-CZ" sz="2800" dirty="0">
                <a:latin typeface="Consolas"/>
              </a:rPr>
              <a:t>R2,Z</a:t>
            </a:r>
            <a:endParaRPr lang="cs-CZ" sz="2800" dirty="0">
              <a:solidFill>
                <a:prstClr val="black"/>
              </a:solidFill>
              <a:latin typeface="Consolas"/>
            </a:endParaRPr>
          </a:p>
          <a:p>
            <a:r>
              <a:rPr lang="cs-CZ" sz="2000" dirty="0">
                <a:solidFill>
                  <a:prstClr val="black"/>
                </a:solidFill>
                <a:latin typeface="Consolas"/>
              </a:rPr>
              <a:t>…</a:t>
            </a:r>
          </a:p>
          <a:p>
            <a:r>
              <a:rPr lang="cs-CZ" sz="2000" dirty="0">
                <a:solidFill>
                  <a:prstClr val="black"/>
                </a:solidFill>
                <a:latin typeface="Consolas"/>
              </a:rPr>
              <a:t>TAB:	</a:t>
            </a:r>
            <a:r>
              <a:rPr lang="cs-CZ" sz="20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.DB</a:t>
            </a:r>
            <a:r>
              <a:rPr lang="cs-CZ" sz="2000" dirty="0">
                <a:solidFill>
                  <a:prstClr val="black"/>
                </a:solidFill>
                <a:latin typeface="Consolas"/>
              </a:rPr>
              <a:t>	1,2,3,4</a:t>
            </a:r>
          </a:p>
        </p:txBody>
      </p:sp>
      <p:sp>
        <p:nvSpPr>
          <p:cNvPr id="5" name="Obdélník 4"/>
          <p:cNvSpPr/>
          <p:nvPr/>
        </p:nvSpPr>
        <p:spPr>
          <a:xfrm>
            <a:off x="360000" y="2348883"/>
            <a:ext cx="4068000" cy="1812731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square" lIns="90000" tIns="288000" rIns="90000" bIns="288000">
            <a:spAutoFit/>
          </a:bodyPr>
          <a:lstStyle/>
          <a:p>
            <a:pPr eaLnBrk="1" hangingPunct="1"/>
            <a:r>
              <a:rPr lang="en-US" sz="2000" u="sng" dirty="0">
                <a:latin typeface="Consolas" panose="020B0609020204030204" pitchFamily="49" charset="0"/>
                <a:cs typeface="Consolas" panose="020B0609020204030204" pitchFamily="49" charset="0"/>
              </a:rPr>
              <a:t>Na</a:t>
            </a:r>
            <a:r>
              <a:rPr lang="cs-CZ" sz="2000" u="sng" dirty="0">
                <a:latin typeface="Consolas" panose="020B0609020204030204" pitchFamily="49" charset="0"/>
                <a:cs typeface="Consolas" panose="020B0609020204030204" pitchFamily="49" charset="0"/>
              </a:rPr>
              <a:t>čti</a:t>
            </a:r>
            <a:r>
              <a:rPr lang="cs-CZ" sz="2000" dirty="0">
                <a:latin typeface="Consolas" panose="020B0609020204030204" pitchFamily="49" charset="0"/>
                <a:cs typeface="Consolas" panose="020B0609020204030204" pitchFamily="49" charset="0"/>
              </a:rPr>
              <a:t> obsah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cs-CZ" sz="2000" dirty="0">
                <a:latin typeface="Consolas" panose="020B0609020204030204" pitchFamily="49" charset="0"/>
                <a:cs typeface="Consolas" panose="020B0609020204030204" pitchFamily="49" charset="0"/>
              </a:rPr>
              <a:t>adresy z tabulky, která je součástí paměti programu (na adrese </a:t>
            </a:r>
            <a:r>
              <a:rPr lang="cs-CZ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cs typeface="Consolas" panose="020B0609020204030204" pitchFamily="49" charset="0"/>
              </a:rPr>
              <a:t>TAB</a:t>
            </a:r>
            <a:r>
              <a:rPr lang="cs-CZ" sz="2000" dirty="0">
                <a:latin typeface="Consolas" panose="020B0609020204030204" pitchFamily="49" charset="0"/>
                <a:cs typeface="Consolas" panose="020B0609020204030204" pitchFamily="49" charset="0"/>
              </a:rPr>
              <a:t>) do registru </a:t>
            </a:r>
            <a:r>
              <a:rPr lang="cs-CZ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cs typeface="Consolas" panose="020B0609020204030204" pitchFamily="49" charset="0"/>
              </a:rPr>
              <a:t>R2</a:t>
            </a:r>
            <a:r>
              <a:rPr lang="cs-CZ" sz="2000" u="sng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</a:p>
        </p:txBody>
      </p:sp>
      <p:sp>
        <p:nvSpPr>
          <p:cNvPr id="6" name="TextovéPole 5"/>
          <p:cNvSpPr txBox="1"/>
          <p:nvPr/>
        </p:nvSpPr>
        <p:spPr bwMode="auto">
          <a:xfrm>
            <a:off x="364233" y="2348883"/>
            <a:ext cx="346120" cy="276999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algn="ctr" rtl="0" fontAlgn="base">
              <a:spcBef>
                <a:spcPct val="0"/>
              </a:spcBef>
              <a:spcAft>
                <a:spcPct val="0"/>
              </a:spcAft>
            </a:pPr>
            <a:r>
              <a:rPr lang="cs-CZ" sz="1200" dirty="0">
                <a:solidFill>
                  <a:schemeClr val="bg1"/>
                </a:solidFill>
                <a:latin typeface="Arial"/>
                <a:ea typeface="+mn-ea"/>
                <a:cs typeface="+mn-cs"/>
              </a:rPr>
              <a:t>11</a:t>
            </a:r>
          </a:p>
        </p:txBody>
      </p:sp>
      <p:sp>
        <p:nvSpPr>
          <p:cNvPr id="7" name="Tlačítko akce: Vlastní 6">
            <a:hlinkClick r:id="" action="ppaction://hlinkshowjump?jump=nextslide" highlightClick="1"/>
          </p:cNvPr>
          <p:cNvSpPr/>
          <p:nvPr/>
        </p:nvSpPr>
        <p:spPr>
          <a:xfrm>
            <a:off x="6840008" y="6300008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8" name="Tlačítko akce: Vlastní 7">
            <a:hlinkClick r:id="" action="ppaction://hlinkshowjump?jump=previousslide" highlightClick="1"/>
          </p:cNvPr>
          <p:cNvSpPr/>
          <p:nvPr/>
        </p:nvSpPr>
        <p:spPr>
          <a:xfrm>
            <a:off x="5760007" y="6300008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9" name="Tlačítko akce: Vlastní 8">
            <a:hlinkClick r:id="rId3" action="ppaction://hlinksldjump" highlightClick="1"/>
          </p:cNvPr>
          <p:cNvSpPr/>
          <p:nvPr/>
        </p:nvSpPr>
        <p:spPr>
          <a:xfrm>
            <a:off x="7920007" y="6300008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10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 dirty="0">
              <a:latin typeface="Arial Black" pitchFamily="34" charset="0"/>
            </a:endParaRPr>
          </a:p>
        </p:txBody>
      </p:sp>
      <p:sp>
        <p:nvSpPr>
          <p:cNvPr id="11" name="Zástupný symbol pro číslo snímku 5"/>
          <p:cNvSpPr txBox="1">
            <a:spLocks/>
          </p:cNvSpPr>
          <p:nvPr/>
        </p:nvSpPr>
        <p:spPr bwMode="auto">
          <a:xfrm>
            <a:off x="6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35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pic>
        <p:nvPicPr>
          <p:cNvPr id="12" name="Obrázek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0000" y="1080000"/>
            <a:ext cx="8460000" cy="781468"/>
          </a:xfrm>
          <a:prstGeom prst="rect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3" name="Tlačítko akce: Vlastní 4">
            <a:hlinkClick r:id="" action="ppaction://noaction" highlightClick="1"/>
          </p:cNvPr>
          <p:cNvSpPr/>
          <p:nvPr/>
        </p:nvSpPr>
        <p:spPr>
          <a:xfrm>
            <a:off x="4499992" y="6298624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 Black" pitchFamily="34" charset="0"/>
              </a:rPr>
              <a:t>Pracovní list</a:t>
            </a:r>
            <a:endParaRPr lang="en-US" sz="1000" b="1" dirty="0">
              <a:solidFill>
                <a:schemeClr val="tx1">
                  <a:lumMod val="85000"/>
                  <a:lumOff val="15000"/>
                </a:schemeClr>
              </a:solidFill>
              <a:latin typeface="Arial Black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46299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10" grpId="0" animBg="1"/>
      <p:bldP spid="11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3"/>
          <p:cNvSpPr>
            <a:spLocks noGrp="1" noChangeArrowheads="1"/>
          </p:cNvSpPr>
          <p:nvPr>
            <p:ph type="title"/>
          </p:nvPr>
        </p:nvSpPr>
        <p:spPr>
          <a:xfrm>
            <a:off x="468000" y="288002"/>
            <a:ext cx="5400144" cy="720000"/>
          </a:xfrm>
        </p:spPr>
        <p:txBody>
          <a:bodyPr/>
          <a:lstStyle/>
          <a:p>
            <a:pPr>
              <a:defRPr/>
            </a:pPr>
            <a:r>
              <a:rPr lang="cs-CZ" sz="4000" b="1" dirty="0">
                <a:latin typeface="Verdana" pitchFamily="34" charset="0"/>
              </a:rPr>
              <a:t>Zásobník</a:t>
            </a:r>
            <a:endParaRPr lang="cs-CZ" sz="4000" b="1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4" name="Obdélník 3"/>
          <p:cNvSpPr/>
          <p:nvPr/>
        </p:nvSpPr>
        <p:spPr>
          <a:xfrm>
            <a:off x="4716000" y="2348883"/>
            <a:ext cx="4068000" cy="950957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square" lIns="90000" tIns="288000" rIns="90000" bIns="288000">
            <a:spAutoFit/>
          </a:bodyPr>
          <a:lstStyle/>
          <a:p>
            <a:r>
              <a:rPr lang="cs-CZ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PUSH	</a:t>
            </a:r>
            <a:r>
              <a:rPr lang="cs-CZ" dirty="0">
                <a:latin typeface="Consolas" panose="020B0609020204030204" pitchFamily="49" charset="0"/>
                <a:cs typeface="Consolas" panose="020B0609020204030204" pitchFamily="49" charset="0"/>
              </a:rPr>
              <a:t>R12</a:t>
            </a:r>
          </a:p>
        </p:txBody>
      </p:sp>
      <p:sp>
        <p:nvSpPr>
          <p:cNvPr id="5" name="Obdélník 4"/>
          <p:cNvSpPr/>
          <p:nvPr/>
        </p:nvSpPr>
        <p:spPr>
          <a:xfrm>
            <a:off x="360000" y="2348881"/>
            <a:ext cx="4068000" cy="1197178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square" lIns="90000" tIns="288000" rIns="90000" bIns="288000">
            <a:spAutoFit/>
          </a:bodyPr>
          <a:lstStyle/>
          <a:p>
            <a:pPr eaLnBrk="1" hangingPunct="1"/>
            <a:r>
              <a:rPr lang="cs-CZ" sz="2000" u="sng" dirty="0">
                <a:latin typeface="Consolas" panose="020B0609020204030204" pitchFamily="49" charset="0"/>
                <a:cs typeface="Consolas" panose="020B0609020204030204" pitchFamily="49" charset="0"/>
              </a:rPr>
              <a:t>Ulož</a:t>
            </a:r>
            <a:r>
              <a:rPr lang="cs-CZ" sz="2000" dirty="0">
                <a:latin typeface="Consolas" panose="020B0609020204030204" pitchFamily="49" charset="0"/>
                <a:cs typeface="Consolas" panose="020B0609020204030204" pitchFamily="49" charset="0"/>
              </a:rPr>
              <a:t> obsah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cs-CZ" sz="2000" dirty="0">
                <a:latin typeface="Consolas" panose="020B0609020204030204" pitchFamily="49" charset="0"/>
                <a:cs typeface="Consolas" panose="020B0609020204030204" pitchFamily="49" charset="0"/>
              </a:rPr>
              <a:t>registr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u</a:t>
            </a:r>
            <a:r>
              <a:rPr lang="cs-CZ" sz="20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cs-CZ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cs typeface="Consolas" panose="020B0609020204030204" pitchFamily="49" charset="0"/>
              </a:rPr>
              <a:t>R12</a:t>
            </a:r>
            <a:r>
              <a:rPr lang="cs-CZ" sz="2000" dirty="0">
                <a:latin typeface="Consolas" panose="020B0609020204030204" pitchFamily="49" charset="0"/>
                <a:cs typeface="Consolas" panose="020B0609020204030204" pitchFamily="49" charset="0"/>
              </a:rPr>
              <a:t> do zásobníku</a:t>
            </a:r>
          </a:p>
        </p:txBody>
      </p:sp>
      <p:sp>
        <p:nvSpPr>
          <p:cNvPr id="6" name="TextovéPole 5"/>
          <p:cNvSpPr txBox="1"/>
          <p:nvPr/>
        </p:nvSpPr>
        <p:spPr bwMode="auto">
          <a:xfrm>
            <a:off x="360000" y="2348883"/>
            <a:ext cx="354584" cy="276999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algn="ctr" rtl="0" fontAlgn="base">
              <a:spcBef>
                <a:spcPct val="0"/>
              </a:spcBef>
              <a:spcAft>
                <a:spcPct val="0"/>
              </a:spcAft>
            </a:pPr>
            <a:r>
              <a:rPr lang="cs-CZ" sz="1200" dirty="0">
                <a:solidFill>
                  <a:schemeClr val="bg1"/>
                </a:solidFill>
                <a:latin typeface="Arial"/>
                <a:ea typeface="+mn-ea"/>
                <a:cs typeface="+mn-cs"/>
              </a:rPr>
              <a:t>12</a:t>
            </a:r>
          </a:p>
        </p:txBody>
      </p:sp>
      <p:sp>
        <p:nvSpPr>
          <p:cNvPr id="7" name="Tlačítko akce: Vlastní 6">
            <a:hlinkClick r:id="" action="ppaction://hlinkshowjump?jump=nextslide" highlightClick="1"/>
          </p:cNvPr>
          <p:cNvSpPr/>
          <p:nvPr/>
        </p:nvSpPr>
        <p:spPr>
          <a:xfrm>
            <a:off x="6840008" y="6300008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8" name="Tlačítko akce: Vlastní 7">
            <a:hlinkClick r:id="" action="ppaction://hlinkshowjump?jump=previousslide" highlightClick="1"/>
          </p:cNvPr>
          <p:cNvSpPr/>
          <p:nvPr/>
        </p:nvSpPr>
        <p:spPr>
          <a:xfrm>
            <a:off x="5760007" y="6300008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9" name="Tlačítko akce: Vlastní 8">
            <a:hlinkClick r:id="rId3" action="ppaction://hlinksldjump" highlightClick="1"/>
          </p:cNvPr>
          <p:cNvSpPr/>
          <p:nvPr/>
        </p:nvSpPr>
        <p:spPr>
          <a:xfrm>
            <a:off x="7920007" y="6300008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10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 dirty="0">
              <a:latin typeface="Arial Black" pitchFamily="34" charset="0"/>
            </a:endParaRPr>
          </a:p>
        </p:txBody>
      </p:sp>
      <p:sp>
        <p:nvSpPr>
          <p:cNvPr id="11" name="Zástupný symbol pro číslo snímku 5"/>
          <p:cNvSpPr txBox="1">
            <a:spLocks/>
          </p:cNvSpPr>
          <p:nvPr/>
        </p:nvSpPr>
        <p:spPr bwMode="auto">
          <a:xfrm>
            <a:off x="6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36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14" name="Obdélník 13"/>
          <p:cNvSpPr/>
          <p:nvPr/>
        </p:nvSpPr>
        <p:spPr>
          <a:xfrm>
            <a:off x="4698150" y="4193890"/>
            <a:ext cx="4068000" cy="950957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square" lIns="90000" tIns="288000" rIns="90000" bIns="288000">
            <a:spAutoFit/>
          </a:bodyPr>
          <a:lstStyle/>
          <a:p>
            <a:r>
              <a:rPr lang="cs-CZ" dirty="0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cs-CZ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POP	</a:t>
            </a:r>
            <a:r>
              <a:rPr lang="cs-CZ" dirty="0">
                <a:latin typeface="Consolas" panose="020B0609020204030204" pitchFamily="49" charset="0"/>
                <a:cs typeface="Consolas" panose="020B0609020204030204" pitchFamily="49" charset="0"/>
              </a:rPr>
              <a:t>R12</a:t>
            </a:r>
          </a:p>
        </p:txBody>
      </p:sp>
      <p:sp>
        <p:nvSpPr>
          <p:cNvPr id="15" name="Obdélník 14"/>
          <p:cNvSpPr/>
          <p:nvPr/>
        </p:nvSpPr>
        <p:spPr>
          <a:xfrm>
            <a:off x="342150" y="4193888"/>
            <a:ext cx="4068000" cy="1197178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square" lIns="90000" tIns="288000" rIns="90000" bIns="288000">
            <a:spAutoFit/>
          </a:bodyPr>
          <a:lstStyle/>
          <a:p>
            <a:pPr eaLnBrk="1" hangingPunct="1"/>
            <a:r>
              <a:rPr lang="cs-CZ" sz="2000" u="sng" dirty="0">
                <a:latin typeface="Consolas" panose="020B0609020204030204" pitchFamily="49" charset="0"/>
                <a:cs typeface="Consolas" panose="020B0609020204030204" pitchFamily="49" charset="0"/>
              </a:rPr>
              <a:t>Obnov</a:t>
            </a:r>
            <a:r>
              <a:rPr lang="cs-CZ" sz="2000" dirty="0">
                <a:latin typeface="Consolas" panose="020B0609020204030204" pitchFamily="49" charset="0"/>
                <a:cs typeface="Consolas" panose="020B0609020204030204" pitchFamily="49" charset="0"/>
              </a:rPr>
              <a:t> registr </a:t>
            </a:r>
            <a:r>
              <a:rPr lang="cs-CZ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cs typeface="Consolas" panose="020B0609020204030204" pitchFamily="49" charset="0"/>
              </a:rPr>
              <a:t>R12</a:t>
            </a:r>
            <a:r>
              <a:rPr lang="cs-CZ" sz="2000" dirty="0">
                <a:latin typeface="Consolas" panose="020B0609020204030204" pitchFamily="49" charset="0"/>
                <a:cs typeface="Consolas" panose="020B0609020204030204" pitchFamily="49" charset="0"/>
              </a:rPr>
              <a:t> ze zásobníku</a:t>
            </a:r>
          </a:p>
        </p:txBody>
      </p:sp>
      <p:sp>
        <p:nvSpPr>
          <p:cNvPr id="16" name="TextovéPole 15"/>
          <p:cNvSpPr txBox="1"/>
          <p:nvPr/>
        </p:nvSpPr>
        <p:spPr bwMode="auto">
          <a:xfrm>
            <a:off x="342150" y="4193890"/>
            <a:ext cx="354584" cy="276999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algn="ctr" rtl="0" fontAlgn="base">
              <a:spcBef>
                <a:spcPct val="0"/>
              </a:spcBef>
              <a:spcAft>
                <a:spcPct val="0"/>
              </a:spcAft>
            </a:pPr>
            <a:r>
              <a:rPr lang="cs-CZ" sz="1200" dirty="0">
                <a:solidFill>
                  <a:schemeClr val="bg1"/>
                </a:solidFill>
                <a:latin typeface="Arial"/>
                <a:ea typeface="+mn-ea"/>
                <a:cs typeface="+mn-cs"/>
              </a:rPr>
              <a:t>13</a:t>
            </a:r>
          </a:p>
        </p:txBody>
      </p:sp>
      <p:pic>
        <p:nvPicPr>
          <p:cNvPr id="19" name="Obrázek 1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9998" y="1093574"/>
            <a:ext cx="8460000" cy="769631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7" name="Tlačítko akce: Vlastní 4">
            <a:hlinkClick r:id="" action="ppaction://noaction" highlightClick="1"/>
          </p:cNvPr>
          <p:cNvSpPr/>
          <p:nvPr/>
        </p:nvSpPr>
        <p:spPr>
          <a:xfrm>
            <a:off x="4499992" y="6298624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 Black" pitchFamily="34" charset="0"/>
              </a:rPr>
              <a:t>Pracovní list</a:t>
            </a:r>
            <a:endParaRPr lang="en-US" sz="1000" b="1" dirty="0">
              <a:solidFill>
                <a:schemeClr val="tx1">
                  <a:lumMod val="85000"/>
                  <a:lumOff val="15000"/>
                </a:schemeClr>
              </a:solidFill>
              <a:latin typeface="Arial Black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68371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10" grpId="0" animBg="1"/>
      <p:bldP spid="11" grpId="0"/>
      <p:bldP spid="14" grpId="0" animBg="1"/>
      <p:bldP spid="15" grpId="0" animBg="1"/>
      <p:bldP spid="16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3" name="Rectangle 2"/>
          <p:cNvSpPr>
            <a:spLocks noGrp="1" noChangeArrowheads="1"/>
          </p:cNvSpPr>
          <p:nvPr>
            <p:ph type="title"/>
          </p:nvPr>
        </p:nvSpPr>
        <p:spPr>
          <a:xfrm>
            <a:off x="468000" y="318791"/>
            <a:ext cx="7834306" cy="707886"/>
          </a:xfrm>
        </p:spPr>
        <p:txBody>
          <a:bodyPr>
            <a:spAutoFit/>
          </a:bodyPr>
          <a:lstStyle/>
          <a:p>
            <a:r>
              <a:rPr lang="cs-CZ" sz="4000" b="1" kern="12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Kontrolní otázky</a:t>
            </a:r>
            <a:endParaRPr lang="cs-CZ" sz="3600" dirty="0"/>
          </a:p>
        </p:txBody>
      </p:sp>
      <p:sp>
        <p:nvSpPr>
          <p:cNvPr id="3" name="Rectangle 2"/>
          <p:cNvSpPr txBox="1">
            <a:spLocks noChangeArrowheads="1"/>
          </p:cNvSpPr>
          <p:nvPr/>
        </p:nvSpPr>
        <p:spPr bwMode="auto">
          <a:xfrm>
            <a:off x="360006" y="1080015"/>
            <a:ext cx="8783993" cy="40934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360000" indent="-360000" eaLnBrk="0" hangingPunct="0">
              <a:spcBef>
                <a:spcPct val="0"/>
              </a:spcBef>
              <a:spcAft>
                <a:spcPts val="600"/>
              </a:spcAft>
              <a:buSzPct val="100000"/>
              <a:buFont typeface="Wingdings" panose="05000000000000000000" pitchFamily="2" charset="2"/>
              <a:buChar char=""/>
              <a:defRPr/>
            </a:pPr>
            <a:r>
              <a:rPr lang="cs-CZ" sz="2400" b="0" kern="1200" dirty="0">
                <a:latin typeface="Verdana" pitchFamily="34" charset="0"/>
              </a:rPr>
              <a:t>Jakou instrukci použijeme pro přesun dat mezi registry?</a:t>
            </a:r>
          </a:p>
          <a:p>
            <a:pPr marL="360000" indent="-360000" eaLnBrk="0" hangingPunct="0">
              <a:spcBef>
                <a:spcPct val="0"/>
              </a:spcBef>
              <a:spcAft>
                <a:spcPts val="600"/>
              </a:spcAft>
              <a:buSzPct val="100000"/>
              <a:buFont typeface="Wingdings" panose="05000000000000000000" pitchFamily="2" charset="2"/>
              <a:buChar char=""/>
              <a:defRPr/>
            </a:pPr>
            <a:r>
              <a:rPr lang="cs-CZ" sz="2400" b="0" dirty="0">
                <a:latin typeface="Verdana" pitchFamily="34" charset="0"/>
              </a:rPr>
              <a:t>Jakou instrukce použijeme pro zápis do paměti SRAM přímou adresací?</a:t>
            </a:r>
          </a:p>
          <a:p>
            <a:pPr marL="360000" indent="-360000" eaLnBrk="0" hangingPunct="0">
              <a:spcBef>
                <a:spcPct val="0"/>
              </a:spcBef>
              <a:spcAft>
                <a:spcPts val="600"/>
              </a:spcAft>
              <a:buSzPct val="100000"/>
              <a:buFont typeface="Wingdings" panose="05000000000000000000" pitchFamily="2" charset="2"/>
              <a:buChar char=""/>
              <a:defRPr/>
            </a:pPr>
            <a:r>
              <a:rPr lang="cs-CZ" sz="2400" b="0" dirty="0">
                <a:latin typeface="Verdana" pitchFamily="34" charset="0"/>
              </a:rPr>
              <a:t>Jakou instrukce použijeme pro čtení z paměti SRAM nepřímou adresací?</a:t>
            </a:r>
          </a:p>
          <a:p>
            <a:pPr marL="360000" indent="-360000" eaLnBrk="0" hangingPunct="0">
              <a:spcBef>
                <a:spcPct val="0"/>
              </a:spcBef>
              <a:spcAft>
                <a:spcPts val="600"/>
              </a:spcAft>
              <a:buSzPct val="100000"/>
              <a:buFont typeface="Wingdings" panose="05000000000000000000" pitchFamily="2" charset="2"/>
              <a:buChar char=""/>
              <a:defRPr/>
            </a:pPr>
            <a:r>
              <a:rPr lang="cs-CZ" sz="2400" b="0" dirty="0">
                <a:latin typeface="Verdana" pitchFamily="34" charset="0"/>
              </a:rPr>
              <a:t>Jakou instrukce použijeme pro zápisu do I/O registru?</a:t>
            </a:r>
          </a:p>
          <a:p>
            <a:pPr marL="360000" indent="-360000" eaLnBrk="0" hangingPunct="0">
              <a:spcBef>
                <a:spcPct val="0"/>
              </a:spcBef>
              <a:spcAft>
                <a:spcPts val="600"/>
              </a:spcAft>
              <a:buSzPct val="100000"/>
              <a:buFont typeface="Wingdings" panose="05000000000000000000" pitchFamily="2" charset="2"/>
              <a:buChar char=""/>
              <a:defRPr/>
            </a:pPr>
            <a:r>
              <a:rPr lang="cs-CZ" sz="2400" b="0" dirty="0">
                <a:latin typeface="Verdana" pitchFamily="34" charset="0"/>
              </a:rPr>
              <a:t>Jakou instrukce použijeme pro čtení z paměti programu?</a:t>
            </a:r>
          </a:p>
        </p:txBody>
      </p:sp>
      <p:sp>
        <p:nvSpPr>
          <p:cNvPr id="2" name="TextovéPole 1"/>
          <p:cNvSpPr txBox="1"/>
          <p:nvPr/>
        </p:nvSpPr>
        <p:spPr>
          <a:xfrm>
            <a:off x="8172400" y="188640"/>
            <a:ext cx="720080" cy="923330"/>
          </a:xfrm>
          <a:prstGeom prst="rect">
            <a:avLst/>
          </a:prstGeom>
          <a:solidFill>
            <a:schemeClr val="bg1">
              <a:lumMod val="75000"/>
            </a:schemeClr>
          </a:solidFill>
          <a:ln/>
        </p:spPr>
        <p:txBody>
          <a:bodyPr wrap="square" rtlCol="0">
            <a:spAutoFit/>
          </a:bodyPr>
          <a:lstStyle/>
          <a:p>
            <a:pPr algn="ctr"/>
            <a:r>
              <a:rPr lang="cs-CZ" sz="5400" kern="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sym typeface="Webdings"/>
              </a:rPr>
              <a:t></a:t>
            </a:r>
            <a:endParaRPr lang="cs-CZ" sz="5400" kern="0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 pitchFamily="34" charset="0"/>
            </a:endParaRPr>
          </a:p>
        </p:txBody>
      </p:sp>
      <p:sp>
        <p:nvSpPr>
          <p:cNvPr id="5" name="Tlačítko akce: Vlastní 4">
            <a:hlinkClick r:id="" action="ppaction://hlinkshowjump?jump=nextslide" highlightClick="1"/>
          </p:cNvPr>
          <p:cNvSpPr/>
          <p:nvPr/>
        </p:nvSpPr>
        <p:spPr>
          <a:xfrm>
            <a:off x="6840008" y="6300008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6" name="Tlačítko akce: Vlastní 5">
            <a:hlinkClick r:id="" action="ppaction://hlinkshowjump?jump=previousslide" highlightClick="1"/>
          </p:cNvPr>
          <p:cNvSpPr/>
          <p:nvPr/>
        </p:nvSpPr>
        <p:spPr>
          <a:xfrm>
            <a:off x="5760007" y="6300008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7" name="Tlačítko akce: Vlastní 6">
            <a:hlinkClick r:id="rId3" action="ppaction://hlinksldjump" highlightClick="1"/>
          </p:cNvPr>
          <p:cNvSpPr/>
          <p:nvPr/>
        </p:nvSpPr>
        <p:spPr>
          <a:xfrm>
            <a:off x="7920007" y="6300008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8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latin typeface="Arial Black" pitchFamily="34" charset="0"/>
            </a:endParaRPr>
          </a:p>
        </p:txBody>
      </p:sp>
      <p:sp>
        <p:nvSpPr>
          <p:cNvPr id="9" name="Zástupný symbol pro číslo snímku 5"/>
          <p:cNvSpPr txBox="1">
            <a:spLocks/>
          </p:cNvSpPr>
          <p:nvPr/>
        </p:nvSpPr>
        <p:spPr bwMode="auto">
          <a:xfrm>
            <a:off x="6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37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521897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allAtOnce"/>
      <p:bldP spid="8" grpId="0" animBg="1"/>
      <p:bldP spid="9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41"/>
          <p:cNvGrpSpPr>
            <a:grpSpLocks/>
          </p:cNvGrpSpPr>
          <p:nvPr/>
        </p:nvGrpSpPr>
        <p:grpSpPr bwMode="auto">
          <a:xfrm>
            <a:off x="720000" y="1440008"/>
            <a:ext cx="7560000" cy="1260278"/>
            <a:chOff x="431" y="2841"/>
            <a:chExt cx="2721" cy="227"/>
          </a:xfrm>
        </p:grpSpPr>
        <p:sp>
          <p:nvSpPr>
            <p:cNvPr id="28694" name="Rectangle 42"/>
            <p:cNvSpPr>
              <a:spLocks noChangeArrowheads="1"/>
            </p:cNvSpPr>
            <p:nvPr/>
          </p:nvSpPr>
          <p:spPr bwMode="auto">
            <a:xfrm>
              <a:off x="431" y="2841"/>
              <a:ext cx="340" cy="227"/>
            </a:xfrm>
            <a:prstGeom prst="rect">
              <a:avLst/>
            </a:prstGeom>
            <a:solidFill>
              <a:srgbClr val="FFC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0000" tIns="46800" rIns="90000" bIns="46800" anchor="ctr"/>
            <a:lstStyle/>
            <a:p>
              <a:pPr algn="ctr" eaLnBrk="1" hangingPunct="1"/>
              <a:r>
                <a:rPr lang="cs-CZ" sz="2800" dirty="0">
                  <a:latin typeface="Arial Black" pitchFamily="34" charset="0"/>
                </a:rPr>
                <a:t>I</a:t>
              </a:r>
            </a:p>
          </p:txBody>
        </p:sp>
        <p:sp>
          <p:nvSpPr>
            <p:cNvPr id="28695" name="Rectangle 43"/>
            <p:cNvSpPr>
              <a:spLocks noChangeArrowheads="1"/>
            </p:cNvSpPr>
            <p:nvPr/>
          </p:nvSpPr>
          <p:spPr bwMode="auto">
            <a:xfrm>
              <a:off x="771" y="2841"/>
              <a:ext cx="340" cy="227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0000" tIns="46800" rIns="90000" bIns="46800" anchor="ctr"/>
            <a:lstStyle/>
            <a:p>
              <a:pPr algn="ctr" eaLnBrk="1" hangingPunct="1"/>
              <a:r>
                <a:rPr lang="cs-CZ" sz="2800" dirty="0">
                  <a:latin typeface="Arial Black" pitchFamily="34" charset="0"/>
                </a:rPr>
                <a:t>T</a:t>
              </a:r>
            </a:p>
          </p:txBody>
        </p:sp>
        <p:sp>
          <p:nvSpPr>
            <p:cNvPr id="28696" name="Rectangle 44"/>
            <p:cNvSpPr>
              <a:spLocks noChangeArrowheads="1"/>
            </p:cNvSpPr>
            <p:nvPr/>
          </p:nvSpPr>
          <p:spPr bwMode="auto">
            <a:xfrm>
              <a:off x="1112" y="2841"/>
              <a:ext cx="340" cy="227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0000" tIns="46800" rIns="90000" bIns="46800" anchor="ctr"/>
            <a:lstStyle/>
            <a:p>
              <a:pPr algn="ctr" eaLnBrk="1" hangingPunct="1"/>
              <a:r>
                <a:rPr lang="cs-CZ" sz="2800" dirty="0">
                  <a:latin typeface="Arial Black" pitchFamily="34" charset="0"/>
                </a:rPr>
                <a:t>H</a:t>
              </a:r>
            </a:p>
          </p:txBody>
        </p:sp>
        <p:sp>
          <p:nvSpPr>
            <p:cNvPr id="28697" name="Rectangle 45"/>
            <p:cNvSpPr>
              <a:spLocks noChangeArrowheads="1"/>
            </p:cNvSpPr>
            <p:nvPr/>
          </p:nvSpPr>
          <p:spPr bwMode="auto">
            <a:xfrm>
              <a:off x="1452" y="2841"/>
              <a:ext cx="340" cy="227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0000" tIns="46800" rIns="90000" bIns="46800" anchor="ctr"/>
            <a:lstStyle/>
            <a:p>
              <a:pPr algn="ctr" eaLnBrk="1" hangingPunct="1"/>
              <a:r>
                <a:rPr lang="cs-CZ" sz="2800" dirty="0">
                  <a:latin typeface="Arial Black" pitchFamily="34" charset="0"/>
                </a:rPr>
                <a:t>S</a:t>
              </a:r>
            </a:p>
          </p:txBody>
        </p:sp>
        <p:sp>
          <p:nvSpPr>
            <p:cNvPr id="28698" name="Rectangle 46"/>
            <p:cNvSpPr>
              <a:spLocks noChangeArrowheads="1"/>
            </p:cNvSpPr>
            <p:nvPr/>
          </p:nvSpPr>
          <p:spPr bwMode="auto">
            <a:xfrm>
              <a:off x="1792" y="2841"/>
              <a:ext cx="340" cy="227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0000" tIns="46800" rIns="90000" bIns="46800" anchor="ctr"/>
            <a:lstStyle/>
            <a:p>
              <a:pPr algn="ctr" eaLnBrk="1" hangingPunct="1"/>
              <a:r>
                <a:rPr lang="cs-CZ" sz="2800" dirty="0">
                  <a:latin typeface="Arial Black" pitchFamily="34" charset="0"/>
                </a:rPr>
                <a:t>V</a:t>
              </a:r>
            </a:p>
          </p:txBody>
        </p:sp>
        <p:sp>
          <p:nvSpPr>
            <p:cNvPr id="28699" name="Rectangle 47"/>
            <p:cNvSpPr>
              <a:spLocks noChangeArrowheads="1"/>
            </p:cNvSpPr>
            <p:nvPr/>
          </p:nvSpPr>
          <p:spPr bwMode="auto">
            <a:xfrm>
              <a:off x="2132" y="2841"/>
              <a:ext cx="340" cy="227"/>
            </a:xfrm>
            <a:prstGeom prst="rect">
              <a:avLst/>
            </a:prstGeom>
            <a:solidFill>
              <a:srgbClr val="FFC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0000" tIns="46800" rIns="90000" bIns="46800" anchor="ctr"/>
            <a:lstStyle/>
            <a:p>
              <a:pPr algn="ctr" eaLnBrk="1" hangingPunct="1"/>
              <a:r>
                <a:rPr lang="cs-CZ" sz="2800" b="1" dirty="0">
                  <a:latin typeface="Arial Black" pitchFamily="34" charset="0"/>
                </a:rPr>
                <a:t>N</a:t>
              </a:r>
            </a:p>
          </p:txBody>
        </p:sp>
        <p:sp>
          <p:nvSpPr>
            <p:cNvPr id="28700" name="Rectangle 48"/>
            <p:cNvSpPr>
              <a:spLocks noChangeArrowheads="1"/>
            </p:cNvSpPr>
            <p:nvPr/>
          </p:nvSpPr>
          <p:spPr bwMode="auto">
            <a:xfrm>
              <a:off x="2472" y="2841"/>
              <a:ext cx="340" cy="227"/>
            </a:xfrm>
            <a:prstGeom prst="rect">
              <a:avLst/>
            </a:prstGeom>
            <a:solidFill>
              <a:srgbClr val="FFC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0000" tIns="46800" rIns="90000" bIns="46800" anchor="ctr"/>
            <a:lstStyle/>
            <a:p>
              <a:pPr algn="ctr" eaLnBrk="1" hangingPunct="1"/>
              <a:r>
                <a:rPr lang="cs-CZ" sz="2800" b="1" dirty="0">
                  <a:latin typeface="Arial Black" pitchFamily="34" charset="0"/>
                </a:rPr>
                <a:t>Z</a:t>
              </a:r>
            </a:p>
          </p:txBody>
        </p:sp>
        <p:sp>
          <p:nvSpPr>
            <p:cNvPr id="28701" name="Rectangle 49"/>
            <p:cNvSpPr>
              <a:spLocks noChangeArrowheads="1"/>
            </p:cNvSpPr>
            <p:nvPr/>
          </p:nvSpPr>
          <p:spPr bwMode="auto">
            <a:xfrm>
              <a:off x="2812" y="2841"/>
              <a:ext cx="340" cy="227"/>
            </a:xfrm>
            <a:prstGeom prst="rect">
              <a:avLst/>
            </a:prstGeom>
            <a:solidFill>
              <a:srgbClr val="FFC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0000" tIns="46800" rIns="90000" bIns="46800" anchor="ctr"/>
            <a:lstStyle/>
            <a:p>
              <a:pPr algn="ctr" eaLnBrk="1" hangingPunct="1"/>
              <a:r>
                <a:rPr lang="cs-CZ" sz="2800" dirty="0">
                  <a:latin typeface="Arial Black" pitchFamily="34" charset="0"/>
                </a:rPr>
                <a:t>C</a:t>
              </a:r>
              <a:endParaRPr lang="cs-CZ" sz="2800" b="1" dirty="0">
                <a:latin typeface="Arial Black" pitchFamily="34" charset="0"/>
              </a:endParaRPr>
            </a:p>
          </p:txBody>
        </p:sp>
      </p:grpSp>
      <p:sp>
        <p:nvSpPr>
          <p:cNvPr id="21" name="Rectangle 3"/>
          <p:cNvSpPr>
            <a:spLocks noGrp="1" noChangeArrowheads="1"/>
          </p:cNvSpPr>
          <p:nvPr>
            <p:ph type="title"/>
          </p:nvPr>
        </p:nvSpPr>
        <p:spPr>
          <a:xfrm>
            <a:off x="468016" y="288008"/>
            <a:ext cx="8104183" cy="720000"/>
          </a:xfrm>
        </p:spPr>
        <p:txBody>
          <a:bodyPr/>
          <a:lstStyle/>
          <a:p>
            <a:pPr>
              <a:defRPr/>
            </a:pPr>
            <a:r>
              <a:rPr lang="cs-CZ" sz="40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Registr SREG</a:t>
            </a:r>
          </a:p>
        </p:txBody>
      </p:sp>
      <p:sp>
        <p:nvSpPr>
          <p:cNvPr id="22" name="Rectangle 2"/>
          <p:cNvSpPr>
            <a:spLocks noGrp="1" noChangeArrowheads="1"/>
          </p:cNvSpPr>
          <p:nvPr>
            <p:ph idx="1"/>
          </p:nvPr>
        </p:nvSpPr>
        <p:spPr>
          <a:xfrm>
            <a:off x="360007" y="2970823"/>
            <a:ext cx="8784000" cy="2046714"/>
          </a:xfrm>
          <a:noFill/>
          <a:ln/>
        </p:spPr>
        <p:txBody>
          <a:bodyPr>
            <a:spAutoFit/>
          </a:bodyPr>
          <a:lstStyle/>
          <a:p>
            <a:pPr marL="504000" indent="-504000" eaLnBrk="0" hangingPunct="0">
              <a:spcBef>
                <a:spcPct val="0"/>
              </a:spcBef>
              <a:spcAft>
                <a:spcPts val="1800"/>
              </a:spcAft>
              <a:buSzPct val="100000"/>
              <a:defRPr/>
            </a:pPr>
            <a:r>
              <a:rPr lang="en-US" sz="2800" b="1" kern="1200" dirty="0">
                <a:latin typeface="Verdana" pitchFamily="34" charset="0"/>
              </a:rPr>
              <a:t>Flags</a:t>
            </a:r>
            <a:r>
              <a:rPr lang="cs-CZ" sz="2800" kern="1200" dirty="0">
                <a:latin typeface="Verdana" pitchFamily="34" charset="0"/>
              </a:rPr>
              <a:t> (příznaky) informují o typických výsledcích </a:t>
            </a:r>
            <a:r>
              <a:rPr lang="cs-CZ" sz="2800" b="1" kern="1200" dirty="0">
                <a:latin typeface="Verdana" pitchFamily="34" charset="0"/>
              </a:rPr>
              <a:t>poslední</a:t>
            </a:r>
            <a:r>
              <a:rPr lang="cs-CZ" sz="2800" kern="1200" dirty="0">
                <a:latin typeface="Verdana" pitchFamily="34" charset="0"/>
              </a:rPr>
              <a:t> provedené </a:t>
            </a:r>
            <a:r>
              <a:rPr lang="cs-CZ" sz="2800" b="1" kern="1200" dirty="0">
                <a:latin typeface="Verdana" pitchFamily="34" charset="0"/>
              </a:rPr>
              <a:t>aritmetické</a:t>
            </a:r>
            <a:r>
              <a:rPr lang="cs-CZ" sz="2800" kern="1200" dirty="0">
                <a:latin typeface="Verdana" pitchFamily="34" charset="0"/>
              </a:rPr>
              <a:t> nebo </a:t>
            </a:r>
            <a:r>
              <a:rPr lang="cs-CZ" sz="2800" b="1" kern="1200" dirty="0">
                <a:latin typeface="Verdana" pitchFamily="34" charset="0"/>
              </a:rPr>
              <a:t>logické</a:t>
            </a:r>
            <a:r>
              <a:rPr lang="cs-CZ" sz="2800" kern="1200" dirty="0">
                <a:latin typeface="Verdana" pitchFamily="34" charset="0"/>
              </a:rPr>
              <a:t> operace</a:t>
            </a:r>
          </a:p>
          <a:p>
            <a:pPr marL="504000" indent="-504000" eaLnBrk="0" hangingPunct="0">
              <a:spcBef>
                <a:spcPct val="0"/>
              </a:spcBef>
              <a:spcAft>
                <a:spcPts val="2400"/>
              </a:spcAft>
              <a:buSzPct val="100000"/>
              <a:defRPr/>
            </a:pPr>
            <a:r>
              <a:rPr lang="cs-CZ" sz="2800" kern="1200" dirty="0">
                <a:latin typeface="Verdana" pitchFamily="34" charset="0"/>
              </a:rPr>
              <a:t>Instrukce mohou nastavovat </a:t>
            </a:r>
            <a:r>
              <a:rPr lang="cs-CZ" sz="2800" b="1" kern="1200" dirty="0">
                <a:latin typeface="Verdana" pitchFamily="34" charset="0"/>
              </a:rPr>
              <a:t>různé</a:t>
            </a:r>
            <a:r>
              <a:rPr lang="cs-CZ" sz="2800" kern="1200" dirty="0">
                <a:latin typeface="Verdana" pitchFamily="34" charset="0"/>
              </a:rPr>
              <a:t> příznaky</a:t>
            </a:r>
          </a:p>
        </p:txBody>
      </p:sp>
      <p:sp>
        <p:nvSpPr>
          <p:cNvPr id="18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latin typeface="Arial Black" pitchFamily="34" charset="0"/>
            </a:endParaRPr>
          </a:p>
        </p:txBody>
      </p:sp>
      <p:sp>
        <p:nvSpPr>
          <p:cNvPr id="23" name="Zástupný symbol pro číslo snímku 5"/>
          <p:cNvSpPr txBox="1">
            <a:spLocks/>
          </p:cNvSpPr>
          <p:nvPr/>
        </p:nvSpPr>
        <p:spPr bwMode="auto">
          <a:xfrm>
            <a:off x="6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38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24" name="Tlačítko akce: Vlastní 23">
            <a:hlinkClick r:id="" action="ppaction://hlinkshowjump?jump=nextslide" highlightClick="1"/>
          </p:cNvPr>
          <p:cNvSpPr/>
          <p:nvPr/>
        </p:nvSpPr>
        <p:spPr>
          <a:xfrm>
            <a:off x="6840008" y="6300008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25" name="Tlačítko akce: Vlastní 24">
            <a:hlinkClick r:id="" action="ppaction://hlinkshowjump?jump=previousslide" highlightClick="1"/>
          </p:cNvPr>
          <p:cNvSpPr/>
          <p:nvPr/>
        </p:nvSpPr>
        <p:spPr>
          <a:xfrm>
            <a:off x="5760007" y="6300008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26" name="Tlačítko akce: Vlastní 25">
            <a:hlinkClick r:id="rId3" action="ppaction://hlinksldjump" highlightClick="1"/>
          </p:cNvPr>
          <p:cNvSpPr/>
          <p:nvPr/>
        </p:nvSpPr>
        <p:spPr>
          <a:xfrm>
            <a:off x="7920007" y="6300008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</p:spTree>
    <p:extLst>
      <p:ext uri="{BB962C8B-B14F-4D97-AF65-F5344CB8AC3E}">
        <p14:creationId xmlns:p14="http://schemas.microsoft.com/office/powerpoint/2010/main" val="24369021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23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961" name="Text Box 73"/>
          <p:cNvSpPr txBox="1">
            <a:spLocks noChangeArrowheads="1"/>
          </p:cNvSpPr>
          <p:nvPr/>
        </p:nvSpPr>
        <p:spPr bwMode="auto">
          <a:xfrm>
            <a:off x="360007" y="1080000"/>
            <a:ext cx="8784000" cy="12486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90000" tIns="46800" rIns="90000" bIns="46800">
            <a:spAutoFit/>
          </a:bodyPr>
          <a:lstStyle/>
          <a:p>
            <a:pPr marL="504000" indent="-504000">
              <a:spcAft>
                <a:spcPts val="1800"/>
              </a:spcAft>
              <a:buClr>
                <a:schemeClr val="bg2"/>
              </a:buClr>
              <a:buSzPct val="100000"/>
              <a:buFont typeface="Wingdings" pitchFamily="2" charset="2"/>
              <a:buChar char="n"/>
              <a:defRPr/>
            </a:pPr>
            <a:r>
              <a:rPr lang="cs-CZ" sz="3200" dirty="0">
                <a:latin typeface="Verdana" pitchFamily="34" charset="0"/>
              </a:rPr>
              <a:t>C </a:t>
            </a:r>
            <a:r>
              <a:rPr lang="cs-CZ" sz="32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</a:rPr>
              <a:t>(</a:t>
            </a:r>
            <a:r>
              <a:rPr lang="cs-CZ" sz="32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</a:rPr>
              <a:t>Carry Flag</a:t>
            </a:r>
            <a:r>
              <a:rPr lang="cs-CZ" sz="32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</a:rPr>
              <a:t>) </a:t>
            </a:r>
            <a:r>
              <a:rPr lang="cs-CZ" sz="3200" b="0" dirty="0">
                <a:latin typeface="Verdana" pitchFamily="34" charset="0"/>
              </a:rPr>
              <a:t>- přetečení</a:t>
            </a:r>
          </a:p>
          <a:p>
            <a:pPr marL="504000" indent="-504000">
              <a:spcBef>
                <a:spcPts val="0"/>
              </a:spcBef>
              <a:spcAft>
                <a:spcPts val="600"/>
              </a:spcAft>
              <a:buClr>
                <a:srgbClr val="0066FF"/>
              </a:buClr>
              <a:defRPr/>
            </a:pPr>
            <a:r>
              <a:rPr lang="cs-CZ" sz="2800" dirty="0">
                <a:latin typeface="Verdana" pitchFamily="34" charset="0"/>
              </a:rPr>
              <a:t>	Přenos</a:t>
            </a:r>
            <a:r>
              <a:rPr lang="cs-CZ" sz="2800" b="0" dirty="0">
                <a:latin typeface="Verdana" pitchFamily="34" charset="0"/>
              </a:rPr>
              <a:t> při aritmetické operaci nebo posunu</a:t>
            </a:r>
          </a:p>
        </p:txBody>
      </p:sp>
      <p:sp>
        <p:nvSpPr>
          <p:cNvPr id="35" name="AutoShape 144"/>
          <p:cNvSpPr>
            <a:spLocks noChangeArrowheads="1"/>
          </p:cNvSpPr>
          <p:nvPr/>
        </p:nvSpPr>
        <p:spPr bwMode="auto">
          <a:xfrm>
            <a:off x="500036" y="5357826"/>
            <a:ext cx="1643074" cy="714380"/>
          </a:xfrm>
          <a:prstGeom prst="wedgeRoundRectCallout">
            <a:avLst>
              <a:gd name="adj1" fmla="val 74230"/>
              <a:gd name="adj2" fmla="val -95411"/>
              <a:gd name="adj3" fmla="val 16667"/>
            </a:avLst>
          </a:prstGeom>
          <a:noFill/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/>
          <a:lstStyle/>
          <a:p>
            <a:pPr algn="ctr"/>
            <a:r>
              <a:rPr lang="cs-CZ" sz="4000" b="1" dirty="0">
                <a:latin typeface="Consolas" panose="020B0609020204030204" pitchFamily="49" charset="0"/>
              </a:rPr>
              <a:t>C=1</a:t>
            </a:r>
          </a:p>
        </p:txBody>
      </p:sp>
      <p:sp>
        <p:nvSpPr>
          <p:cNvPr id="54" name="Rectangle 133"/>
          <p:cNvSpPr>
            <a:spLocks noChangeArrowheads="1"/>
          </p:cNvSpPr>
          <p:nvPr/>
        </p:nvSpPr>
        <p:spPr bwMode="auto">
          <a:xfrm>
            <a:off x="3240000" y="3960008"/>
            <a:ext cx="540000" cy="612000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/>
          <a:p>
            <a:pPr algn="ctr" eaLnBrk="1" hangingPunct="1"/>
            <a:r>
              <a:rPr lang="cs-CZ" sz="4000" b="1" dirty="0">
                <a:latin typeface="Arial" charset="0"/>
              </a:rPr>
              <a:t>+</a:t>
            </a:r>
          </a:p>
        </p:txBody>
      </p:sp>
      <p:sp>
        <p:nvSpPr>
          <p:cNvPr id="55" name="Line 143"/>
          <p:cNvSpPr>
            <a:spLocks noChangeShapeType="1"/>
          </p:cNvSpPr>
          <p:nvPr/>
        </p:nvSpPr>
        <p:spPr bwMode="auto">
          <a:xfrm flipH="1">
            <a:off x="3454467" y="4986000"/>
            <a:ext cx="325541" cy="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 type="none" w="sm" len="sm"/>
            <a:tailEnd type="triangle" w="sm" len="sm"/>
          </a:ln>
        </p:spPr>
        <p:txBody>
          <a:bodyPr/>
          <a:lstStyle/>
          <a:p>
            <a:endParaRPr lang="cs-CZ"/>
          </a:p>
        </p:txBody>
      </p:sp>
      <p:sp>
        <p:nvSpPr>
          <p:cNvPr id="56" name="Rectangle 133"/>
          <p:cNvSpPr>
            <a:spLocks noChangeArrowheads="1"/>
          </p:cNvSpPr>
          <p:nvPr/>
        </p:nvSpPr>
        <p:spPr bwMode="auto">
          <a:xfrm>
            <a:off x="2700000" y="4680008"/>
            <a:ext cx="540000" cy="612000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/>
          <a:p>
            <a:pPr algn="ctr" eaLnBrk="1" hangingPunct="1"/>
            <a:r>
              <a:rPr lang="cs-CZ" sz="4000" b="1" dirty="0">
                <a:solidFill>
                  <a:schemeClr val="bg1"/>
                </a:solidFill>
                <a:latin typeface="Consolas" panose="020B0609020204030204" pitchFamily="49" charset="0"/>
              </a:rPr>
              <a:t>1</a:t>
            </a:r>
          </a:p>
        </p:txBody>
      </p:sp>
      <p:sp>
        <p:nvSpPr>
          <p:cNvPr id="34" name="Rectangle 2"/>
          <p:cNvSpPr>
            <a:spLocks noGrp="1" noChangeArrowheads="1"/>
          </p:cNvSpPr>
          <p:nvPr>
            <p:ph type="title"/>
          </p:nvPr>
        </p:nvSpPr>
        <p:spPr>
          <a:xfrm>
            <a:off x="720000" y="72000"/>
            <a:ext cx="7772400" cy="400110"/>
          </a:xfrm>
          <a:noFill/>
          <a:ln/>
        </p:spPr>
        <p:txBody>
          <a:bodyPr>
            <a:spAutoFit/>
          </a:bodyPr>
          <a:lstStyle/>
          <a:p>
            <a:pPr lvl="0">
              <a:defRPr/>
            </a:pPr>
            <a:r>
              <a:rPr lang="cs-CZ" sz="20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ea typeface="+mn-ea"/>
                <a:cs typeface="+mn-cs"/>
              </a:rPr>
              <a:t>Registr SREG</a:t>
            </a:r>
          </a:p>
        </p:txBody>
      </p:sp>
      <p:graphicFrame>
        <p:nvGraphicFramePr>
          <p:cNvPr id="13" name="Tabulka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81723258"/>
              </p:ext>
            </p:extLst>
          </p:nvPr>
        </p:nvGraphicFramePr>
        <p:xfrm>
          <a:off x="3960000" y="4680008"/>
          <a:ext cx="4320000" cy="61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612000">
                <a:tc>
                  <a:txBody>
                    <a:bodyPr/>
                    <a:lstStyle/>
                    <a:p>
                      <a:pPr algn="ctr"/>
                      <a:r>
                        <a:rPr lang="cs-CZ" sz="32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 sz="32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 sz="32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 sz="32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 sz="32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 sz="32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 sz="32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 sz="32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6" name="Tabulka 3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06604267"/>
              </p:ext>
            </p:extLst>
          </p:nvPr>
        </p:nvGraphicFramePr>
        <p:xfrm>
          <a:off x="3960000" y="3240003"/>
          <a:ext cx="4320000" cy="61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612000">
                <a:tc>
                  <a:txBody>
                    <a:bodyPr/>
                    <a:lstStyle/>
                    <a:p>
                      <a:pPr algn="ctr"/>
                      <a:r>
                        <a:rPr lang="cs-CZ" sz="32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 sz="32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 sz="32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 sz="32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 sz="32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 sz="32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 sz="32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 sz="32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5" name="Tabulka 4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11704186"/>
              </p:ext>
            </p:extLst>
          </p:nvPr>
        </p:nvGraphicFramePr>
        <p:xfrm>
          <a:off x="3960000" y="3960008"/>
          <a:ext cx="4320000" cy="61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612000">
                <a:tc>
                  <a:txBody>
                    <a:bodyPr/>
                    <a:lstStyle/>
                    <a:p>
                      <a:pPr algn="ctr"/>
                      <a:r>
                        <a:rPr lang="cs-CZ" sz="32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 sz="32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 sz="32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 sz="32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 sz="32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 sz="32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 sz="32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 sz="32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6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latin typeface="Arial Black" pitchFamily="34" charset="0"/>
            </a:endParaRPr>
          </a:p>
        </p:txBody>
      </p:sp>
      <p:sp>
        <p:nvSpPr>
          <p:cNvPr id="17" name="Zástupný symbol pro číslo snímku 5"/>
          <p:cNvSpPr txBox="1">
            <a:spLocks/>
          </p:cNvSpPr>
          <p:nvPr/>
        </p:nvSpPr>
        <p:spPr bwMode="auto">
          <a:xfrm>
            <a:off x="6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39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18" name="Tlačítko akce: Vlastní 17">
            <a:hlinkClick r:id="" action="ppaction://hlinkshowjump?jump=nextslide" highlightClick="1"/>
          </p:cNvPr>
          <p:cNvSpPr/>
          <p:nvPr/>
        </p:nvSpPr>
        <p:spPr>
          <a:xfrm>
            <a:off x="6840008" y="6300008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19" name="Tlačítko akce: Vlastní 18">
            <a:hlinkClick r:id="" action="ppaction://hlinkshowjump?jump=previousslide" highlightClick="1"/>
          </p:cNvPr>
          <p:cNvSpPr/>
          <p:nvPr/>
        </p:nvSpPr>
        <p:spPr>
          <a:xfrm>
            <a:off x="5760007" y="6300008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20" name="Tlačítko akce: Vlastní 19">
            <a:hlinkClick r:id="rId3" action="ppaction://hlinksldjump" highlightClick="1"/>
          </p:cNvPr>
          <p:cNvSpPr/>
          <p:nvPr/>
        </p:nvSpPr>
        <p:spPr>
          <a:xfrm>
            <a:off x="7920007" y="6300008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</p:spTree>
    <p:extLst>
      <p:ext uri="{BB962C8B-B14F-4D97-AF65-F5344CB8AC3E}">
        <p14:creationId xmlns:p14="http://schemas.microsoft.com/office/powerpoint/2010/main" val="26823109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96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9396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 animBg="1"/>
      <p:bldP spid="54" grpId="0" animBg="1"/>
      <p:bldP spid="55" grpId="0" animBg="1"/>
      <p:bldP spid="56" grpId="0" animBg="1"/>
      <p:bldP spid="16" grpId="0" animBg="1"/>
      <p:bldP spid="17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Box 66"/>
          <p:cNvSpPr txBox="1">
            <a:spLocks noChangeArrowheads="1"/>
          </p:cNvSpPr>
          <p:nvPr/>
        </p:nvSpPr>
        <p:spPr bwMode="auto">
          <a:xfrm>
            <a:off x="540000" y="4680000"/>
            <a:ext cx="8100000" cy="1225290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square" lIns="90000" tIns="180000" rIns="90000" bIns="180000">
            <a:spAutoFit/>
          </a:bodyPr>
          <a:lstStyle/>
          <a:p>
            <a:pPr eaLnBrk="1" hangingPunct="1">
              <a:defRPr/>
            </a:pPr>
            <a:r>
              <a:rPr lang="en-US" sz="2800" b="0" dirty="0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cs-CZ" sz="2800" dirty="0">
                <a:solidFill>
                  <a:srgbClr val="0000FF"/>
                </a:solidFill>
                <a:latin typeface="Consolas"/>
              </a:rPr>
              <a:t>ADD </a:t>
            </a:r>
            <a:r>
              <a:rPr lang="cs-CZ" sz="2800" dirty="0">
                <a:latin typeface="Consolas" panose="020B0609020204030204" pitchFamily="49" charset="0"/>
                <a:cs typeface="Consolas" panose="020B0609020204030204" pitchFamily="49" charset="0"/>
              </a:rPr>
              <a:t>R30</a:t>
            </a:r>
            <a:r>
              <a:rPr 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r>
              <a:rPr lang="cs-CZ" sz="2800" dirty="0">
                <a:latin typeface="Consolas" panose="020B0609020204030204" pitchFamily="49" charset="0"/>
                <a:cs typeface="Consolas" panose="020B0609020204030204" pitchFamily="49" charset="0"/>
              </a:rPr>
              <a:t>R28 </a:t>
            </a:r>
            <a:r>
              <a:rPr lang="cs-CZ" sz="2800" dirty="0">
                <a:solidFill>
                  <a:srgbClr val="008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R30+R28-</a:t>
            </a:r>
            <a:r>
              <a:rPr lang="en-US" sz="2800" dirty="0">
                <a:solidFill>
                  <a:srgbClr val="008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&gt;R30</a:t>
            </a:r>
          </a:p>
          <a:p>
            <a:pPr eaLnBrk="1" hangingPunct="1">
              <a:spcAft>
                <a:spcPts val="1200"/>
              </a:spcAft>
              <a:defRPr/>
            </a:pPr>
            <a:r>
              <a:rPr lang="en-US" sz="2800" b="0" dirty="0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cs-CZ" sz="2800" dirty="0">
                <a:solidFill>
                  <a:srgbClr val="0000FF"/>
                </a:solidFill>
                <a:latin typeface="Consolas"/>
              </a:rPr>
              <a:t>ADC </a:t>
            </a:r>
            <a:r>
              <a:rPr lang="cs-CZ" sz="2800" dirty="0">
                <a:latin typeface="Consolas" panose="020B0609020204030204" pitchFamily="49" charset="0"/>
                <a:cs typeface="Consolas" panose="020B0609020204030204" pitchFamily="49" charset="0"/>
              </a:rPr>
              <a:t>R31</a:t>
            </a:r>
            <a:r>
              <a:rPr 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r>
              <a:rPr lang="cs-CZ" sz="2800" dirty="0">
                <a:latin typeface="Consolas" panose="020B0609020204030204" pitchFamily="49" charset="0"/>
                <a:cs typeface="Consolas" panose="020B0609020204030204" pitchFamily="49" charset="0"/>
              </a:rPr>
              <a:t>R29</a:t>
            </a:r>
            <a:r>
              <a:rPr 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cs-CZ" sz="2800" dirty="0">
                <a:solidFill>
                  <a:srgbClr val="008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R3</a:t>
            </a:r>
            <a:r>
              <a:rPr lang="en-US" sz="2800" dirty="0">
                <a:solidFill>
                  <a:srgbClr val="008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  <a:r>
              <a:rPr lang="cs-CZ" sz="2800" dirty="0">
                <a:solidFill>
                  <a:srgbClr val="008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+R2</a:t>
            </a:r>
            <a:r>
              <a:rPr lang="en-US" sz="2800" dirty="0">
                <a:solidFill>
                  <a:srgbClr val="008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9+C</a:t>
            </a:r>
            <a:r>
              <a:rPr lang="cs-CZ" sz="2800" dirty="0">
                <a:solidFill>
                  <a:srgbClr val="008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-</a:t>
            </a:r>
            <a:r>
              <a:rPr lang="en-US" sz="2800" dirty="0">
                <a:solidFill>
                  <a:srgbClr val="008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&gt;R31</a:t>
            </a:r>
            <a:endParaRPr lang="cs-CZ" sz="28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2" name="Rectangle 2"/>
          <p:cNvSpPr>
            <a:spLocks noGrp="1" noChangeArrowheads="1"/>
          </p:cNvSpPr>
          <p:nvPr>
            <p:ph type="title"/>
          </p:nvPr>
        </p:nvSpPr>
        <p:spPr>
          <a:xfrm>
            <a:off x="720000" y="72000"/>
            <a:ext cx="7772400" cy="400110"/>
          </a:xfrm>
          <a:noFill/>
          <a:ln/>
        </p:spPr>
        <p:txBody>
          <a:bodyPr>
            <a:spAutoFit/>
          </a:bodyPr>
          <a:lstStyle/>
          <a:p>
            <a:pPr lvl="0">
              <a:defRPr/>
            </a:pPr>
            <a:r>
              <a:rPr lang="cs-CZ" sz="20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ea typeface="+mn-ea"/>
                <a:cs typeface="+mn-cs"/>
              </a:rPr>
              <a:t>Registr SREG</a:t>
            </a:r>
          </a:p>
        </p:txBody>
      </p:sp>
      <p:sp>
        <p:nvSpPr>
          <p:cNvPr id="13" name="Text Box 73"/>
          <p:cNvSpPr txBox="1">
            <a:spLocks noChangeArrowheads="1"/>
          </p:cNvSpPr>
          <p:nvPr/>
        </p:nvSpPr>
        <p:spPr bwMode="auto">
          <a:xfrm>
            <a:off x="360007" y="1080000"/>
            <a:ext cx="8784000" cy="13563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90000" tIns="46800" rIns="90000" bIns="46800">
            <a:spAutoFit/>
          </a:bodyPr>
          <a:lstStyle/>
          <a:p>
            <a:pPr marL="504000" indent="-504000">
              <a:spcAft>
                <a:spcPts val="1200"/>
              </a:spcAft>
              <a:buClr>
                <a:schemeClr val="bg2"/>
              </a:buClr>
              <a:buSzPct val="100000"/>
              <a:buFont typeface="Wingdings" pitchFamily="2" charset="2"/>
              <a:buChar char="n"/>
              <a:defRPr/>
            </a:pPr>
            <a:r>
              <a:rPr lang="cs-CZ" sz="3200" dirty="0">
                <a:latin typeface="Verdana" pitchFamily="34" charset="0"/>
              </a:rPr>
              <a:t>Příklad</a:t>
            </a:r>
          </a:p>
          <a:p>
            <a:pPr marL="504000" indent="-504000">
              <a:spcBef>
                <a:spcPts val="0"/>
              </a:spcBef>
              <a:spcAft>
                <a:spcPts val="600"/>
              </a:spcAft>
              <a:buClr>
                <a:srgbClr val="0066FF"/>
              </a:buClr>
              <a:defRPr/>
            </a:pPr>
            <a:r>
              <a:rPr lang="cs-CZ" sz="2000" dirty="0">
                <a:latin typeface="Verdana" pitchFamily="34" charset="0"/>
              </a:rPr>
              <a:t>	</a:t>
            </a:r>
            <a:r>
              <a:rPr lang="cs-CZ" sz="2000" b="0" dirty="0">
                <a:latin typeface="Verdana" pitchFamily="34" charset="0"/>
              </a:rPr>
              <a:t>Sečtete dvě 16-bitová čísla, první číslo je v registrech </a:t>
            </a:r>
            <a:r>
              <a:rPr lang="cs-CZ" sz="2000" dirty="0">
                <a:latin typeface="Consolas" panose="020B0609020204030204" pitchFamily="49" charset="0"/>
              </a:rPr>
              <a:t>R31,R30 </a:t>
            </a:r>
            <a:r>
              <a:rPr lang="cs-CZ" sz="2000" b="0" dirty="0">
                <a:latin typeface="Verdana" pitchFamily="34" charset="0"/>
              </a:rPr>
              <a:t>a druhé  v </a:t>
            </a:r>
            <a:r>
              <a:rPr lang="cs-CZ" sz="2000" dirty="0">
                <a:latin typeface="Consolas" panose="020B0609020204030204" pitchFamily="49" charset="0"/>
              </a:rPr>
              <a:t>R29,R28</a:t>
            </a:r>
            <a:r>
              <a:rPr lang="cs-CZ" sz="2000" b="0" dirty="0">
                <a:latin typeface="Verdana" pitchFamily="34" charset="0"/>
              </a:rPr>
              <a:t>. Výsledek bude v </a:t>
            </a:r>
            <a:r>
              <a:rPr lang="cs-CZ" sz="2000" dirty="0">
                <a:latin typeface="Consolas" panose="020B0609020204030204" pitchFamily="49" charset="0"/>
              </a:rPr>
              <a:t>R31,R30</a:t>
            </a:r>
          </a:p>
        </p:txBody>
      </p:sp>
      <p:sp>
        <p:nvSpPr>
          <p:cNvPr id="14" name="Rectangle 8"/>
          <p:cNvSpPr>
            <a:spLocks noChangeArrowheads="1"/>
          </p:cNvSpPr>
          <p:nvPr/>
        </p:nvSpPr>
        <p:spPr bwMode="auto">
          <a:xfrm>
            <a:off x="4428000" y="2556007"/>
            <a:ext cx="2159000" cy="360000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/>
          <a:p>
            <a:pPr algn="ctr" eaLnBrk="1" hangingPunct="1"/>
            <a:r>
              <a:rPr lang="cs-CZ" sz="2000" b="1" dirty="0">
                <a:latin typeface="Consolas" panose="020B0609020204030204" pitchFamily="49" charset="0"/>
              </a:rPr>
              <a:t>R30</a:t>
            </a:r>
          </a:p>
        </p:txBody>
      </p:sp>
      <p:sp>
        <p:nvSpPr>
          <p:cNvPr id="15" name="Rectangle 8"/>
          <p:cNvSpPr>
            <a:spLocks noChangeArrowheads="1"/>
          </p:cNvSpPr>
          <p:nvPr/>
        </p:nvSpPr>
        <p:spPr bwMode="auto">
          <a:xfrm>
            <a:off x="1368000" y="2556007"/>
            <a:ext cx="2159000" cy="360000"/>
          </a:xfrm>
          <a:prstGeom prst="rect">
            <a:avLst/>
          </a:prstGeom>
          <a:solidFill>
            <a:srgbClr val="CC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/>
          <a:p>
            <a:pPr algn="ctr" eaLnBrk="1" hangingPunct="1"/>
            <a:r>
              <a:rPr lang="cs-CZ" sz="2000" b="1" dirty="0">
                <a:latin typeface="Consolas" panose="020B0609020204030204" pitchFamily="49" charset="0"/>
              </a:rPr>
              <a:t>R31</a:t>
            </a:r>
          </a:p>
        </p:txBody>
      </p:sp>
      <p:sp>
        <p:nvSpPr>
          <p:cNvPr id="16" name="Rectangle 8"/>
          <p:cNvSpPr>
            <a:spLocks noChangeArrowheads="1"/>
          </p:cNvSpPr>
          <p:nvPr/>
        </p:nvSpPr>
        <p:spPr bwMode="auto">
          <a:xfrm>
            <a:off x="4428000" y="3060008"/>
            <a:ext cx="2159000" cy="360000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/>
          <a:p>
            <a:pPr algn="ctr" eaLnBrk="1" hangingPunct="1"/>
            <a:r>
              <a:rPr lang="cs-CZ" sz="2000" b="1" dirty="0">
                <a:latin typeface="Consolas" panose="020B0609020204030204" pitchFamily="49" charset="0"/>
              </a:rPr>
              <a:t>R28</a:t>
            </a:r>
          </a:p>
        </p:txBody>
      </p:sp>
      <p:sp>
        <p:nvSpPr>
          <p:cNvPr id="17" name="Rectangle 8"/>
          <p:cNvSpPr>
            <a:spLocks noChangeArrowheads="1"/>
          </p:cNvSpPr>
          <p:nvPr/>
        </p:nvSpPr>
        <p:spPr bwMode="auto">
          <a:xfrm>
            <a:off x="1368000" y="3060008"/>
            <a:ext cx="2159000" cy="360000"/>
          </a:xfrm>
          <a:prstGeom prst="rect">
            <a:avLst/>
          </a:prstGeom>
          <a:solidFill>
            <a:srgbClr val="CC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/>
          <a:p>
            <a:pPr algn="ctr" eaLnBrk="1" hangingPunct="1"/>
            <a:r>
              <a:rPr lang="cs-CZ" sz="2000" dirty="0">
                <a:latin typeface="Consolas" panose="020B0609020204030204" pitchFamily="49" charset="0"/>
              </a:rPr>
              <a:t>R29</a:t>
            </a:r>
          </a:p>
        </p:txBody>
      </p:sp>
      <p:sp>
        <p:nvSpPr>
          <p:cNvPr id="18" name="Rectangle 133"/>
          <p:cNvSpPr>
            <a:spLocks noChangeArrowheads="1"/>
          </p:cNvSpPr>
          <p:nvPr/>
        </p:nvSpPr>
        <p:spPr bwMode="auto">
          <a:xfrm>
            <a:off x="2988000" y="3528006"/>
            <a:ext cx="540000" cy="360000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/>
          <a:p>
            <a:pPr algn="ctr" eaLnBrk="1" hangingPunct="1"/>
            <a:r>
              <a:rPr lang="cs-CZ" sz="2000" b="1" dirty="0">
                <a:solidFill>
                  <a:schemeClr val="bg1"/>
                </a:solidFill>
                <a:latin typeface="Arial" charset="0"/>
              </a:rPr>
              <a:t>C</a:t>
            </a:r>
          </a:p>
        </p:txBody>
      </p:sp>
      <p:sp>
        <p:nvSpPr>
          <p:cNvPr id="19" name="Rectangle 8"/>
          <p:cNvSpPr>
            <a:spLocks noChangeArrowheads="1"/>
          </p:cNvSpPr>
          <p:nvPr/>
        </p:nvSpPr>
        <p:spPr bwMode="auto">
          <a:xfrm>
            <a:off x="4428000" y="3960007"/>
            <a:ext cx="2159000" cy="360000"/>
          </a:xfrm>
          <a:prstGeom prst="rect">
            <a:avLst/>
          </a:prstGeom>
          <a:solidFill>
            <a:srgbClr val="FFC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/>
          <a:p>
            <a:pPr algn="ctr" eaLnBrk="1" hangingPunct="1"/>
            <a:r>
              <a:rPr lang="cs-CZ" sz="2000" b="1" dirty="0">
                <a:latin typeface="Consolas" panose="020B0609020204030204" pitchFamily="49" charset="0"/>
              </a:rPr>
              <a:t>R30</a:t>
            </a:r>
          </a:p>
        </p:txBody>
      </p:sp>
      <p:sp>
        <p:nvSpPr>
          <p:cNvPr id="20" name="Rectangle 8"/>
          <p:cNvSpPr>
            <a:spLocks noChangeArrowheads="1"/>
          </p:cNvSpPr>
          <p:nvPr/>
        </p:nvSpPr>
        <p:spPr bwMode="auto">
          <a:xfrm>
            <a:off x="1368000" y="3960007"/>
            <a:ext cx="2159000" cy="360000"/>
          </a:xfrm>
          <a:prstGeom prst="rect">
            <a:avLst/>
          </a:prstGeom>
          <a:solidFill>
            <a:srgbClr val="FFCC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/>
          <a:p>
            <a:pPr algn="ctr" eaLnBrk="1" hangingPunct="1"/>
            <a:r>
              <a:rPr lang="cs-CZ" sz="2000" b="1" dirty="0">
                <a:latin typeface="Consolas" panose="020B0609020204030204" pitchFamily="49" charset="0"/>
              </a:rPr>
              <a:t>R31</a:t>
            </a:r>
          </a:p>
        </p:txBody>
      </p:sp>
      <p:sp>
        <p:nvSpPr>
          <p:cNvPr id="22" name="Rectangle 133"/>
          <p:cNvSpPr>
            <a:spLocks noChangeArrowheads="1"/>
          </p:cNvSpPr>
          <p:nvPr/>
        </p:nvSpPr>
        <p:spPr bwMode="auto">
          <a:xfrm>
            <a:off x="7020000" y="2556007"/>
            <a:ext cx="1440352" cy="3600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none" lIns="90000" tIns="46800" rIns="90000" bIns="46800" anchor="ctr"/>
          <a:lstStyle/>
          <a:p>
            <a:pPr algn="ctr" eaLnBrk="1" hangingPunct="1"/>
            <a:r>
              <a:rPr lang="cs-CZ" sz="2000" b="1" dirty="0">
                <a:solidFill>
                  <a:srgbClr val="FF0000"/>
                </a:solidFill>
                <a:latin typeface="Arial" charset="0"/>
              </a:rPr>
              <a:t>1.číslo</a:t>
            </a:r>
          </a:p>
        </p:txBody>
      </p:sp>
      <p:sp>
        <p:nvSpPr>
          <p:cNvPr id="23" name="Rectangle 133"/>
          <p:cNvSpPr>
            <a:spLocks noChangeArrowheads="1"/>
          </p:cNvSpPr>
          <p:nvPr/>
        </p:nvSpPr>
        <p:spPr bwMode="auto">
          <a:xfrm>
            <a:off x="7020080" y="3060008"/>
            <a:ext cx="1440352" cy="3600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none" lIns="90000" tIns="46800" rIns="90000" bIns="46800" anchor="ctr"/>
          <a:lstStyle/>
          <a:p>
            <a:pPr algn="ctr" eaLnBrk="1" hangingPunct="1"/>
            <a:r>
              <a:rPr lang="cs-CZ" sz="2000" b="1" dirty="0">
                <a:solidFill>
                  <a:srgbClr val="FF0000"/>
                </a:solidFill>
                <a:latin typeface="Arial" charset="0"/>
              </a:rPr>
              <a:t>2.číslo</a:t>
            </a:r>
          </a:p>
        </p:txBody>
      </p:sp>
      <p:sp>
        <p:nvSpPr>
          <p:cNvPr id="24" name="Rectangle 133"/>
          <p:cNvSpPr>
            <a:spLocks noChangeArrowheads="1"/>
          </p:cNvSpPr>
          <p:nvPr/>
        </p:nvSpPr>
        <p:spPr bwMode="auto">
          <a:xfrm>
            <a:off x="7020000" y="3960007"/>
            <a:ext cx="1440352" cy="3600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none" lIns="90000" tIns="46800" rIns="90000" bIns="46800" anchor="ctr"/>
          <a:lstStyle/>
          <a:p>
            <a:pPr algn="ctr" eaLnBrk="1" hangingPunct="1"/>
            <a:r>
              <a:rPr lang="cs-CZ" sz="2000" b="1" dirty="0">
                <a:solidFill>
                  <a:srgbClr val="FF0000"/>
                </a:solidFill>
                <a:latin typeface="Arial" charset="0"/>
              </a:rPr>
              <a:t>výsledek</a:t>
            </a:r>
          </a:p>
        </p:txBody>
      </p:sp>
      <p:sp>
        <p:nvSpPr>
          <p:cNvPr id="25" name="Rectangle 133"/>
          <p:cNvSpPr>
            <a:spLocks noChangeArrowheads="1"/>
          </p:cNvSpPr>
          <p:nvPr/>
        </p:nvSpPr>
        <p:spPr bwMode="auto">
          <a:xfrm>
            <a:off x="3780000" y="3060008"/>
            <a:ext cx="540000" cy="360000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/>
          <a:p>
            <a:pPr algn="ctr" eaLnBrk="1" hangingPunct="1"/>
            <a:r>
              <a:rPr lang="cs-CZ" sz="2000" b="1" dirty="0">
                <a:solidFill>
                  <a:schemeClr val="bg1"/>
                </a:solidFill>
                <a:latin typeface="Arial" charset="0"/>
              </a:rPr>
              <a:t>+</a:t>
            </a:r>
          </a:p>
        </p:txBody>
      </p:sp>
      <p:sp>
        <p:nvSpPr>
          <p:cNvPr id="26" name="Rectangle 133"/>
          <p:cNvSpPr>
            <a:spLocks noChangeArrowheads="1"/>
          </p:cNvSpPr>
          <p:nvPr/>
        </p:nvSpPr>
        <p:spPr bwMode="auto">
          <a:xfrm>
            <a:off x="720000" y="3060008"/>
            <a:ext cx="540000" cy="360000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/>
          <a:p>
            <a:pPr algn="ctr" eaLnBrk="1" hangingPunct="1"/>
            <a:r>
              <a:rPr lang="cs-CZ" sz="2000" b="1" dirty="0">
                <a:solidFill>
                  <a:schemeClr val="bg1"/>
                </a:solidFill>
                <a:latin typeface="Arial" charset="0"/>
              </a:rPr>
              <a:t>+</a:t>
            </a:r>
          </a:p>
        </p:txBody>
      </p:sp>
      <p:sp>
        <p:nvSpPr>
          <p:cNvPr id="27" name="Rectangle 133"/>
          <p:cNvSpPr>
            <a:spLocks noChangeArrowheads="1"/>
          </p:cNvSpPr>
          <p:nvPr/>
        </p:nvSpPr>
        <p:spPr bwMode="auto">
          <a:xfrm>
            <a:off x="720000" y="3528006"/>
            <a:ext cx="540000" cy="360000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/>
          <a:p>
            <a:pPr algn="ctr" eaLnBrk="1" hangingPunct="1"/>
            <a:r>
              <a:rPr lang="cs-CZ" sz="2000" b="1" dirty="0">
                <a:solidFill>
                  <a:schemeClr val="bg1"/>
                </a:solidFill>
                <a:latin typeface="Arial" charset="0"/>
              </a:rPr>
              <a:t>+</a:t>
            </a:r>
          </a:p>
        </p:txBody>
      </p:sp>
      <p:sp>
        <p:nvSpPr>
          <p:cNvPr id="28" name="Tlačítko akce: Vlastní 27">
            <a:hlinkClick r:id="" action="ppaction://hlinkshowjump?jump=nextslide" highlightClick="1"/>
          </p:cNvPr>
          <p:cNvSpPr/>
          <p:nvPr/>
        </p:nvSpPr>
        <p:spPr>
          <a:xfrm>
            <a:off x="6840008" y="6300008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29" name="Tlačítko akce: Vlastní 28">
            <a:hlinkClick r:id="" action="ppaction://hlinkshowjump?jump=previousslide" highlightClick="1"/>
          </p:cNvPr>
          <p:cNvSpPr/>
          <p:nvPr/>
        </p:nvSpPr>
        <p:spPr>
          <a:xfrm>
            <a:off x="5760007" y="6300008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30" name="Tlačítko akce: Vlastní 29">
            <a:hlinkClick r:id="rId3" action="ppaction://hlinksldjump" highlightClick="1"/>
          </p:cNvPr>
          <p:cNvSpPr/>
          <p:nvPr/>
        </p:nvSpPr>
        <p:spPr>
          <a:xfrm>
            <a:off x="7920007" y="6300008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31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latin typeface="Arial Black" pitchFamily="34" charset="0"/>
            </a:endParaRPr>
          </a:p>
        </p:txBody>
      </p:sp>
      <p:sp>
        <p:nvSpPr>
          <p:cNvPr id="32" name="Zástupný symbol pro číslo snímku 5"/>
          <p:cNvSpPr txBox="1">
            <a:spLocks/>
          </p:cNvSpPr>
          <p:nvPr/>
        </p:nvSpPr>
        <p:spPr bwMode="auto">
          <a:xfrm>
            <a:off x="6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40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cxnSp>
        <p:nvCxnSpPr>
          <p:cNvPr id="3" name="Přímá spojnice 2"/>
          <p:cNvCxnSpPr/>
          <p:nvPr/>
        </p:nvCxnSpPr>
        <p:spPr>
          <a:xfrm>
            <a:off x="683568" y="3474000"/>
            <a:ext cx="7920000" cy="0"/>
          </a:xfrm>
          <a:prstGeom prst="line">
            <a:avLst/>
          </a:prstGeom>
          <a:ln w="381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233875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6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31" grpId="0" animBg="1"/>
      <p:bldP spid="32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961" name="Text Box 73"/>
          <p:cNvSpPr txBox="1">
            <a:spLocks noChangeArrowheads="1"/>
          </p:cNvSpPr>
          <p:nvPr/>
        </p:nvSpPr>
        <p:spPr bwMode="auto">
          <a:xfrm>
            <a:off x="360007" y="1080017"/>
            <a:ext cx="8786842" cy="1679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90000" tIns="46800" rIns="90000" bIns="46800">
            <a:spAutoFit/>
          </a:bodyPr>
          <a:lstStyle/>
          <a:p>
            <a:pPr marL="504000" indent="-504000">
              <a:spcAft>
                <a:spcPts val="1800"/>
              </a:spcAft>
              <a:buClr>
                <a:schemeClr val="bg2"/>
              </a:buClr>
              <a:buSzPct val="100000"/>
              <a:buFont typeface="Wingdings" pitchFamily="2" charset="2"/>
              <a:buChar char="n"/>
              <a:defRPr/>
            </a:pPr>
            <a:r>
              <a:rPr lang="cs-CZ" sz="3200" dirty="0">
                <a:latin typeface="Verdana" pitchFamily="34" charset="0"/>
              </a:rPr>
              <a:t>Z </a:t>
            </a:r>
            <a:r>
              <a:rPr lang="cs-CZ" sz="32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</a:rPr>
              <a:t>(</a:t>
            </a:r>
            <a:r>
              <a:rPr lang="en-US" sz="32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</a:rPr>
              <a:t>Zero</a:t>
            </a:r>
            <a:r>
              <a:rPr lang="cs-CZ" sz="32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</a:rPr>
              <a:t> Flag</a:t>
            </a:r>
            <a:r>
              <a:rPr lang="cs-CZ" sz="32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</a:rPr>
              <a:t>) </a:t>
            </a:r>
            <a:r>
              <a:rPr lang="cs-CZ" sz="3200" b="0" dirty="0">
                <a:latin typeface="Verdana" pitchFamily="34" charset="0"/>
              </a:rPr>
              <a:t>– nulový výsledek</a:t>
            </a:r>
          </a:p>
          <a:p>
            <a:pPr marL="504000" indent="-504000">
              <a:spcBef>
                <a:spcPts val="0"/>
              </a:spcBef>
              <a:spcAft>
                <a:spcPts val="1800"/>
              </a:spcAft>
              <a:buClr>
                <a:srgbClr val="0066FF"/>
              </a:buClr>
              <a:defRPr/>
            </a:pPr>
            <a:r>
              <a:rPr lang="cs-CZ" sz="2800" dirty="0">
                <a:latin typeface="Verdana" pitchFamily="34" charset="0"/>
              </a:rPr>
              <a:t>	</a:t>
            </a:r>
            <a:r>
              <a:rPr lang="cs-CZ" sz="2800" b="0" dirty="0">
                <a:latin typeface="Verdana" pitchFamily="34" charset="0"/>
              </a:rPr>
              <a:t>Nastaví se v případě, že výsledek přechozí operace byl </a:t>
            </a:r>
            <a:r>
              <a:rPr lang="cs-CZ" sz="2800" dirty="0">
                <a:latin typeface="Verdana" pitchFamily="34" charset="0"/>
              </a:rPr>
              <a:t>nulový</a:t>
            </a:r>
          </a:p>
        </p:txBody>
      </p:sp>
      <p:sp>
        <p:nvSpPr>
          <p:cNvPr id="38" name="Rectangle 2"/>
          <p:cNvSpPr>
            <a:spLocks noGrp="1" noChangeArrowheads="1"/>
          </p:cNvSpPr>
          <p:nvPr>
            <p:ph type="title"/>
          </p:nvPr>
        </p:nvSpPr>
        <p:spPr>
          <a:xfrm>
            <a:off x="720000" y="72000"/>
            <a:ext cx="7772400" cy="400110"/>
          </a:xfrm>
          <a:noFill/>
          <a:ln/>
        </p:spPr>
        <p:txBody>
          <a:bodyPr>
            <a:spAutoFit/>
          </a:bodyPr>
          <a:lstStyle/>
          <a:p>
            <a:pPr lvl="0">
              <a:defRPr/>
            </a:pPr>
            <a:r>
              <a:rPr lang="cs-CZ" sz="20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ea typeface="+mn-ea"/>
                <a:cs typeface="+mn-cs"/>
              </a:rPr>
              <a:t>Registr </a:t>
            </a:r>
            <a:r>
              <a:rPr lang="cs-CZ" sz="20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</a:rPr>
              <a:t>SREG</a:t>
            </a:r>
            <a:endParaRPr lang="cs-CZ" sz="2000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 pitchFamily="34" charset="0"/>
              <a:ea typeface="+mn-ea"/>
              <a:cs typeface="+mn-cs"/>
            </a:endParaRPr>
          </a:p>
        </p:txBody>
      </p:sp>
      <p:sp>
        <p:nvSpPr>
          <p:cNvPr id="9" name="Tlačítko akce: Vlastní 8">
            <a:hlinkClick r:id="" action="ppaction://hlinkshowjump?jump=nextslide" highlightClick="1"/>
          </p:cNvPr>
          <p:cNvSpPr/>
          <p:nvPr/>
        </p:nvSpPr>
        <p:spPr>
          <a:xfrm>
            <a:off x="6840008" y="6300008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10" name="Tlačítko akce: Vlastní 9">
            <a:hlinkClick r:id="" action="ppaction://hlinkshowjump?jump=previousslide" highlightClick="1"/>
          </p:cNvPr>
          <p:cNvSpPr/>
          <p:nvPr/>
        </p:nvSpPr>
        <p:spPr>
          <a:xfrm>
            <a:off x="5760007" y="6300008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11" name="Tlačítko akce: Vlastní 10">
            <a:hlinkClick r:id="rId3" action="ppaction://hlinksldjump" highlightClick="1"/>
          </p:cNvPr>
          <p:cNvSpPr/>
          <p:nvPr/>
        </p:nvSpPr>
        <p:spPr>
          <a:xfrm>
            <a:off x="7920007" y="6300008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12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latin typeface="Arial Black" pitchFamily="34" charset="0"/>
            </a:endParaRPr>
          </a:p>
        </p:txBody>
      </p:sp>
      <p:sp>
        <p:nvSpPr>
          <p:cNvPr id="13" name="Zástupný symbol pro číslo snímku 5"/>
          <p:cNvSpPr txBox="1">
            <a:spLocks/>
          </p:cNvSpPr>
          <p:nvPr/>
        </p:nvSpPr>
        <p:spPr bwMode="auto">
          <a:xfrm>
            <a:off x="6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41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14" name="Text Box 66"/>
          <p:cNvSpPr txBox="1">
            <a:spLocks noChangeArrowheads="1"/>
          </p:cNvSpPr>
          <p:nvPr/>
        </p:nvSpPr>
        <p:spPr bwMode="auto">
          <a:xfrm>
            <a:off x="540000" y="3312000"/>
            <a:ext cx="8100000" cy="1225290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square" lIns="90000" tIns="180000" rIns="90000" bIns="180000">
            <a:spAutoFit/>
          </a:bodyPr>
          <a:lstStyle/>
          <a:p>
            <a:pPr eaLnBrk="1" hangingPunct="1">
              <a:defRPr/>
            </a:pPr>
            <a:r>
              <a:rPr lang="cs-CZ" sz="2800" b="0" dirty="0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cs-CZ" sz="2800" dirty="0">
                <a:solidFill>
                  <a:srgbClr val="0000FF"/>
                </a:solidFill>
                <a:latin typeface="Consolas"/>
              </a:rPr>
              <a:t>LDI	</a:t>
            </a:r>
            <a:r>
              <a:rPr lang="cs-CZ" sz="2800" dirty="0">
                <a:latin typeface="Consolas" panose="020B0609020204030204" pitchFamily="49" charset="0"/>
                <a:cs typeface="Consolas" panose="020B0609020204030204" pitchFamily="49" charset="0"/>
              </a:rPr>
              <a:t>R16,200</a:t>
            </a:r>
            <a:r>
              <a:rPr lang="en-US" sz="2800" b="0" dirty="0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endParaRPr lang="cs-CZ" sz="2800" b="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eaLnBrk="1" hangingPunct="1">
              <a:defRPr/>
            </a:pPr>
            <a:r>
              <a:rPr lang="cs-CZ" sz="2800" dirty="0">
                <a:solidFill>
                  <a:srgbClr val="0000FF"/>
                </a:solidFill>
                <a:latin typeface="Consolas"/>
              </a:rPr>
              <a:t>	SUBI	</a:t>
            </a:r>
            <a:r>
              <a:rPr lang="cs-CZ" sz="2800" dirty="0">
                <a:latin typeface="Consolas" panose="020B0609020204030204" pitchFamily="49" charset="0"/>
                <a:cs typeface="Consolas" panose="020B0609020204030204" pitchFamily="49" charset="0"/>
              </a:rPr>
              <a:t>R16,200</a:t>
            </a:r>
            <a:r>
              <a:rPr lang="cs-CZ" sz="2800" dirty="0">
                <a:solidFill>
                  <a:srgbClr val="0000FF"/>
                </a:solidFill>
                <a:latin typeface="Consolas"/>
              </a:rPr>
              <a:t>	</a:t>
            </a:r>
            <a:r>
              <a:rPr lang="cs-CZ" sz="2800" dirty="0">
                <a:solidFill>
                  <a:srgbClr val="008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R16=200-200 Z=1</a:t>
            </a:r>
            <a:endParaRPr lang="en-US" sz="2800" dirty="0">
              <a:solidFill>
                <a:srgbClr val="008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5" name="Text Box 73"/>
          <p:cNvSpPr txBox="1">
            <a:spLocks noChangeArrowheads="1"/>
          </p:cNvSpPr>
          <p:nvPr/>
        </p:nvSpPr>
        <p:spPr bwMode="auto">
          <a:xfrm>
            <a:off x="540000" y="2880000"/>
            <a:ext cx="3923961" cy="4022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90000" tIns="46800" rIns="90000" bIns="46800">
            <a:spAutoFit/>
          </a:bodyPr>
          <a:lstStyle/>
          <a:p>
            <a:pPr>
              <a:spcAft>
                <a:spcPts val="1200"/>
              </a:spcAft>
              <a:buClr>
                <a:schemeClr val="bg2"/>
              </a:buClr>
              <a:buSzPct val="100000"/>
              <a:defRPr/>
            </a:pPr>
            <a:r>
              <a:rPr lang="cs-CZ" sz="2000" dirty="0">
                <a:latin typeface="Verdana" pitchFamily="34" charset="0"/>
              </a:rPr>
              <a:t>Příklad</a:t>
            </a:r>
          </a:p>
        </p:txBody>
      </p:sp>
    </p:spTree>
    <p:extLst>
      <p:ext uri="{BB962C8B-B14F-4D97-AF65-F5344CB8AC3E}">
        <p14:creationId xmlns:p14="http://schemas.microsoft.com/office/powerpoint/2010/main" val="8802177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96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9396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Box 66"/>
          <p:cNvSpPr txBox="1">
            <a:spLocks noChangeArrowheads="1"/>
          </p:cNvSpPr>
          <p:nvPr/>
        </p:nvSpPr>
        <p:spPr bwMode="auto">
          <a:xfrm>
            <a:off x="540000" y="5156038"/>
            <a:ext cx="8100000" cy="1225290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square" lIns="90000" tIns="180000" rIns="90000" bIns="180000">
            <a:spAutoFit/>
          </a:bodyPr>
          <a:lstStyle/>
          <a:p>
            <a:pPr eaLnBrk="1" hangingPunct="1">
              <a:defRPr/>
            </a:pPr>
            <a:r>
              <a:rPr lang="cs-CZ" sz="2800" b="0" dirty="0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cs-CZ" sz="2800" dirty="0">
                <a:solidFill>
                  <a:srgbClr val="0000FF"/>
                </a:solidFill>
                <a:latin typeface="Consolas"/>
              </a:rPr>
              <a:t>LDI	</a:t>
            </a:r>
            <a:r>
              <a:rPr lang="cs-CZ" sz="2800" dirty="0">
                <a:latin typeface="Consolas" panose="020B0609020204030204" pitchFamily="49" charset="0"/>
                <a:cs typeface="Consolas" panose="020B0609020204030204" pitchFamily="49" charset="0"/>
              </a:rPr>
              <a:t>R16,0b01100000</a:t>
            </a:r>
            <a:r>
              <a:rPr lang="en-US" sz="2800" b="0" dirty="0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endParaRPr lang="cs-CZ" sz="2800" b="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eaLnBrk="1" hangingPunct="1">
              <a:defRPr/>
            </a:pPr>
            <a:r>
              <a:rPr lang="cs-CZ" sz="2800" dirty="0">
                <a:solidFill>
                  <a:srgbClr val="0000FF"/>
                </a:solidFill>
                <a:latin typeface="Consolas"/>
              </a:rPr>
              <a:t>	LSL	</a:t>
            </a:r>
            <a:r>
              <a:rPr lang="cs-CZ" sz="2800" dirty="0">
                <a:latin typeface="Consolas" panose="020B0609020204030204" pitchFamily="49" charset="0"/>
                <a:cs typeface="Consolas" panose="020B0609020204030204" pitchFamily="49" charset="0"/>
              </a:rPr>
              <a:t>R16</a:t>
            </a:r>
            <a:r>
              <a:rPr lang="cs-CZ" sz="2800" dirty="0">
                <a:solidFill>
                  <a:srgbClr val="0000FF"/>
                </a:solidFill>
                <a:latin typeface="Consolas"/>
              </a:rPr>
              <a:t>		</a:t>
            </a:r>
            <a:r>
              <a:rPr lang="cs-CZ" sz="2800" dirty="0">
                <a:solidFill>
                  <a:srgbClr val="008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R16=0b</a:t>
            </a:r>
            <a:r>
              <a:rPr lang="cs-CZ" sz="2800" dirty="0">
                <a:solidFill>
                  <a:schemeClr val="accent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  <a:r>
              <a:rPr lang="cs-CZ" sz="2800" dirty="0">
                <a:solidFill>
                  <a:srgbClr val="008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1000000 N=1</a:t>
            </a:r>
            <a:endParaRPr lang="en-US" sz="2800" dirty="0">
              <a:solidFill>
                <a:srgbClr val="008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293961" name="Text Box 73"/>
          <p:cNvSpPr txBox="1">
            <a:spLocks noChangeArrowheads="1"/>
          </p:cNvSpPr>
          <p:nvPr/>
        </p:nvSpPr>
        <p:spPr bwMode="auto">
          <a:xfrm>
            <a:off x="360007" y="1080017"/>
            <a:ext cx="8786842" cy="22643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90000" tIns="46800" rIns="90000" bIns="46800">
            <a:spAutoFit/>
          </a:bodyPr>
          <a:lstStyle/>
          <a:p>
            <a:pPr marL="504000" indent="-504000">
              <a:spcAft>
                <a:spcPts val="1800"/>
              </a:spcAft>
              <a:buClr>
                <a:schemeClr val="bg2"/>
              </a:buClr>
              <a:buSzPct val="100000"/>
              <a:buFont typeface="Wingdings" pitchFamily="2" charset="2"/>
              <a:buChar char="n"/>
              <a:defRPr/>
            </a:pPr>
            <a:r>
              <a:rPr lang="cs-CZ" sz="3200" dirty="0">
                <a:latin typeface="Verdana" pitchFamily="34" charset="0"/>
              </a:rPr>
              <a:t>N </a:t>
            </a:r>
            <a:r>
              <a:rPr lang="cs-CZ" sz="32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</a:rPr>
              <a:t>(</a:t>
            </a:r>
            <a:r>
              <a:rPr lang="cs-CZ" sz="32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</a:rPr>
              <a:t>Negative Flag</a:t>
            </a:r>
            <a:r>
              <a:rPr lang="cs-CZ" sz="32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</a:rPr>
              <a:t>) </a:t>
            </a:r>
            <a:r>
              <a:rPr lang="cs-CZ" sz="3200" b="0" dirty="0">
                <a:latin typeface="Verdana" pitchFamily="34" charset="0"/>
              </a:rPr>
              <a:t>– záporný výsledek</a:t>
            </a:r>
            <a:endParaRPr lang="cs-CZ" sz="3200" dirty="0">
              <a:latin typeface="Verdana" pitchFamily="34" charset="0"/>
            </a:endParaRPr>
          </a:p>
          <a:p>
            <a:pPr marL="504000" indent="-504000">
              <a:spcBef>
                <a:spcPts val="0"/>
              </a:spcBef>
              <a:spcAft>
                <a:spcPts val="1200"/>
              </a:spcAft>
              <a:buClr>
                <a:srgbClr val="0066FF"/>
              </a:buClr>
              <a:defRPr/>
            </a:pPr>
            <a:r>
              <a:rPr lang="cs-CZ" sz="2800" b="0" dirty="0">
                <a:latin typeface="Verdana" pitchFamily="34" charset="0"/>
              </a:rPr>
              <a:t>	Nastaví se v případě že výsledek matematické operace byl </a:t>
            </a:r>
            <a:r>
              <a:rPr lang="cs-CZ" sz="2800" dirty="0">
                <a:latin typeface="Verdana" pitchFamily="34" charset="0"/>
              </a:rPr>
              <a:t>záporný</a:t>
            </a:r>
            <a:r>
              <a:rPr lang="cs-CZ" sz="2800" b="0" dirty="0">
                <a:latin typeface="Verdana" pitchFamily="34" charset="0"/>
              </a:rPr>
              <a:t>;</a:t>
            </a:r>
          </a:p>
          <a:p>
            <a:pPr marL="504000" indent="-504000">
              <a:spcBef>
                <a:spcPts val="0"/>
              </a:spcBef>
              <a:spcAft>
                <a:spcPts val="1200"/>
              </a:spcAft>
              <a:buClr>
                <a:srgbClr val="0066FF"/>
              </a:buClr>
              <a:defRPr/>
            </a:pPr>
            <a:r>
              <a:rPr lang="cs-CZ" sz="2800" b="0" dirty="0">
                <a:latin typeface="Verdana" pitchFamily="34" charset="0"/>
              </a:rPr>
              <a:t>	nejvýznamnější bit = 1</a:t>
            </a:r>
          </a:p>
        </p:txBody>
      </p:sp>
      <p:sp>
        <p:nvSpPr>
          <p:cNvPr id="38" name="Rectangle 2"/>
          <p:cNvSpPr>
            <a:spLocks noGrp="1" noChangeArrowheads="1"/>
          </p:cNvSpPr>
          <p:nvPr>
            <p:ph type="title"/>
          </p:nvPr>
        </p:nvSpPr>
        <p:spPr>
          <a:xfrm>
            <a:off x="720000" y="72000"/>
            <a:ext cx="7772400" cy="400110"/>
          </a:xfrm>
          <a:noFill/>
          <a:ln/>
        </p:spPr>
        <p:txBody>
          <a:bodyPr>
            <a:spAutoFit/>
          </a:bodyPr>
          <a:lstStyle/>
          <a:p>
            <a:pPr lvl="0">
              <a:defRPr/>
            </a:pPr>
            <a:r>
              <a:rPr lang="cs-CZ" sz="20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ea typeface="+mn-ea"/>
                <a:cs typeface="+mn-cs"/>
              </a:rPr>
              <a:t>Registr </a:t>
            </a:r>
            <a:r>
              <a:rPr lang="cs-CZ" sz="20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</a:rPr>
              <a:t>SREG</a:t>
            </a:r>
            <a:endParaRPr lang="cs-CZ" sz="2000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 pitchFamily="34" charset="0"/>
              <a:ea typeface="+mn-ea"/>
              <a:cs typeface="+mn-cs"/>
            </a:endParaRPr>
          </a:p>
        </p:txBody>
      </p:sp>
      <p:sp>
        <p:nvSpPr>
          <p:cNvPr id="9" name="Tlačítko akce: Vlastní 8">
            <a:hlinkClick r:id="" action="ppaction://hlinkshowjump?jump=nextslide" highlightClick="1"/>
          </p:cNvPr>
          <p:cNvSpPr/>
          <p:nvPr/>
        </p:nvSpPr>
        <p:spPr>
          <a:xfrm>
            <a:off x="6840008" y="6300008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10" name="Tlačítko akce: Vlastní 9">
            <a:hlinkClick r:id="" action="ppaction://hlinkshowjump?jump=previousslide" highlightClick="1"/>
          </p:cNvPr>
          <p:cNvSpPr/>
          <p:nvPr/>
        </p:nvSpPr>
        <p:spPr>
          <a:xfrm>
            <a:off x="5760007" y="6300008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11" name="Tlačítko akce: Vlastní 10">
            <a:hlinkClick r:id="rId3" action="ppaction://hlinksldjump" highlightClick="1"/>
          </p:cNvPr>
          <p:cNvSpPr/>
          <p:nvPr/>
        </p:nvSpPr>
        <p:spPr>
          <a:xfrm>
            <a:off x="7920007" y="6300008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12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latin typeface="Arial Black" pitchFamily="34" charset="0"/>
            </a:endParaRPr>
          </a:p>
        </p:txBody>
      </p:sp>
      <p:sp>
        <p:nvSpPr>
          <p:cNvPr id="13" name="Zástupný symbol pro číslo snímku 5"/>
          <p:cNvSpPr txBox="1">
            <a:spLocks/>
          </p:cNvSpPr>
          <p:nvPr/>
        </p:nvSpPr>
        <p:spPr bwMode="auto">
          <a:xfrm>
            <a:off x="6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42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14" name="Text Box 73"/>
          <p:cNvSpPr txBox="1">
            <a:spLocks noChangeArrowheads="1"/>
          </p:cNvSpPr>
          <p:nvPr/>
        </p:nvSpPr>
        <p:spPr bwMode="auto">
          <a:xfrm>
            <a:off x="540000" y="3384000"/>
            <a:ext cx="3923961" cy="4022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90000" tIns="46800" rIns="90000" bIns="46800">
            <a:spAutoFit/>
          </a:bodyPr>
          <a:lstStyle/>
          <a:p>
            <a:pPr>
              <a:spcAft>
                <a:spcPts val="1200"/>
              </a:spcAft>
              <a:buClr>
                <a:schemeClr val="bg2"/>
              </a:buClr>
              <a:buSzPct val="100000"/>
              <a:defRPr/>
            </a:pPr>
            <a:r>
              <a:rPr lang="cs-CZ" sz="2000" dirty="0">
                <a:latin typeface="Verdana" pitchFamily="34" charset="0"/>
              </a:rPr>
              <a:t>Příklad</a:t>
            </a:r>
          </a:p>
        </p:txBody>
      </p:sp>
      <p:sp>
        <p:nvSpPr>
          <p:cNvPr id="15" name="Text Box 66"/>
          <p:cNvSpPr txBox="1">
            <a:spLocks noChangeArrowheads="1"/>
          </p:cNvSpPr>
          <p:nvPr/>
        </p:nvSpPr>
        <p:spPr bwMode="auto">
          <a:xfrm>
            <a:off x="540000" y="3780000"/>
            <a:ext cx="8100000" cy="1225290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square" lIns="90000" tIns="180000" rIns="90000" bIns="180000">
            <a:spAutoFit/>
          </a:bodyPr>
          <a:lstStyle/>
          <a:p>
            <a:pPr eaLnBrk="1" hangingPunct="1">
              <a:defRPr/>
            </a:pPr>
            <a:r>
              <a:rPr lang="cs-CZ" sz="2800" b="0" dirty="0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cs-CZ" sz="2800" dirty="0">
                <a:solidFill>
                  <a:srgbClr val="0000FF"/>
                </a:solidFill>
                <a:latin typeface="Consolas"/>
              </a:rPr>
              <a:t>LDI	</a:t>
            </a:r>
            <a:r>
              <a:rPr lang="cs-CZ" sz="2800" dirty="0">
                <a:latin typeface="Consolas" panose="020B0609020204030204" pitchFamily="49" charset="0"/>
                <a:cs typeface="Consolas" panose="020B0609020204030204" pitchFamily="49" charset="0"/>
              </a:rPr>
              <a:t>R16,50</a:t>
            </a:r>
            <a:r>
              <a:rPr lang="en-US" sz="2800" b="0" dirty="0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endParaRPr lang="cs-CZ" sz="2800" b="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eaLnBrk="1" hangingPunct="1">
              <a:defRPr/>
            </a:pPr>
            <a:r>
              <a:rPr lang="cs-CZ" sz="2800" dirty="0">
                <a:solidFill>
                  <a:srgbClr val="0000FF"/>
                </a:solidFill>
                <a:latin typeface="Consolas"/>
              </a:rPr>
              <a:t>	SUBI	</a:t>
            </a:r>
            <a:r>
              <a:rPr lang="cs-CZ" sz="2800" dirty="0">
                <a:latin typeface="Consolas" panose="020B0609020204030204" pitchFamily="49" charset="0"/>
                <a:cs typeface="Consolas" panose="020B0609020204030204" pitchFamily="49" charset="0"/>
              </a:rPr>
              <a:t>R16,51</a:t>
            </a:r>
            <a:r>
              <a:rPr lang="cs-CZ" sz="2800" dirty="0">
                <a:solidFill>
                  <a:srgbClr val="0000FF"/>
                </a:solidFill>
                <a:latin typeface="Consolas"/>
              </a:rPr>
              <a:t>	</a:t>
            </a:r>
            <a:r>
              <a:rPr lang="cs-CZ" sz="2800" dirty="0">
                <a:solidFill>
                  <a:srgbClr val="008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R16=0b</a:t>
            </a:r>
            <a:r>
              <a:rPr lang="cs-CZ" sz="2800" dirty="0">
                <a:solidFill>
                  <a:schemeClr val="accent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  <a:r>
              <a:rPr lang="cs-CZ" sz="2800" dirty="0">
                <a:solidFill>
                  <a:srgbClr val="008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1111111 N=1</a:t>
            </a:r>
            <a:endParaRPr lang="en-US" sz="2800" dirty="0">
              <a:solidFill>
                <a:srgbClr val="008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201046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96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9396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96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9396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500"/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961" name="Text Box 73"/>
          <p:cNvSpPr txBox="1">
            <a:spLocks noChangeArrowheads="1"/>
          </p:cNvSpPr>
          <p:nvPr/>
        </p:nvSpPr>
        <p:spPr bwMode="auto">
          <a:xfrm>
            <a:off x="360007" y="1080000"/>
            <a:ext cx="8786842" cy="12486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90000" tIns="46800" rIns="90000" bIns="46800">
            <a:spAutoFit/>
          </a:bodyPr>
          <a:lstStyle/>
          <a:p>
            <a:pPr marL="504000" indent="-504000">
              <a:spcAft>
                <a:spcPts val="1800"/>
              </a:spcAft>
              <a:buClr>
                <a:schemeClr val="bg2"/>
              </a:buClr>
              <a:buSzPct val="100000"/>
              <a:buFont typeface="Wingdings" pitchFamily="2" charset="2"/>
              <a:buChar char="n"/>
              <a:defRPr/>
            </a:pPr>
            <a:r>
              <a:rPr lang="cs-CZ" sz="3200" dirty="0">
                <a:latin typeface="Verdana" pitchFamily="34" charset="0"/>
              </a:rPr>
              <a:t>I </a:t>
            </a:r>
            <a:r>
              <a:rPr lang="cs-CZ" sz="3200" b="0" dirty="0">
                <a:latin typeface="Verdana" pitchFamily="34" charset="0"/>
              </a:rPr>
              <a:t>(</a:t>
            </a:r>
            <a:r>
              <a:rPr lang="cs-CZ" sz="32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</a:rPr>
              <a:t>Global </a:t>
            </a:r>
            <a:r>
              <a:rPr lang="cs-CZ" sz="3200" b="0" i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</a:rPr>
              <a:t>Interrupt</a:t>
            </a:r>
            <a:r>
              <a:rPr lang="cs-CZ" sz="32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</a:rPr>
              <a:t> Enable</a:t>
            </a:r>
            <a:r>
              <a:rPr lang="cs-CZ" sz="3200" b="0" dirty="0">
                <a:latin typeface="Verdana" pitchFamily="34" charset="0"/>
              </a:rPr>
              <a:t>)</a:t>
            </a:r>
          </a:p>
          <a:p>
            <a:pPr marL="504000" indent="-504000">
              <a:spcBef>
                <a:spcPts val="0"/>
              </a:spcBef>
              <a:spcAft>
                <a:spcPts val="1800"/>
              </a:spcAft>
              <a:buClr>
                <a:srgbClr val="0066FF"/>
              </a:buClr>
              <a:defRPr/>
            </a:pPr>
            <a:r>
              <a:rPr lang="cs-CZ" sz="2800" dirty="0">
                <a:latin typeface="Verdana" pitchFamily="34" charset="0"/>
              </a:rPr>
              <a:t>	</a:t>
            </a:r>
            <a:r>
              <a:rPr lang="cs-CZ" sz="2800" b="0" dirty="0">
                <a:latin typeface="Verdana" pitchFamily="34" charset="0"/>
              </a:rPr>
              <a:t>Povolení – zakázání </a:t>
            </a:r>
            <a:r>
              <a:rPr lang="cs-CZ" sz="2800" dirty="0">
                <a:latin typeface="Verdana" pitchFamily="34" charset="0"/>
              </a:rPr>
              <a:t>přerušení</a:t>
            </a:r>
          </a:p>
        </p:txBody>
      </p:sp>
      <p:sp>
        <p:nvSpPr>
          <p:cNvPr id="38" name="Rectangle 2"/>
          <p:cNvSpPr>
            <a:spLocks noGrp="1" noChangeArrowheads="1"/>
          </p:cNvSpPr>
          <p:nvPr>
            <p:ph type="title"/>
          </p:nvPr>
        </p:nvSpPr>
        <p:spPr>
          <a:xfrm>
            <a:off x="720000" y="72000"/>
            <a:ext cx="7772400" cy="400110"/>
          </a:xfrm>
          <a:noFill/>
          <a:ln/>
        </p:spPr>
        <p:txBody>
          <a:bodyPr>
            <a:spAutoFit/>
          </a:bodyPr>
          <a:lstStyle/>
          <a:p>
            <a:pPr lvl="0">
              <a:defRPr/>
            </a:pPr>
            <a:r>
              <a:rPr lang="cs-CZ" sz="20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ea typeface="+mn-ea"/>
                <a:cs typeface="+mn-cs"/>
              </a:rPr>
              <a:t>Registr </a:t>
            </a:r>
            <a:r>
              <a:rPr lang="cs-CZ" sz="20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</a:rPr>
              <a:t>SREG</a:t>
            </a:r>
            <a:endParaRPr lang="cs-CZ" sz="2000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 pitchFamily="34" charset="0"/>
              <a:ea typeface="+mn-ea"/>
              <a:cs typeface="+mn-cs"/>
            </a:endParaRPr>
          </a:p>
        </p:txBody>
      </p:sp>
      <p:sp>
        <p:nvSpPr>
          <p:cNvPr id="9" name="Tlačítko akce: Vlastní 8">
            <a:hlinkClick r:id="" action="ppaction://hlinkshowjump?jump=nextslide" highlightClick="1"/>
          </p:cNvPr>
          <p:cNvSpPr/>
          <p:nvPr/>
        </p:nvSpPr>
        <p:spPr>
          <a:xfrm>
            <a:off x="6840008" y="6300008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10" name="Tlačítko akce: Vlastní 9">
            <a:hlinkClick r:id="" action="ppaction://hlinkshowjump?jump=previousslide" highlightClick="1"/>
          </p:cNvPr>
          <p:cNvSpPr/>
          <p:nvPr/>
        </p:nvSpPr>
        <p:spPr>
          <a:xfrm>
            <a:off x="5760007" y="6300008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11" name="Tlačítko akce: Vlastní 10">
            <a:hlinkClick r:id="rId3" action="ppaction://hlinksldjump" highlightClick="1"/>
          </p:cNvPr>
          <p:cNvSpPr/>
          <p:nvPr/>
        </p:nvSpPr>
        <p:spPr>
          <a:xfrm>
            <a:off x="7920007" y="6300008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12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latin typeface="Arial Black" pitchFamily="34" charset="0"/>
            </a:endParaRPr>
          </a:p>
        </p:txBody>
      </p:sp>
      <p:sp>
        <p:nvSpPr>
          <p:cNvPr id="13" name="Zástupný symbol pro číslo snímku 5"/>
          <p:cNvSpPr txBox="1">
            <a:spLocks/>
          </p:cNvSpPr>
          <p:nvPr/>
        </p:nvSpPr>
        <p:spPr bwMode="auto">
          <a:xfrm>
            <a:off x="6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43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14" name="Text Box 66"/>
          <p:cNvSpPr txBox="1">
            <a:spLocks noChangeArrowheads="1"/>
          </p:cNvSpPr>
          <p:nvPr/>
        </p:nvSpPr>
        <p:spPr bwMode="auto">
          <a:xfrm>
            <a:off x="540000" y="2420888"/>
            <a:ext cx="8100000" cy="1225290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square" lIns="90000" tIns="180000" rIns="90000" bIns="180000">
            <a:spAutoFit/>
          </a:bodyPr>
          <a:lstStyle/>
          <a:p>
            <a:pPr eaLnBrk="1" hangingPunct="1">
              <a:defRPr/>
            </a:pPr>
            <a:r>
              <a:rPr lang="en-US" sz="2800" b="0" dirty="0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cs-CZ" sz="2800" dirty="0">
                <a:solidFill>
                  <a:srgbClr val="0000FF"/>
                </a:solidFill>
                <a:latin typeface="Consolas"/>
              </a:rPr>
              <a:t>SEI		</a:t>
            </a:r>
            <a:r>
              <a:rPr lang="cs-CZ" dirty="0">
                <a:solidFill>
                  <a:srgbClr val="008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;povolení všech přerušení I=1</a:t>
            </a:r>
            <a:endParaRPr lang="en-US" dirty="0">
              <a:solidFill>
                <a:srgbClr val="008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eaLnBrk="1" hangingPunct="1">
              <a:spcAft>
                <a:spcPts val="1200"/>
              </a:spcAft>
              <a:defRPr/>
            </a:pPr>
            <a:r>
              <a:rPr lang="en-US" sz="2800" b="0" dirty="0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cs-CZ" sz="2800" dirty="0">
                <a:solidFill>
                  <a:srgbClr val="0000FF"/>
                </a:solidFill>
                <a:latin typeface="Consolas"/>
              </a:rPr>
              <a:t>CLI		</a:t>
            </a:r>
            <a:r>
              <a:rPr lang="cs-CZ" dirty="0">
                <a:solidFill>
                  <a:srgbClr val="008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;zakázání všech přerušení I=0</a:t>
            </a:r>
            <a:endParaRPr lang="en-US" dirty="0">
              <a:solidFill>
                <a:srgbClr val="008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750486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96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9396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Box 66"/>
          <p:cNvSpPr txBox="1">
            <a:spLocks noChangeArrowheads="1"/>
          </p:cNvSpPr>
          <p:nvPr/>
        </p:nvSpPr>
        <p:spPr bwMode="auto">
          <a:xfrm>
            <a:off x="540000" y="2348880"/>
            <a:ext cx="8100000" cy="1225290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square" lIns="90000" tIns="180000" rIns="90000" bIns="180000">
            <a:spAutoFit/>
          </a:bodyPr>
          <a:lstStyle/>
          <a:p>
            <a:pPr eaLnBrk="1" hangingPunct="1">
              <a:defRPr/>
            </a:pPr>
            <a:r>
              <a:rPr lang="en-US" sz="2800" b="0" dirty="0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cs-CZ" sz="2800" dirty="0">
                <a:solidFill>
                  <a:srgbClr val="0000FF"/>
                </a:solidFill>
                <a:latin typeface="Consolas"/>
              </a:rPr>
              <a:t>CPI </a:t>
            </a:r>
            <a:r>
              <a:rPr lang="cs-CZ" sz="2800" dirty="0">
                <a:latin typeface="Consolas" panose="020B0609020204030204" pitchFamily="49" charset="0"/>
                <a:cs typeface="Consolas" panose="020B0609020204030204" pitchFamily="49" charset="0"/>
              </a:rPr>
              <a:t>R16</a:t>
            </a:r>
            <a:r>
              <a:rPr 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r>
              <a:rPr lang="cs-CZ" sz="2800" dirty="0">
                <a:latin typeface="Consolas" panose="020B0609020204030204" pitchFamily="49" charset="0"/>
                <a:cs typeface="Consolas" panose="020B0609020204030204" pitchFamily="49" charset="0"/>
              </a:rPr>
              <a:t>20   </a:t>
            </a:r>
            <a:r>
              <a:rPr lang="cs-CZ" dirty="0">
                <a:solidFill>
                  <a:srgbClr val="008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;Porovnej a nastav SREG</a:t>
            </a:r>
            <a:endParaRPr lang="en-US" dirty="0">
              <a:solidFill>
                <a:srgbClr val="008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eaLnBrk="1" hangingPunct="1">
              <a:spcAft>
                <a:spcPts val="1200"/>
              </a:spcAft>
              <a:defRPr/>
            </a:pPr>
            <a:r>
              <a:rPr lang="en-US" sz="2800" b="0" dirty="0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cs-CZ" sz="2800" dirty="0">
                <a:solidFill>
                  <a:srgbClr val="0000FF"/>
                </a:solidFill>
                <a:latin typeface="Consolas"/>
              </a:rPr>
              <a:t>BR</a:t>
            </a:r>
            <a:r>
              <a:rPr lang="cs-CZ" sz="2800" dirty="0">
                <a:solidFill>
                  <a:srgbClr val="FF0000"/>
                </a:solidFill>
                <a:latin typeface="Consolas"/>
              </a:rPr>
              <a:t>EQ</a:t>
            </a:r>
            <a:r>
              <a:rPr lang="cs-CZ" sz="2800" dirty="0">
                <a:solidFill>
                  <a:srgbClr val="0000FF"/>
                </a:solidFill>
                <a:latin typeface="Consolas"/>
              </a:rPr>
              <a:t> </a:t>
            </a:r>
            <a:r>
              <a:rPr lang="cs-CZ" sz="2800" dirty="0">
                <a:latin typeface="Consolas" panose="020B0609020204030204" pitchFamily="49" charset="0"/>
                <a:cs typeface="Consolas" panose="020B0609020204030204" pitchFamily="49" charset="0"/>
              </a:rPr>
              <a:t>OPAKUJ  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;Sko</a:t>
            </a:r>
            <a:r>
              <a:rPr lang="cs-CZ" dirty="0">
                <a:solidFill>
                  <a:srgbClr val="008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č je-li Z=0</a:t>
            </a:r>
          </a:p>
        </p:txBody>
      </p:sp>
      <p:sp>
        <p:nvSpPr>
          <p:cNvPr id="12" name="Rectangle 2"/>
          <p:cNvSpPr>
            <a:spLocks noGrp="1" noChangeArrowheads="1"/>
          </p:cNvSpPr>
          <p:nvPr>
            <p:ph type="title"/>
          </p:nvPr>
        </p:nvSpPr>
        <p:spPr>
          <a:xfrm>
            <a:off x="720000" y="72000"/>
            <a:ext cx="7772400" cy="400110"/>
          </a:xfrm>
          <a:noFill/>
          <a:ln/>
        </p:spPr>
        <p:txBody>
          <a:bodyPr>
            <a:spAutoFit/>
          </a:bodyPr>
          <a:lstStyle/>
          <a:p>
            <a:pPr lvl="0">
              <a:defRPr/>
            </a:pPr>
            <a:r>
              <a:rPr lang="cs-CZ" sz="20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ea typeface="+mn-ea"/>
                <a:cs typeface="+mn-cs"/>
              </a:rPr>
              <a:t>Registr SREG</a:t>
            </a:r>
          </a:p>
        </p:txBody>
      </p:sp>
      <p:sp>
        <p:nvSpPr>
          <p:cNvPr id="13" name="Text Box 73"/>
          <p:cNvSpPr txBox="1">
            <a:spLocks noChangeArrowheads="1"/>
          </p:cNvSpPr>
          <p:nvPr/>
        </p:nvSpPr>
        <p:spPr bwMode="auto">
          <a:xfrm>
            <a:off x="360007" y="1730565"/>
            <a:ext cx="8784000" cy="4022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90000" tIns="46800" rIns="90000" bIns="46800">
            <a:spAutoFit/>
          </a:bodyPr>
          <a:lstStyle/>
          <a:p>
            <a:pPr marL="504000" indent="-504000">
              <a:spcBef>
                <a:spcPts val="0"/>
              </a:spcBef>
              <a:spcAft>
                <a:spcPts val="600"/>
              </a:spcAft>
              <a:buClr>
                <a:srgbClr val="0066FF"/>
              </a:buClr>
              <a:defRPr/>
            </a:pPr>
            <a:r>
              <a:rPr lang="cs-CZ" sz="2000" dirty="0">
                <a:latin typeface="Verdana" pitchFamily="34" charset="0"/>
              </a:rPr>
              <a:t>	</a:t>
            </a:r>
            <a:r>
              <a:rPr lang="cs-CZ" sz="2000" b="0" dirty="0">
                <a:latin typeface="Verdana" pitchFamily="34" charset="0"/>
              </a:rPr>
              <a:t>Skoč na návěští, je-li hodnota v registru </a:t>
            </a:r>
            <a:r>
              <a:rPr lang="cs-CZ" sz="2000" dirty="0">
                <a:latin typeface="Consolas" panose="020B0609020204030204" pitchFamily="49" charset="0"/>
              </a:rPr>
              <a:t>R16=20</a:t>
            </a:r>
          </a:p>
        </p:txBody>
      </p:sp>
      <p:sp>
        <p:nvSpPr>
          <p:cNvPr id="14" name="Tlačítko akce: Vlastní 13">
            <a:hlinkClick r:id="" action="ppaction://hlinkshowjump?jump=nextslide" highlightClick="1"/>
          </p:cNvPr>
          <p:cNvSpPr/>
          <p:nvPr/>
        </p:nvSpPr>
        <p:spPr>
          <a:xfrm>
            <a:off x="6840008" y="6300008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15" name="Tlačítko akce: Vlastní 14">
            <a:hlinkClick r:id="" action="ppaction://hlinkshowjump?jump=previousslide" highlightClick="1"/>
          </p:cNvPr>
          <p:cNvSpPr/>
          <p:nvPr/>
        </p:nvSpPr>
        <p:spPr>
          <a:xfrm>
            <a:off x="5760007" y="6300008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16" name="Tlačítko akce: Vlastní 15">
            <a:hlinkClick r:id="rId3" action="ppaction://hlinksldjump" highlightClick="1"/>
          </p:cNvPr>
          <p:cNvSpPr/>
          <p:nvPr/>
        </p:nvSpPr>
        <p:spPr>
          <a:xfrm>
            <a:off x="7920007" y="6300008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17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latin typeface="Arial Black" pitchFamily="34" charset="0"/>
            </a:endParaRPr>
          </a:p>
        </p:txBody>
      </p:sp>
      <p:sp>
        <p:nvSpPr>
          <p:cNvPr id="18" name="Zástupný symbol pro číslo snímku 5"/>
          <p:cNvSpPr txBox="1">
            <a:spLocks/>
          </p:cNvSpPr>
          <p:nvPr/>
        </p:nvSpPr>
        <p:spPr bwMode="auto">
          <a:xfrm>
            <a:off x="6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44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10" name="Text Box 73"/>
          <p:cNvSpPr txBox="1">
            <a:spLocks noChangeArrowheads="1"/>
          </p:cNvSpPr>
          <p:nvPr/>
        </p:nvSpPr>
        <p:spPr bwMode="auto">
          <a:xfrm>
            <a:off x="468000" y="1268760"/>
            <a:ext cx="3923961" cy="4022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90000" tIns="46800" rIns="90000" bIns="46800">
            <a:spAutoFit/>
          </a:bodyPr>
          <a:lstStyle/>
          <a:p>
            <a:pPr>
              <a:spcAft>
                <a:spcPts val="1200"/>
              </a:spcAft>
              <a:buClr>
                <a:schemeClr val="bg2"/>
              </a:buClr>
              <a:buSzPct val="100000"/>
              <a:defRPr/>
            </a:pPr>
            <a:r>
              <a:rPr lang="cs-CZ" sz="2000" dirty="0">
                <a:latin typeface="Verdana" pitchFamily="34" charset="0"/>
              </a:rPr>
              <a:t>Příklad</a:t>
            </a:r>
          </a:p>
        </p:txBody>
      </p:sp>
    </p:spTree>
    <p:extLst>
      <p:ext uri="{BB962C8B-B14F-4D97-AF65-F5344CB8AC3E}">
        <p14:creationId xmlns:p14="http://schemas.microsoft.com/office/powerpoint/2010/main" val="5713774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961" name="Text Box 73"/>
          <p:cNvSpPr txBox="1">
            <a:spLocks noChangeArrowheads="1"/>
          </p:cNvSpPr>
          <p:nvPr/>
        </p:nvSpPr>
        <p:spPr bwMode="auto">
          <a:xfrm>
            <a:off x="360007" y="1080009"/>
            <a:ext cx="8784000" cy="32492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90000" tIns="46800" rIns="90000" bIns="46800">
            <a:spAutoFit/>
          </a:bodyPr>
          <a:lstStyle/>
          <a:p>
            <a:pPr marL="504000" indent="-504000">
              <a:spcAft>
                <a:spcPts val="1800"/>
              </a:spcAft>
              <a:buClr>
                <a:schemeClr val="bg2"/>
              </a:buClr>
              <a:buSzPct val="100000"/>
              <a:buFont typeface="Wingdings" pitchFamily="2" charset="2"/>
              <a:buChar char="n"/>
              <a:defRPr/>
            </a:pPr>
            <a:r>
              <a:rPr lang="cs-CZ" sz="3200" dirty="0">
                <a:latin typeface="Verdana" pitchFamily="34" charset="0"/>
              </a:rPr>
              <a:t>V</a:t>
            </a:r>
            <a:r>
              <a:rPr lang="cs-CZ" sz="3200" b="0" dirty="0">
                <a:latin typeface="Verdana" pitchFamily="34" charset="0"/>
              </a:rPr>
              <a:t> - přeplnění čísla v druhém doplňku</a:t>
            </a:r>
          </a:p>
          <a:p>
            <a:pPr marL="504000" indent="-504000">
              <a:spcAft>
                <a:spcPts val="1800"/>
              </a:spcAft>
              <a:buClr>
                <a:schemeClr val="bg2"/>
              </a:buClr>
              <a:buSzPct val="100000"/>
              <a:buFont typeface="Wingdings" pitchFamily="2" charset="2"/>
              <a:buChar char="n"/>
              <a:defRPr/>
            </a:pPr>
            <a:r>
              <a:rPr lang="pl-PL" sz="3200" dirty="0">
                <a:latin typeface="Verdana" pitchFamily="34" charset="0"/>
              </a:rPr>
              <a:t>S</a:t>
            </a:r>
            <a:r>
              <a:rPr lang="pl-PL" sz="3200" b="0" dirty="0">
                <a:latin typeface="Verdana" pitchFamily="34" charset="0"/>
              </a:rPr>
              <a:t> - znaménko druhého doplňku (sign)</a:t>
            </a:r>
          </a:p>
          <a:p>
            <a:pPr marL="504000" indent="-504000">
              <a:spcAft>
                <a:spcPts val="1800"/>
              </a:spcAft>
              <a:buClr>
                <a:schemeClr val="bg2"/>
              </a:buClr>
              <a:buSzPct val="100000"/>
              <a:buFont typeface="Wingdings" pitchFamily="2" charset="2"/>
              <a:buChar char="n"/>
              <a:defRPr/>
            </a:pPr>
            <a:r>
              <a:rPr lang="pl-PL" sz="3200" dirty="0">
                <a:latin typeface="Verdana" pitchFamily="34" charset="0"/>
              </a:rPr>
              <a:t>H</a:t>
            </a:r>
            <a:r>
              <a:rPr lang="pl-PL" sz="3200" b="0" dirty="0">
                <a:latin typeface="Verdana" pitchFamily="34" charset="0"/>
              </a:rPr>
              <a:t> - příznak přetečení mezi nibly (half carry)</a:t>
            </a:r>
          </a:p>
          <a:p>
            <a:pPr marL="504000" indent="-504000">
              <a:spcAft>
                <a:spcPts val="1800"/>
              </a:spcAft>
              <a:buClr>
                <a:schemeClr val="bg2"/>
              </a:buClr>
              <a:buSzPct val="100000"/>
              <a:buFont typeface="Wingdings" pitchFamily="2" charset="2"/>
              <a:buChar char="n"/>
              <a:defRPr/>
            </a:pPr>
            <a:r>
              <a:rPr lang="pl-PL" sz="3200" dirty="0">
                <a:latin typeface="Verdana" pitchFamily="34" charset="0"/>
              </a:rPr>
              <a:t>T</a:t>
            </a:r>
            <a:r>
              <a:rPr lang="pl-PL" sz="3200" b="0" dirty="0">
                <a:latin typeface="Verdana" pitchFamily="34" charset="0"/>
              </a:rPr>
              <a:t> - Transfer bit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title"/>
          </p:nvPr>
        </p:nvSpPr>
        <p:spPr>
          <a:xfrm>
            <a:off x="720000" y="72000"/>
            <a:ext cx="7772400" cy="400110"/>
          </a:xfrm>
          <a:noFill/>
          <a:ln/>
        </p:spPr>
        <p:txBody>
          <a:bodyPr>
            <a:spAutoFit/>
          </a:bodyPr>
          <a:lstStyle/>
          <a:p>
            <a:pPr lvl="0">
              <a:defRPr/>
            </a:pPr>
            <a:r>
              <a:rPr lang="cs-CZ" sz="20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ea typeface="+mn-ea"/>
                <a:cs typeface="+mn-cs"/>
              </a:rPr>
              <a:t>Registr </a:t>
            </a:r>
            <a:r>
              <a:rPr lang="cs-CZ" sz="20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</a:rPr>
              <a:t>SREG</a:t>
            </a:r>
            <a:endParaRPr lang="cs-CZ" sz="2000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 pitchFamily="34" charset="0"/>
              <a:ea typeface="+mn-ea"/>
              <a:cs typeface="+mn-cs"/>
            </a:endParaRPr>
          </a:p>
        </p:txBody>
      </p:sp>
      <p:sp>
        <p:nvSpPr>
          <p:cNvPr id="9" name="Tlačítko akce: Vlastní 8">
            <a:hlinkClick r:id="" action="ppaction://hlinkshowjump?jump=nextslide" highlightClick="1"/>
          </p:cNvPr>
          <p:cNvSpPr/>
          <p:nvPr/>
        </p:nvSpPr>
        <p:spPr>
          <a:xfrm>
            <a:off x="6840008" y="6300008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12" name="Tlačítko akce: Vlastní 11">
            <a:hlinkClick r:id="" action="ppaction://hlinkshowjump?jump=previousslide" highlightClick="1"/>
          </p:cNvPr>
          <p:cNvSpPr/>
          <p:nvPr/>
        </p:nvSpPr>
        <p:spPr>
          <a:xfrm>
            <a:off x="5760007" y="6300008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13" name="Tlačítko akce: Vlastní 12">
            <a:hlinkClick r:id="rId3" action="ppaction://hlinksldjump" highlightClick="1"/>
          </p:cNvPr>
          <p:cNvSpPr/>
          <p:nvPr/>
        </p:nvSpPr>
        <p:spPr>
          <a:xfrm>
            <a:off x="7920007" y="6300008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14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latin typeface="Arial Black" pitchFamily="34" charset="0"/>
            </a:endParaRPr>
          </a:p>
        </p:txBody>
      </p:sp>
      <p:sp>
        <p:nvSpPr>
          <p:cNvPr id="15" name="Zástupný symbol pro číslo snímku 5"/>
          <p:cNvSpPr txBox="1">
            <a:spLocks/>
          </p:cNvSpPr>
          <p:nvPr/>
        </p:nvSpPr>
        <p:spPr bwMode="auto">
          <a:xfrm>
            <a:off x="6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45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471080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96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9396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96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9396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96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9396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961" name="Text Box 73"/>
          <p:cNvSpPr txBox="1">
            <a:spLocks noChangeArrowheads="1"/>
          </p:cNvSpPr>
          <p:nvPr/>
        </p:nvSpPr>
        <p:spPr bwMode="auto">
          <a:xfrm>
            <a:off x="360007" y="1080000"/>
            <a:ext cx="8786842" cy="12486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90000" tIns="46800" rIns="90000" bIns="46800">
            <a:spAutoFit/>
          </a:bodyPr>
          <a:lstStyle/>
          <a:p>
            <a:pPr marL="504000" indent="-504000">
              <a:spcAft>
                <a:spcPts val="1800"/>
              </a:spcAft>
              <a:buClr>
                <a:schemeClr val="bg2"/>
              </a:buClr>
              <a:buSzPct val="100000"/>
              <a:buFont typeface="Wingdings" pitchFamily="2" charset="2"/>
              <a:buChar char="n"/>
              <a:defRPr/>
            </a:pPr>
            <a:r>
              <a:rPr lang="cs-CZ" sz="3200" dirty="0">
                <a:latin typeface="Verdana" pitchFamily="34" charset="0"/>
              </a:rPr>
              <a:t>T </a:t>
            </a:r>
            <a:r>
              <a:rPr lang="cs-CZ" sz="3200" b="0" dirty="0">
                <a:latin typeface="Verdana" pitchFamily="34" charset="0"/>
              </a:rPr>
              <a:t>(</a:t>
            </a:r>
            <a:r>
              <a:rPr lang="cs-CZ" sz="32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</a:rPr>
              <a:t>Transfer Bit</a:t>
            </a:r>
            <a:r>
              <a:rPr lang="cs-CZ" sz="3200" b="0" dirty="0">
                <a:latin typeface="Verdana" pitchFamily="34" charset="0"/>
              </a:rPr>
              <a:t>)</a:t>
            </a:r>
          </a:p>
          <a:p>
            <a:pPr marL="504000" indent="-504000">
              <a:spcBef>
                <a:spcPts val="0"/>
              </a:spcBef>
              <a:spcAft>
                <a:spcPts val="1800"/>
              </a:spcAft>
              <a:buClr>
                <a:srgbClr val="0066FF"/>
              </a:buClr>
              <a:defRPr/>
            </a:pPr>
            <a:r>
              <a:rPr lang="cs-CZ" sz="2800" dirty="0">
                <a:latin typeface="Verdana" pitchFamily="34" charset="0"/>
              </a:rPr>
              <a:t>	</a:t>
            </a:r>
            <a:r>
              <a:rPr lang="cs-CZ" sz="2800" b="0" dirty="0">
                <a:latin typeface="Verdana" pitchFamily="34" charset="0"/>
              </a:rPr>
              <a:t>Úložný bit</a:t>
            </a:r>
            <a:endParaRPr lang="cs-CZ" sz="2800" dirty="0">
              <a:latin typeface="Verdana" pitchFamily="34" charset="0"/>
            </a:endParaRPr>
          </a:p>
        </p:txBody>
      </p:sp>
      <p:sp>
        <p:nvSpPr>
          <p:cNvPr id="38" name="Rectangle 2"/>
          <p:cNvSpPr>
            <a:spLocks noGrp="1" noChangeArrowheads="1"/>
          </p:cNvSpPr>
          <p:nvPr>
            <p:ph type="title"/>
          </p:nvPr>
        </p:nvSpPr>
        <p:spPr>
          <a:xfrm>
            <a:off x="720000" y="72000"/>
            <a:ext cx="7772400" cy="400110"/>
          </a:xfrm>
          <a:noFill/>
          <a:ln/>
        </p:spPr>
        <p:txBody>
          <a:bodyPr>
            <a:spAutoFit/>
          </a:bodyPr>
          <a:lstStyle/>
          <a:p>
            <a:pPr lvl="0">
              <a:defRPr/>
            </a:pPr>
            <a:r>
              <a:rPr lang="cs-CZ" sz="20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ea typeface="+mn-ea"/>
                <a:cs typeface="+mn-cs"/>
              </a:rPr>
              <a:t>Registr </a:t>
            </a:r>
            <a:r>
              <a:rPr lang="cs-CZ" sz="20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</a:rPr>
              <a:t>SREG</a:t>
            </a:r>
            <a:endParaRPr lang="cs-CZ" sz="2000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 pitchFamily="34" charset="0"/>
              <a:ea typeface="+mn-ea"/>
              <a:cs typeface="+mn-cs"/>
            </a:endParaRPr>
          </a:p>
        </p:txBody>
      </p:sp>
      <p:sp>
        <p:nvSpPr>
          <p:cNvPr id="9" name="Tlačítko akce: Vlastní 8">
            <a:hlinkClick r:id="" action="ppaction://hlinkshowjump?jump=nextslide" highlightClick="1"/>
          </p:cNvPr>
          <p:cNvSpPr/>
          <p:nvPr/>
        </p:nvSpPr>
        <p:spPr>
          <a:xfrm>
            <a:off x="6840008" y="6300008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10" name="Tlačítko akce: Vlastní 9">
            <a:hlinkClick r:id="" action="ppaction://hlinkshowjump?jump=previousslide" highlightClick="1"/>
          </p:cNvPr>
          <p:cNvSpPr/>
          <p:nvPr/>
        </p:nvSpPr>
        <p:spPr>
          <a:xfrm>
            <a:off x="5760007" y="6300008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11" name="Tlačítko akce: Vlastní 10">
            <a:hlinkClick r:id="rId3" action="ppaction://hlinksldjump" highlightClick="1"/>
          </p:cNvPr>
          <p:cNvSpPr/>
          <p:nvPr/>
        </p:nvSpPr>
        <p:spPr>
          <a:xfrm>
            <a:off x="7920007" y="6300008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12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latin typeface="Arial Black" pitchFamily="34" charset="0"/>
            </a:endParaRPr>
          </a:p>
        </p:txBody>
      </p:sp>
      <p:sp>
        <p:nvSpPr>
          <p:cNvPr id="13" name="Zástupný symbol pro číslo snímku 5"/>
          <p:cNvSpPr txBox="1">
            <a:spLocks/>
          </p:cNvSpPr>
          <p:nvPr/>
        </p:nvSpPr>
        <p:spPr bwMode="auto">
          <a:xfrm>
            <a:off x="6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46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14" name="Text Box 66"/>
          <p:cNvSpPr txBox="1">
            <a:spLocks noChangeArrowheads="1"/>
          </p:cNvSpPr>
          <p:nvPr/>
        </p:nvSpPr>
        <p:spPr bwMode="auto">
          <a:xfrm>
            <a:off x="540000" y="2420888"/>
            <a:ext cx="8100000" cy="3518225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square" lIns="90000" tIns="180000" rIns="90000" bIns="180000">
            <a:spAutoFit/>
          </a:bodyPr>
          <a:lstStyle/>
          <a:p>
            <a:pPr eaLnBrk="1" hangingPunct="1">
              <a:spcAft>
                <a:spcPts val="600"/>
              </a:spcAft>
              <a:defRPr/>
            </a:pPr>
            <a:r>
              <a:rPr lang="en-US" sz="2800" b="0" dirty="0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pt-BR" sz="2800" dirty="0">
                <a:solidFill>
                  <a:srgbClr val="0000FF"/>
                </a:solidFill>
                <a:latin typeface="Consolas"/>
              </a:rPr>
              <a:t>LDI</a:t>
            </a:r>
            <a:r>
              <a:rPr lang="pt-BR" dirty="0">
                <a:solidFill>
                  <a:srgbClr val="008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pt-BR" sz="2800" dirty="0">
                <a:latin typeface="Consolas" panose="020B0609020204030204" pitchFamily="49" charset="0"/>
                <a:cs typeface="Consolas" panose="020B0609020204030204" pitchFamily="49" charset="0"/>
              </a:rPr>
              <a:t>R16,0 </a:t>
            </a:r>
            <a:r>
              <a:rPr lang="cs-CZ" dirty="0">
                <a:solidFill>
                  <a:srgbClr val="008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r>
              <a:rPr lang="pt-BR" dirty="0">
                <a:solidFill>
                  <a:srgbClr val="008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R16 = 100 ( dek )</a:t>
            </a:r>
          </a:p>
          <a:p>
            <a:pPr eaLnBrk="1" hangingPunct="1">
              <a:spcAft>
                <a:spcPts val="600"/>
              </a:spcAft>
              <a:defRPr/>
            </a:pPr>
            <a:r>
              <a:rPr lang="cs-CZ" dirty="0">
                <a:solidFill>
                  <a:srgbClr val="008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pt-BR" dirty="0">
                <a:solidFill>
                  <a:srgbClr val="008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Bit Store from Bit . . .</a:t>
            </a:r>
          </a:p>
          <a:p>
            <a:pPr eaLnBrk="1" hangingPunct="1">
              <a:spcAft>
                <a:spcPts val="600"/>
              </a:spcAft>
              <a:defRPr/>
            </a:pPr>
            <a:r>
              <a:rPr lang="cs-CZ" dirty="0">
                <a:solidFill>
                  <a:srgbClr val="008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pt-BR" sz="2800" dirty="0">
                <a:solidFill>
                  <a:srgbClr val="0000FF"/>
                </a:solidFill>
                <a:latin typeface="Consolas"/>
              </a:rPr>
              <a:t>BST</a:t>
            </a:r>
            <a:r>
              <a:rPr lang="pt-BR" dirty="0">
                <a:solidFill>
                  <a:srgbClr val="008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pt-BR" sz="2800" dirty="0">
                <a:latin typeface="Consolas" panose="020B0609020204030204" pitchFamily="49" charset="0"/>
                <a:cs typeface="Consolas" panose="020B0609020204030204" pitchFamily="49" charset="0"/>
              </a:rPr>
              <a:t>R16,2</a:t>
            </a:r>
            <a:r>
              <a:rPr lang="pt-BR" dirty="0">
                <a:solidFill>
                  <a:srgbClr val="008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; </a:t>
            </a:r>
            <a:r>
              <a:rPr lang="cs-CZ" dirty="0" err="1">
                <a:solidFill>
                  <a:srgbClr val="008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presune</a:t>
            </a:r>
            <a:r>
              <a:rPr lang="cs-CZ" dirty="0">
                <a:solidFill>
                  <a:srgbClr val="008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se bit registru </a:t>
            </a:r>
            <a:r>
              <a:rPr lang="pt-BR" dirty="0">
                <a:solidFill>
                  <a:srgbClr val="008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SREG</a:t>
            </a:r>
          </a:p>
          <a:p>
            <a:pPr eaLnBrk="1" hangingPunct="1">
              <a:spcAft>
                <a:spcPts val="600"/>
              </a:spcAft>
              <a:defRPr/>
            </a:pPr>
            <a:r>
              <a:rPr lang="cs-CZ" dirty="0">
                <a:solidFill>
                  <a:srgbClr val="008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pt-BR" dirty="0">
                <a:solidFill>
                  <a:srgbClr val="008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Bit Load from T Flag . . .</a:t>
            </a:r>
          </a:p>
          <a:p>
            <a:pPr eaLnBrk="1" hangingPunct="1">
              <a:spcAft>
                <a:spcPts val="600"/>
              </a:spcAft>
              <a:defRPr/>
            </a:pPr>
            <a:r>
              <a:rPr lang="cs-CZ" dirty="0">
                <a:solidFill>
                  <a:srgbClr val="008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pt-BR" sz="2800" dirty="0">
                <a:solidFill>
                  <a:srgbClr val="0000FF"/>
                </a:solidFill>
                <a:latin typeface="Consolas"/>
              </a:rPr>
              <a:t>BLD </a:t>
            </a:r>
            <a:r>
              <a:rPr lang="pt-BR" sz="2800" dirty="0">
                <a:latin typeface="Consolas" panose="020B0609020204030204" pitchFamily="49" charset="0"/>
                <a:cs typeface="Consolas" panose="020B0609020204030204" pitchFamily="49" charset="0"/>
              </a:rPr>
              <a:t>R16,7</a:t>
            </a:r>
            <a:r>
              <a:rPr lang="pt-BR" dirty="0">
                <a:solidFill>
                  <a:srgbClr val="008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; </a:t>
            </a:r>
            <a:r>
              <a:rPr lang="cs-CZ" dirty="0" err="1">
                <a:solidFill>
                  <a:srgbClr val="008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presune</a:t>
            </a:r>
            <a:r>
              <a:rPr lang="cs-CZ" dirty="0">
                <a:solidFill>
                  <a:srgbClr val="008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se bit na pozici 7 v 	; registru </a:t>
            </a:r>
            <a:r>
              <a:rPr lang="pt-BR" dirty="0">
                <a:solidFill>
                  <a:srgbClr val="008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SREG</a:t>
            </a:r>
          </a:p>
          <a:p>
            <a:pPr eaLnBrk="1" hangingPunct="1">
              <a:spcAft>
                <a:spcPts val="600"/>
              </a:spcAft>
              <a:defRPr/>
            </a:pPr>
            <a:r>
              <a:rPr lang="cs-CZ" dirty="0">
                <a:solidFill>
                  <a:srgbClr val="008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pt-BR" dirty="0">
                <a:solidFill>
                  <a:srgbClr val="008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R16 = 0 b1110 0100</a:t>
            </a:r>
            <a:endParaRPr lang="en-US" dirty="0">
              <a:solidFill>
                <a:srgbClr val="008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657522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96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9396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946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360001" y="1080003"/>
            <a:ext cx="8784000" cy="4078039"/>
          </a:xfrm>
        </p:spPr>
        <p:txBody>
          <a:bodyPr wrap="square">
            <a:spAutoFit/>
          </a:bodyPr>
          <a:lstStyle/>
          <a:p>
            <a:pPr marL="504000" indent="-504000" eaLnBrk="0" hangingPunct="0">
              <a:spcBef>
                <a:spcPct val="0"/>
              </a:spcBef>
              <a:spcAft>
                <a:spcPts val="600"/>
              </a:spcAft>
              <a:buSzPct val="100000"/>
              <a:defRPr/>
            </a:pPr>
            <a:r>
              <a:rPr lang="cs-CZ" sz="2800" b="1" kern="1200" dirty="0">
                <a:latin typeface="Verdana" pitchFamily="34" charset="0"/>
              </a:rPr>
              <a:t>8 bitové sčítání, odčítání </a:t>
            </a:r>
          </a:p>
          <a:p>
            <a:pPr marL="504000" indent="0" eaLnBrk="0" hangingPunct="0">
              <a:spcBef>
                <a:spcPct val="0"/>
              </a:spcBef>
              <a:spcAft>
                <a:spcPts val="600"/>
              </a:spcAft>
              <a:buSzPct val="100000"/>
              <a:buNone/>
              <a:defRPr/>
            </a:pPr>
            <a:r>
              <a:rPr lang="cs-CZ" sz="2800" kern="1200" dirty="0">
                <a:latin typeface="Consolas" panose="020B0609020204030204" pitchFamily="49" charset="0"/>
                <a:cs typeface="Consolas" panose="020B0609020204030204" pitchFamily="49" charset="0"/>
              </a:rPr>
              <a:t>ADD, ADC, SUB, SUBI, SBC, SBCI</a:t>
            </a:r>
          </a:p>
          <a:p>
            <a:pPr marL="504000" indent="-504000" eaLnBrk="0" hangingPunct="0">
              <a:spcBef>
                <a:spcPct val="0"/>
              </a:spcBef>
              <a:spcAft>
                <a:spcPts val="600"/>
              </a:spcAft>
              <a:buSzPct val="100000"/>
              <a:defRPr/>
            </a:pPr>
            <a:r>
              <a:rPr lang="cs-CZ" sz="2800" b="1" kern="1200" dirty="0">
                <a:latin typeface="Verdana" pitchFamily="34" charset="0"/>
              </a:rPr>
              <a:t>16 bitové sčítání, odčítání</a:t>
            </a:r>
          </a:p>
          <a:p>
            <a:pPr marL="504000" indent="0" eaLnBrk="0" hangingPunct="0">
              <a:spcBef>
                <a:spcPct val="0"/>
              </a:spcBef>
              <a:spcAft>
                <a:spcPts val="600"/>
              </a:spcAft>
              <a:buSzPct val="100000"/>
              <a:buNone/>
              <a:defRPr/>
            </a:pPr>
            <a:r>
              <a:rPr lang="cs-CZ" sz="2800" kern="1200" dirty="0">
                <a:latin typeface="Consolas" panose="020B0609020204030204" pitchFamily="49" charset="0"/>
                <a:cs typeface="Consolas" panose="020B0609020204030204" pitchFamily="49" charset="0"/>
              </a:rPr>
              <a:t>ADIW, SBIW</a:t>
            </a:r>
          </a:p>
          <a:p>
            <a:pPr marL="504000" indent="-504000" eaLnBrk="0" hangingPunct="0">
              <a:spcBef>
                <a:spcPct val="0"/>
              </a:spcBef>
              <a:spcAft>
                <a:spcPts val="600"/>
              </a:spcAft>
              <a:buSzPct val="100000"/>
              <a:defRPr/>
            </a:pPr>
            <a:r>
              <a:rPr lang="cs-CZ" sz="2800" b="1" kern="1200" dirty="0">
                <a:latin typeface="Verdana" pitchFamily="34" charset="0"/>
              </a:rPr>
              <a:t>8 bitové násobení</a:t>
            </a:r>
          </a:p>
          <a:p>
            <a:pPr marL="504000" indent="0" eaLnBrk="0" hangingPunct="0">
              <a:spcBef>
                <a:spcPct val="0"/>
              </a:spcBef>
              <a:spcAft>
                <a:spcPts val="600"/>
              </a:spcAft>
              <a:buSzPct val="100000"/>
              <a:buNone/>
              <a:defRPr/>
            </a:pPr>
            <a:r>
              <a:rPr lang="cs-CZ" sz="2800" kern="1200" dirty="0">
                <a:latin typeface="Consolas" panose="020B0609020204030204" pitchFamily="49" charset="0"/>
                <a:cs typeface="Consolas" panose="020B0609020204030204" pitchFamily="49" charset="0"/>
              </a:rPr>
              <a:t>MUL, MULS, MULSU, FMUL, FMULS, FMULSU</a:t>
            </a:r>
          </a:p>
          <a:p>
            <a:pPr marL="504000" indent="-504000" eaLnBrk="0" hangingPunct="0">
              <a:spcBef>
                <a:spcPct val="0"/>
              </a:spcBef>
              <a:spcAft>
                <a:spcPts val="600"/>
              </a:spcAft>
              <a:buSzPct val="100000"/>
              <a:defRPr/>
            </a:pPr>
            <a:r>
              <a:rPr lang="cs-CZ" sz="2800" b="1" kern="1200" dirty="0">
                <a:latin typeface="Verdana" pitchFamily="34" charset="0"/>
              </a:rPr>
              <a:t>Nulování, nastavení, doplněk</a:t>
            </a:r>
          </a:p>
          <a:p>
            <a:pPr marL="504000" indent="0" eaLnBrk="0" hangingPunct="0">
              <a:spcBef>
                <a:spcPct val="0"/>
              </a:spcBef>
              <a:spcAft>
                <a:spcPts val="600"/>
              </a:spcAft>
              <a:buSzPct val="100000"/>
              <a:buNone/>
              <a:defRPr/>
            </a:pPr>
            <a:r>
              <a:rPr lang="cs-CZ" sz="2800" kern="1200" dirty="0">
                <a:latin typeface="Consolas" panose="020B0609020204030204" pitchFamily="49" charset="0"/>
                <a:cs typeface="Consolas" panose="020B0609020204030204" pitchFamily="49" charset="0"/>
              </a:rPr>
              <a:t>SER, CLR, COM, NEG</a:t>
            </a:r>
          </a:p>
        </p:txBody>
      </p:sp>
      <p:sp>
        <p:nvSpPr>
          <p:cNvPr id="210947" name="Rectangle 3"/>
          <p:cNvSpPr>
            <a:spLocks noGrp="1" noChangeArrowheads="1"/>
          </p:cNvSpPr>
          <p:nvPr>
            <p:ph type="title"/>
          </p:nvPr>
        </p:nvSpPr>
        <p:spPr>
          <a:xfrm>
            <a:off x="468000" y="288002"/>
            <a:ext cx="8676000" cy="720000"/>
          </a:xfrm>
        </p:spPr>
        <p:txBody>
          <a:bodyPr/>
          <a:lstStyle/>
          <a:p>
            <a:pPr>
              <a:defRPr/>
            </a:pPr>
            <a:r>
              <a:rPr lang="cs-CZ" sz="40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Aritmetické instrukce</a:t>
            </a:r>
          </a:p>
        </p:txBody>
      </p:sp>
      <p:sp>
        <p:nvSpPr>
          <p:cNvPr id="4" name="Tlačítko akce: Vlastní 3">
            <a:hlinkClick r:id="" action="ppaction://hlinkshowjump?jump=nextslide" highlightClick="1"/>
          </p:cNvPr>
          <p:cNvSpPr/>
          <p:nvPr/>
        </p:nvSpPr>
        <p:spPr>
          <a:xfrm>
            <a:off x="6840008" y="6300008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5" name="Tlačítko akce: Vlastní 4">
            <a:hlinkClick r:id="" action="ppaction://hlinkshowjump?jump=previousslide" highlightClick="1"/>
          </p:cNvPr>
          <p:cNvSpPr/>
          <p:nvPr/>
        </p:nvSpPr>
        <p:spPr>
          <a:xfrm>
            <a:off x="5760007" y="6300008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6" name="Tlačítko akce: Vlastní 5">
            <a:hlinkClick r:id="rId3" action="ppaction://hlinksldjump" highlightClick="1"/>
          </p:cNvPr>
          <p:cNvSpPr/>
          <p:nvPr/>
        </p:nvSpPr>
        <p:spPr>
          <a:xfrm>
            <a:off x="7920007" y="6300008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7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 dirty="0">
              <a:latin typeface="Arial Black" pitchFamily="34" charset="0"/>
            </a:endParaRPr>
          </a:p>
        </p:txBody>
      </p:sp>
      <p:sp>
        <p:nvSpPr>
          <p:cNvPr id="8" name="Zástupný symbol pro číslo snímku 5"/>
          <p:cNvSpPr txBox="1">
            <a:spLocks/>
          </p:cNvSpPr>
          <p:nvPr/>
        </p:nvSpPr>
        <p:spPr bwMode="auto">
          <a:xfrm>
            <a:off x="6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47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113149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9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109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9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109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9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109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94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1094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94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1094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94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1094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94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1094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94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1094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délník 4"/>
          <p:cNvSpPr/>
          <p:nvPr/>
        </p:nvSpPr>
        <p:spPr>
          <a:xfrm>
            <a:off x="4680000" y="3060000"/>
            <a:ext cx="4068000" cy="1286845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square" lIns="90000" tIns="180000" rIns="90000" bIns="180000">
            <a:spAutoFit/>
          </a:bodyPr>
          <a:lstStyle/>
          <a:p>
            <a:r>
              <a:rPr lang="cs-CZ" sz="20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IN	</a:t>
            </a:r>
            <a:r>
              <a:rPr lang="cs-CZ" sz="2000" dirty="0">
                <a:latin typeface="Consolas" panose="020B0609020204030204" pitchFamily="49" charset="0"/>
                <a:cs typeface="Consolas" panose="020B0609020204030204" pitchFamily="49" charset="0"/>
              </a:rPr>
              <a:t>R16,PORTK</a:t>
            </a:r>
          </a:p>
          <a:p>
            <a:r>
              <a:rPr lang="cs-CZ" sz="20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ORI	</a:t>
            </a:r>
            <a:r>
              <a:rPr lang="cs-CZ" sz="2000" dirty="0">
                <a:latin typeface="Consolas" panose="020B0609020204030204" pitchFamily="49" charset="0"/>
                <a:cs typeface="Consolas" panose="020B0609020204030204" pitchFamily="49" charset="0"/>
              </a:rPr>
              <a:t>R16,0b00001000</a:t>
            </a:r>
          </a:p>
          <a:p>
            <a:r>
              <a:rPr lang="cs-CZ" sz="2000" dirty="0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cs-CZ" sz="20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OUT</a:t>
            </a:r>
            <a:r>
              <a:rPr lang="cs-CZ" sz="2000" dirty="0">
                <a:latin typeface="Consolas" panose="020B0609020204030204" pitchFamily="49" charset="0"/>
                <a:cs typeface="Consolas" panose="020B0609020204030204" pitchFamily="49" charset="0"/>
              </a:rPr>
              <a:t>	PORTK,R16</a:t>
            </a:r>
          </a:p>
        </p:txBody>
      </p:sp>
      <p:sp>
        <p:nvSpPr>
          <p:cNvPr id="7" name="Obdélník 6"/>
          <p:cNvSpPr/>
          <p:nvPr/>
        </p:nvSpPr>
        <p:spPr>
          <a:xfrm>
            <a:off x="360000" y="3060000"/>
            <a:ext cx="4068000" cy="1320289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square" lIns="90000" tIns="288000" rIns="90000" bIns="288000">
            <a:spAutoFit/>
          </a:bodyPr>
          <a:lstStyle/>
          <a:p>
            <a:pPr eaLnBrk="1" hangingPunct="1"/>
            <a:r>
              <a:rPr lang="cs-CZ" u="sng" dirty="0">
                <a:latin typeface="Consolas" panose="020B0609020204030204" pitchFamily="49" charset="0"/>
                <a:cs typeface="Consolas" panose="020B0609020204030204" pitchFamily="49" charset="0"/>
              </a:rPr>
              <a:t>Nastav</a:t>
            </a:r>
            <a:r>
              <a:rPr lang="cs-CZ" dirty="0">
                <a:latin typeface="Consolas" panose="020B0609020204030204" pitchFamily="49" charset="0"/>
                <a:cs typeface="Consolas" panose="020B0609020204030204" pitchFamily="49" charset="0"/>
              </a:rPr>
              <a:t> bit 3 v I/O registru PORTK</a:t>
            </a:r>
          </a:p>
        </p:txBody>
      </p:sp>
      <p:sp>
        <p:nvSpPr>
          <p:cNvPr id="8" name="TextovéPole 7"/>
          <p:cNvSpPr txBox="1"/>
          <p:nvPr/>
        </p:nvSpPr>
        <p:spPr bwMode="auto">
          <a:xfrm>
            <a:off x="360000" y="3060000"/>
            <a:ext cx="354584" cy="276999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algn="ctr" rtl="0" fontAlgn="base">
              <a:spcBef>
                <a:spcPct val="0"/>
              </a:spcBef>
              <a:spcAft>
                <a:spcPct val="0"/>
              </a:spcAft>
            </a:pPr>
            <a:r>
              <a:rPr lang="cs-CZ" sz="1200" dirty="0">
                <a:solidFill>
                  <a:schemeClr val="bg1"/>
                </a:solidFill>
                <a:latin typeface="Arial"/>
                <a:ea typeface="+mn-ea"/>
                <a:cs typeface="+mn-cs"/>
              </a:rPr>
              <a:t>12</a:t>
            </a:r>
          </a:p>
        </p:txBody>
      </p:sp>
      <p:sp>
        <p:nvSpPr>
          <p:cNvPr id="9" name="Tlačítko akce: Vlastní 8">
            <a:hlinkClick r:id="" action="ppaction://hlinkshowjump?jump=nextslide" highlightClick="1"/>
          </p:cNvPr>
          <p:cNvSpPr/>
          <p:nvPr/>
        </p:nvSpPr>
        <p:spPr>
          <a:xfrm>
            <a:off x="6840008" y="6300008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10" name="Tlačítko akce: Vlastní 9">
            <a:hlinkClick r:id="" action="ppaction://hlinkshowjump?jump=previousslide" highlightClick="1"/>
          </p:cNvPr>
          <p:cNvSpPr/>
          <p:nvPr/>
        </p:nvSpPr>
        <p:spPr>
          <a:xfrm>
            <a:off x="5760007" y="6300008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11" name="Tlačítko akce: Vlastní 10">
            <a:hlinkClick r:id="rId3" action="ppaction://hlinksldjump" highlightClick="1"/>
          </p:cNvPr>
          <p:cNvSpPr/>
          <p:nvPr/>
        </p:nvSpPr>
        <p:spPr>
          <a:xfrm>
            <a:off x="7920007" y="6300008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12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 dirty="0">
              <a:latin typeface="Arial Black" pitchFamily="34" charset="0"/>
            </a:endParaRPr>
          </a:p>
        </p:txBody>
      </p:sp>
      <p:sp>
        <p:nvSpPr>
          <p:cNvPr id="13" name="Zástupný symbol pro číslo snímku 5"/>
          <p:cNvSpPr txBox="1">
            <a:spLocks/>
          </p:cNvSpPr>
          <p:nvPr/>
        </p:nvSpPr>
        <p:spPr bwMode="auto">
          <a:xfrm>
            <a:off x="6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48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16" name="Obdélník 15"/>
          <p:cNvSpPr/>
          <p:nvPr/>
        </p:nvSpPr>
        <p:spPr>
          <a:xfrm>
            <a:off x="4680000" y="4572000"/>
            <a:ext cx="4068000" cy="1286845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square" lIns="90000" tIns="180000" rIns="90000" bIns="180000">
            <a:spAutoFit/>
          </a:bodyPr>
          <a:lstStyle/>
          <a:p>
            <a:r>
              <a:rPr lang="cs-CZ" sz="20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IN	</a:t>
            </a:r>
            <a:r>
              <a:rPr lang="cs-CZ" sz="2000" dirty="0">
                <a:latin typeface="Consolas" panose="020B0609020204030204" pitchFamily="49" charset="0"/>
                <a:cs typeface="Consolas" panose="020B0609020204030204" pitchFamily="49" charset="0"/>
              </a:rPr>
              <a:t>R16,PORTK</a:t>
            </a:r>
          </a:p>
          <a:p>
            <a:r>
              <a:rPr lang="cs-CZ" sz="20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ANDI	</a:t>
            </a:r>
            <a:r>
              <a:rPr lang="cs-CZ" sz="2000" dirty="0">
                <a:latin typeface="Consolas" panose="020B0609020204030204" pitchFamily="49" charset="0"/>
                <a:cs typeface="Consolas" panose="020B0609020204030204" pitchFamily="49" charset="0"/>
              </a:rPr>
              <a:t>R16,0b11111110</a:t>
            </a:r>
          </a:p>
          <a:p>
            <a:r>
              <a:rPr lang="cs-CZ" sz="2000" dirty="0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cs-CZ" sz="20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OUT</a:t>
            </a:r>
            <a:r>
              <a:rPr lang="cs-CZ" sz="2000" dirty="0">
                <a:latin typeface="Consolas" panose="020B0609020204030204" pitchFamily="49" charset="0"/>
                <a:cs typeface="Consolas" panose="020B0609020204030204" pitchFamily="49" charset="0"/>
              </a:rPr>
              <a:t>	PORTK,R16</a:t>
            </a:r>
          </a:p>
        </p:txBody>
      </p:sp>
      <p:sp>
        <p:nvSpPr>
          <p:cNvPr id="17" name="Obdélník 16"/>
          <p:cNvSpPr/>
          <p:nvPr/>
        </p:nvSpPr>
        <p:spPr>
          <a:xfrm>
            <a:off x="360000" y="4572000"/>
            <a:ext cx="4068000" cy="1320289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square" lIns="90000" tIns="288000" rIns="90000" bIns="288000">
            <a:spAutoFit/>
          </a:bodyPr>
          <a:lstStyle/>
          <a:p>
            <a:pPr eaLnBrk="1" hangingPunct="1"/>
            <a:r>
              <a:rPr lang="cs-CZ" u="sng" dirty="0">
                <a:latin typeface="Consolas" panose="020B0609020204030204" pitchFamily="49" charset="0"/>
                <a:cs typeface="Consolas" panose="020B0609020204030204" pitchFamily="49" charset="0"/>
              </a:rPr>
              <a:t>Nuluj</a:t>
            </a:r>
            <a:r>
              <a:rPr lang="cs-CZ" dirty="0">
                <a:latin typeface="Consolas" panose="020B0609020204030204" pitchFamily="49" charset="0"/>
                <a:cs typeface="Consolas" panose="020B0609020204030204" pitchFamily="49" charset="0"/>
              </a:rPr>
              <a:t> bit 0 v I/O registru PORTK</a:t>
            </a:r>
          </a:p>
        </p:txBody>
      </p:sp>
      <p:sp>
        <p:nvSpPr>
          <p:cNvPr id="18" name="TextovéPole 17"/>
          <p:cNvSpPr txBox="1"/>
          <p:nvPr/>
        </p:nvSpPr>
        <p:spPr bwMode="auto">
          <a:xfrm>
            <a:off x="360000" y="4556986"/>
            <a:ext cx="354584" cy="276999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algn="ctr" rtl="0" fontAlgn="base">
              <a:spcBef>
                <a:spcPct val="0"/>
              </a:spcBef>
              <a:spcAft>
                <a:spcPct val="0"/>
              </a:spcAft>
            </a:pPr>
            <a:r>
              <a:rPr lang="cs-CZ" sz="1200" dirty="0">
                <a:solidFill>
                  <a:schemeClr val="bg1"/>
                </a:solidFill>
                <a:latin typeface="Arial"/>
                <a:ea typeface="+mn-ea"/>
                <a:cs typeface="+mn-cs"/>
              </a:rPr>
              <a:t>13</a:t>
            </a:r>
          </a:p>
        </p:txBody>
      </p:sp>
      <p:pic>
        <p:nvPicPr>
          <p:cNvPr id="2" name="Obrázek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0000" y="1080000"/>
            <a:ext cx="8460000" cy="100970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4" name="Rectangle 2"/>
          <p:cNvSpPr>
            <a:spLocks noGrp="1" noChangeArrowheads="1"/>
          </p:cNvSpPr>
          <p:nvPr>
            <p:ph type="title"/>
          </p:nvPr>
        </p:nvSpPr>
        <p:spPr>
          <a:xfrm>
            <a:off x="720000" y="72000"/>
            <a:ext cx="7772400" cy="400110"/>
          </a:xfrm>
          <a:noFill/>
          <a:ln/>
        </p:spPr>
        <p:txBody>
          <a:bodyPr>
            <a:spAutoFit/>
          </a:bodyPr>
          <a:lstStyle/>
          <a:p>
            <a:pPr lvl="0">
              <a:defRPr/>
            </a:pPr>
            <a:r>
              <a:rPr lang="cs-CZ" sz="20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ea typeface="+mn-ea"/>
                <a:cs typeface="+mn-cs"/>
              </a:rPr>
              <a:t>Aritmetické instrukce</a:t>
            </a:r>
          </a:p>
        </p:txBody>
      </p:sp>
    </p:spTree>
    <p:extLst>
      <p:ext uri="{BB962C8B-B14F-4D97-AF65-F5344CB8AC3E}">
        <p14:creationId xmlns:p14="http://schemas.microsoft.com/office/powerpoint/2010/main" val="5528788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  <p:bldP spid="8" grpId="0" animBg="1"/>
      <p:bldP spid="12" grpId="0" animBg="1"/>
      <p:bldP spid="13" grpId="0"/>
      <p:bldP spid="16" grpId="0" animBg="1"/>
      <p:bldP spid="17" grpId="0" animBg="1"/>
      <p:bldP spid="18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délník 4"/>
          <p:cNvSpPr/>
          <p:nvPr/>
        </p:nvSpPr>
        <p:spPr>
          <a:xfrm>
            <a:off x="4680000" y="3060000"/>
            <a:ext cx="4068000" cy="1286845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square" lIns="90000" tIns="180000" rIns="90000" bIns="180000">
            <a:spAutoFit/>
          </a:bodyPr>
          <a:lstStyle/>
          <a:p>
            <a:r>
              <a:rPr lang="cs-CZ" sz="20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IN	</a:t>
            </a:r>
            <a:r>
              <a:rPr lang="cs-CZ" sz="2000" dirty="0">
                <a:latin typeface="Consolas" panose="020B0609020204030204" pitchFamily="49" charset="0"/>
                <a:cs typeface="Consolas" panose="020B0609020204030204" pitchFamily="49" charset="0"/>
              </a:rPr>
              <a:t>R16,PORTK</a:t>
            </a:r>
          </a:p>
          <a:p>
            <a:r>
              <a:rPr lang="cs-CZ" sz="20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ORI	</a:t>
            </a:r>
            <a:r>
              <a:rPr lang="cs-CZ" sz="2000" dirty="0">
                <a:latin typeface="Consolas" panose="020B0609020204030204" pitchFamily="49" charset="0"/>
                <a:cs typeface="Consolas" panose="020B0609020204030204" pitchFamily="49" charset="0"/>
              </a:rPr>
              <a:t>R16,0b00001000</a:t>
            </a:r>
          </a:p>
          <a:p>
            <a:r>
              <a:rPr lang="cs-CZ" sz="2000" dirty="0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cs-CZ" sz="20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OUT</a:t>
            </a:r>
            <a:r>
              <a:rPr lang="cs-CZ" sz="2000" dirty="0">
                <a:latin typeface="Consolas" panose="020B0609020204030204" pitchFamily="49" charset="0"/>
                <a:cs typeface="Consolas" panose="020B0609020204030204" pitchFamily="49" charset="0"/>
              </a:rPr>
              <a:t>	PORTK,R16</a:t>
            </a:r>
          </a:p>
        </p:txBody>
      </p:sp>
      <p:sp>
        <p:nvSpPr>
          <p:cNvPr id="7" name="Obdélník 6"/>
          <p:cNvSpPr/>
          <p:nvPr/>
        </p:nvSpPr>
        <p:spPr>
          <a:xfrm>
            <a:off x="360000" y="3060000"/>
            <a:ext cx="4068000" cy="1320289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square" lIns="90000" tIns="288000" rIns="90000" bIns="288000">
            <a:spAutoFit/>
          </a:bodyPr>
          <a:lstStyle/>
          <a:p>
            <a:pPr eaLnBrk="1" hangingPunct="1"/>
            <a:r>
              <a:rPr lang="cs-CZ" u="sng" dirty="0">
                <a:latin typeface="Consolas" panose="020B0609020204030204" pitchFamily="49" charset="0"/>
                <a:cs typeface="Consolas" panose="020B0609020204030204" pitchFamily="49" charset="0"/>
              </a:rPr>
              <a:t>Nastav</a:t>
            </a:r>
            <a:r>
              <a:rPr lang="cs-CZ" dirty="0">
                <a:latin typeface="Consolas" panose="020B0609020204030204" pitchFamily="49" charset="0"/>
                <a:cs typeface="Consolas" panose="020B0609020204030204" pitchFamily="49" charset="0"/>
              </a:rPr>
              <a:t> bit 3 v I/O registru PORTK</a:t>
            </a:r>
          </a:p>
        </p:txBody>
      </p:sp>
      <p:sp>
        <p:nvSpPr>
          <p:cNvPr id="8" name="TextovéPole 7"/>
          <p:cNvSpPr txBox="1"/>
          <p:nvPr/>
        </p:nvSpPr>
        <p:spPr bwMode="auto">
          <a:xfrm>
            <a:off x="360000" y="3060000"/>
            <a:ext cx="354584" cy="276999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algn="ctr" rtl="0" fontAlgn="base">
              <a:spcBef>
                <a:spcPct val="0"/>
              </a:spcBef>
              <a:spcAft>
                <a:spcPct val="0"/>
              </a:spcAft>
            </a:pPr>
            <a:r>
              <a:rPr lang="cs-CZ" sz="1200" dirty="0">
                <a:solidFill>
                  <a:schemeClr val="bg1"/>
                </a:solidFill>
                <a:latin typeface="Arial"/>
                <a:ea typeface="+mn-ea"/>
                <a:cs typeface="+mn-cs"/>
              </a:rPr>
              <a:t>12</a:t>
            </a:r>
          </a:p>
        </p:txBody>
      </p:sp>
      <p:sp>
        <p:nvSpPr>
          <p:cNvPr id="9" name="Tlačítko akce: Vlastní 8">
            <a:hlinkClick r:id="" action="ppaction://hlinkshowjump?jump=nextslide" highlightClick="1"/>
          </p:cNvPr>
          <p:cNvSpPr/>
          <p:nvPr/>
        </p:nvSpPr>
        <p:spPr>
          <a:xfrm>
            <a:off x="6840008" y="6300008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10" name="Tlačítko akce: Vlastní 9">
            <a:hlinkClick r:id="" action="ppaction://hlinkshowjump?jump=previousslide" highlightClick="1"/>
          </p:cNvPr>
          <p:cNvSpPr/>
          <p:nvPr/>
        </p:nvSpPr>
        <p:spPr>
          <a:xfrm>
            <a:off x="5760007" y="6300008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11" name="Tlačítko akce: Vlastní 10">
            <a:hlinkClick r:id="rId3" action="ppaction://hlinksldjump" highlightClick="1"/>
          </p:cNvPr>
          <p:cNvSpPr/>
          <p:nvPr/>
        </p:nvSpPr>
        <p:spPr>
          <a:xfrm>
            <a:off x="7920007" y="6300008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12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 dirty="0">
              <a:latin typeface="Arial Black" pitchFamily="34" charset="0"/>
            </a:endParaRPr>
          </a:p>
        </p:txBody>
      </p:sp>
      <p:sp>
        <p:nvSpPr>
          <p:cNvPr id="13" name="Zástupný symbol pro číslo snímku 5"/>
          <p:cNvSpPr txBox="1">
            <a:spLocks/>
          </p:cNvSpPr>
          <p:nvPr/>
        </p:nvSpPr>
        <p:spPr bwMode="auto">
          <a:xfrm>
            <a:off x="6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49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16" name="Obdélník 15"/>
          <p:cNvSpPr/>
          <p:nvPr/>
        </p:nvSpPr>
        <p:spPr>
          <a:xfrm>
            <a:off x="4680000" y="4572000"/>
            <a:ext cx="4068000" cy="1286845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square" lIns="90000" tIns="180000" rIns="90000" bIns="180000">
            <a:spAutoFit/>
          </a:bodyPr>
          <a:lstStyle/>
          <a:p>
            <a:r>
              <a:rPr lang="cs-CZ" sz="20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IN	</a:t>
            </a:r>
            <a:r>
              <a:rPr lang="cs-CZ" sz="2000" dirty="0">
                <a:latin typeface="Consolas" panose="020B0609020204030204" pitchFamily="49" charset="0"/>
                <a:cs typeface="Consolas" panose="020B0609020204030204" pitchFamily="49" charset="0"/>
              </a:rPr>
              <a:t>R16,PORTK</a:t>
            </a:r>
          </a:p>
          <a:p>
            <a:r>
              <a:rPr lang="cs-CZ" sz="20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ANDI	</a:t>
            </a:r>
            <a:r>
              <a:rPr lang="cs-CZ" sz="2000" dirty="0">
                <a:latin typeface="Consolas" panose="020B0609020204030204" pitchFamily="49" charset="0"/>
                <a:cs typeface="Consolas" panose="020B0609020204030204" pitchFamily="49" charset="0"/>
              </a:rPr>
              <a:t>R16,0b11111110</a:t>
            </a:r>
          </a:p>
          <a:p>
            <a:r>
              <a:rPr lang="cs-CZ" sz="2000" dirty="0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cs-CZ" sz="20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OUT</a:t>
            </a:r>
            <a:r>
              <a:rPr lang="cs-CZ" sz="2000" dirty="0">
                <a:latin typeface="Consolas" panose="020B0609020204030204" pitchFamily="49" charset="0"/>
                <a:cs typeface="Consolas" panose="020B0609020204030204" pitchFamily="49" charset="0"/>
              </a:rPr>
              <a:t>	PORTK,R16</a:t>
            </a:r>
          </a:p>
        </p:txBody>
      </p:sp>
      <p:sp>
        <p:nvSpPr>
          <p:cNvPr id="17" name="Obdélník 16"/>
          <p:cNvSpPr/>
          <p:nvPr/>
        </p:nvSpPr>
        <p:spPr>
          <a:xfrm>
            <a:off x="360000" y="4572000"/>
            <a:ext cx="4068000" cy="1320289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square" lIns="90000" tIns="288000" rIns="90000" bIns="288000">
            <a:spAutoFit/>
          </a:bodyPr>
          <a:lstStyle/>
          <a:p>
            <a:pPr eaLnBrk="1" hangingPunct="1"/>
            <a:r>
              <a:rPr lang="cs-CZ" u="sng" dirty="0">
                <a:latin typeface="Consolas" panose="020B0609020204030204" pitchFamily="49" charset="0"/>
                <a:cs typeface="Consolas" panose="020B0609020204030204" pitchFamily="49" charset="0"/>
              </a:rPr>
              <a:t>Nuluj</a:t>
            </a:r>
            <a:r>
              <a:rPr lang="cs-CZ" dirty="0">
                <a:latin typeface="Consolas" panose="020B0609020204030204" pitchFamily="49" charset="0"/>
                <a:cs typeface="Consolas" panose="020B0609020204030204" pitchFamily="49" charset="0"/>
              </a:rPr>
              <a:t> bit 0 v I/O registru PORTK</a:t>
            </a:r>
          </a:p>
        </p:txBody>
      </p:sp>
      <p:sp>
        <p:nvSpPr>
          <p:cNvPr id="18" name="TextovéPole 17"/>
          <p:cNvSpPr txBox="1"/>
          <p:nvPr/>
        </p:nvSpPr>
        <p:spPr bwMode="auto">
          <a:xfrm>
            <a:off x="360000" y="4556986"/>
            <a:ext cx="354584" cy="276999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algn="ctr" rtl="0" fontAlgn="base">
              <a:spcBef>
                <a:spcPct val="0"/>
              </a:spcBef>
              <a:spcAft>
                <a:spcPct val="0"/>
              </a:spcAft>
            </a:pPr>
            <a:r>
              <a:rPr lang="cs-CZ" sz="1200" dirty="0">
                <a:solidFill>
                  <a:schemeClr val="bg1"/>
                </a:solidFill>
                <a:latin typeface="Arial"/>
                <a:ea typeface="+mn-ea"/>
                <a:cs typeface="+mn-cs"/>
              </a:rPr>
              <a:t>13</a:t>
            </a:r>
          </a:p>
        </p:txBody>
      </p:sp>
      <p:pic>
        <p:nvPicPr>
          <p:cNvPr id="3" name="Obrázek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0338" y="1079996"/>
            <a:ext cx="8460000" cy="1009709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4" name="Rectangle 2"/>
          <p:cNvSpPr>
            <a:spLocks noGrp="1" noChangeArrowheads="1"/>
          </p:cNvSpPr>
          <p:nvPr>
            <p:ph type="title"/>
          </p:nvPr>
        </p:nvSpPr>
        <p:spPr>
          <a:xfrm>
            <a:off x="720000" y="72000"/>
            <a:ext cx="7772400" cy="400110"/>
          </a:xfrm>
          <a:noFill/>
          <a:ln/>
        </p:spPr>
        <p:txBody>
          <a:bodyPr>
            <a:spAutoFit/>
          </a:bodyPr>
          <a:lstStyle/>
          <a:p>
            <a:pPr lvl="0">
              <a:defRPr/>
            </a:pPr>
            <a:r>
              <a:rPr lang="cs-CZ" sz="20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ea typeface="+mn-ea"/>
                <a:cs typeface="+mn-cs"/>
              </a:rPr>
              <a:t>Aritmetické instrukce</a:t>
            </a:r>
          </a:p>
        </p:txBody>
      </p:sp>
    </p:spTree>
    <p:extLst>
      <p:ext uri="{BB962C8B-B14F-4D97-AF65-F5344CB8AC3E}">
        <p14:creationId xmlns:p14="http://schemas.microsoft.com/office/powerpoint/2010/main" val="1753741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  <p:bldP spid="8" grpId="0" animBg="1"/>
      <p:bldP spid="12" grpId="0" animBg="1"/>
      <p:bldP spid="13" grpId="0"/>
      <p:bldP spid="16" grpId="0" animBg="1"/>
      <p:bldP spid="17" grpId="0" animBg="1"/>
      <p:bldP spid="18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946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360001" y="1080003"/>
            <a:ext cx="8784000" cy="4078039"/>
          </a:xfrm>
        </p:spPr>
        <p:txBody>
          <a:bodyPr wrap="square">
            <a:spAutoFit/>
          </a:bodyPr>
          <a:lstStyle/>
          <a:p>
            <a:pPr marL="504000" indent="-504000" eaLnBrk="0" hangingPunct="0">
              <a:spcBef>
                <a:spcPct val="0"/>
              </a:spcBef>
              <a:spcAft>
                <a:spcPts val="600"/>
              </a:spcAft>
              <a:buSzPct val="100000"/>
              <a:defRPr/>
            </a:pPr>
            <a:r>
              <a:rPr lang="cs-CZ" sz="2800" b="1" kern="1200" dirty="0">
                <a:latin typeface="Verdana" pitchFamily="34" charset="0"/>
              </a:rPr>
              <a:t>Logické</a:t>
            </a:r>
          </a:p>
          <a:p>
            <a:pPr marL="504000" indent="0" eaLnBrk="0" hangingPunct="0">
              <a:spcBef>
                <a:spcPct val="0"/>
              </a:spcBef>
              <a:spcAft>
                <a:spcPts val="600"/>
              </a:spcAft>
              <a:buSzPct val="100000"/>
              <a:buNone/>
              <a:defRPr/>
            </a:pPr>
            <a:r>
              <a:rPr lang="cs-CZ" sz="2800" kern="1200" dirty="0">
                <a:latin typeface="Consolas" panose="020B0609020204030204" pitchFamily="49" charset="0"/>
                <a:cs typeface="Consolas" panose="020B0609020204030204" pitchFamily="49" charset="0"/>
              </a:rPr>
              <a:t>AND, ANDI, OR, ORI, EOR, SBR, CBR</a:t>
            </a:r>
          </a:p>
          <a:p>
            <a:pPr marL="504000" indent="-504000" eaLnBrk="0" hangingPunct="0">
              <a:spcBef>
                <a:spcPct val="0"/>
              </a:spcBef>
              <a:spcAft>
                <a:spcPts val="600"/>
              </a:spcAft>
              <a:buSzPct val="100000"/>
              <a:defRPr/>
            </a:pPr>
            <a:r>
              <a:rPr lang="cs-CZ" sz="2800" b="1" kern="1200" dirty="0">
                <a:latin typeface="Verdana" pitchFamily="34" charset="0"/>
              </a:rPr>
              <a:t>Bitové</a:t>
            </a:r>
          </a:p>
          <a:p>
            <a:pPr marL="504000" indent="0" eaLnBrk="0" hangingPunct="0">
              <a:spcBef>
                <a:spcPct val="0"/>
              </a:spcBef>
              <a:spcAft>
                <a:spcPts val="600"/>
              </a:spcAft>
              <a:buSzPct val="100000"/>
              <a:buNone/>
              <a:defRPr/>
            </a:pPr>
            <a:r>
              <a:rPr lang="cs-CZ" sz="2800" kern="1200" dirty="0">
                <a:latin typeface="Consolas" panose="020B0609020204030204" pitchFamily="49" charset="0"/>
                <a:cs typeface="Consolas" panose="020B0609020204030204" pitchFamily="49" charset="0"/>
              </a:rPr>
              <a:t>LSL, LSR, ROR, ROL, ASR, SWAP…</a:t>
            </a:r>
          </a:p>
          <a:p>
            <a:pPr marL="504000" indent="-504000" eaLnBrk="0" hangingPunct="0">
              <a:spcBef>
                <a:spcPct val="0"/>
              </a:spcBef>
              <a:spcAft>
                <a:spcPts val="600"/>
              </a:spcAft>
              <a:buSzPct val="100000"/>
              <a:defRPr/>
            </a:pPr>
            <a:r>
              <a:rPr lang="cs-CZ" sz="2800" b="1" kern="1200" dirty="0">
                <a:latin typeface="Verdana" pitchFamily="34" charset="0"/>
              </a:rPr>
              <a:t>SREG</a:t>
            </a:r>
          </a:p>
          <a:p>
            <a:pPr marL="504000" indent="0" eaLnBrk="0" hangingPunct="0">
              <a:spcBef>
                <a:spcPct val="0"/>
              </a:spcBef>
              <a:spcAft>
                <a:spcPts val="600"/>
              </a:spcAft>
              <a:buSzPct val="100000"/>
              <a:buNone/>
              <a:defRPr/>
            </a:pPr>
            <a:r>
              <a:rPr lang="cs-CZ" sz="2800" kern="1200" dirty="0">
                <a:latin typeface="Consolas" panose="020B0609020204030204" pitchFamily="49" charset="0"/>
                <a:cs typeface="Consolas" panose="020B0609020204030204" pitchFamily="49" charset="0"/>
              </a:rPr>
              <a:t>BSET, BCLR …</a:t>
            </a:r>
          </a:p>
          <a:p>
            <a:pPr marL="504000" indent="-504000" eaLnBrk="0" hangingPunct="0">
              <a:spcBef>
                <a:spcPct val="0"/>
              </a:spcBef>
              <a:spcAft>
                <a:spcPts val="600"/>
              </a:spcAft>
              <a:buSzPct val="100000"/>
              <a:defRPr/>
            </a:pPr>
            <a:r>
              <a:rPr lang="cs-CZ" sz="2800" b="1" kern="1200" dirty="0">
                <a:latin typeface="Verdana" pitchFamily="34" charset="0"/>
              </a:rPr>
              <a:t>Bity v I/O</a:t>
            </a:r>
          </a:p>
          <a:p>
            <a:pPr marL="504000" indent="0" eaLnBrk="0" hangingPunct="0">
              <a:spcBef>
                <a:spcPct val="0"/>
              </a:spcBef>
              <a:spcAft>
                <a:spcPts val="600"/>
              </a:spcAft>
              <a:buSzPct val="100000"/>
              <a:buNone/>
              <a:defRPr/>
            </a:pPr>
            <a:r>
              <a:rPr lang="cs-CZ" sz="2800" kern="1200" dirty="0">
                <a:latin typeface="Consolas" panose="020B0609020204030204" pitchFamily="49" charset="0"/>
                <a:cs typeface="Consolas" panose="020B0609020204030204" pitchFamily="49" charset="0"/>
              </a:rPr>
              <a:t>SBI, CBI</a:t>
            </a:r>
          </a:p>
        </p:txBody>
      </p:sp>
      <p:sp>
        <p:nvSpPr>
          <p:cNvPr id="4" name="Tlačítko akce: Vlastní 3">
            <a:hlinkClick r:id="" action="ppaction://hlinkshowjump?jump=nextslide" highlightClick="1"/>
          </p:cNvPr>
          <p:cNvSpPr/>
          <p:nvPr/>
        </p:nvSpPr>
        <p:spPr>
          <a:xfrm>
            <a:off x="6840008" y="6300008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5" name="Tlačítko akce: Vlastní 4">
            <a:hlinkClick r:id="" action="ppaction://hlinkshowjump?jump=previousslide" highlightClick="1"/>
          </p:cNvPr>
          <p:cNvSpPr/>
          <p:nvPr/>
        </p:nvSpPr>
        <p:spPr>
          <a:xfrm>
            <a:off x="5760007" y="6300008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6" name="Tlačítko akce: Vlastní 5">
            <a:hlinkClick r:id="rId3" action="ppaction://hlinksldjump" highlightClick="1"/>
          </p:cNvPr>
          <p:cNvSpPr/>
          <p:nvPr/>
        </p:nvSpPr>
        <p:spPr>
          <a:xfrm>
            <a:off x="7920007" y="6300008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7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 dirty="0">
              <a:latin typeface="Arial Black" pitchFamily="34" charset="0"/>
            </a:endParaRPr>
          </a:p>
        </p:txBody>
      </p:sp>
      <p:sp>
        <p:nvSpPr>
          <p:cNvPr id="8" name="Zástupný symbol pro číslo snímku 5"/>
          <p:cNvSpPr txBox="1">
            <a:spLocks/>
          </p:cNvSpPr>
          <p:nvPr/>
        </p:nvSpPr>
        <p:spPr bwMode="auto">
          <a:xfrm>
            <a:off x="6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50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10" name="Rectangle 3"/>
          <p:cNvSpPr>
            <a:spLocks noGrp="1" noChangeArrowheads="1"/>
          </p:cNvSpPr>
          <p:nvPr>
            <p:ph type="title"/>
          </p:nvPr>
        </p:nvSpPr>
        <p:spPr>
          <a:xfrm>
            <a:off x="468000" y="288002"/>
            <a:ext cx="8676000" cy="720000"/>
          </a:xfrm>
        </p:spPr>
        <p:txBody>
          <a:bodyPr/>
          <a:lstStyle/>
          <a:p>
            <a:pPr>
              <a:defRPr/>
            </a:pPr>
            <a:r>
              <a:rPr lang="cs-CZ" sz="40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Logické a bitové instrukce</a:t>
            </a:r>
          </a:p>
        </p:txBody>
      </p:sp>
    </p:spTree>
    <p:extLst>
      <p:ext uri="{BB962C8B-B14F-4D97-AF65-F5344CB8AC3E}">
        <p14:creationId xmlns:p14="http://schemas.microsoft.com/office/powerpoint/2010/main" val="36626583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9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109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9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109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9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109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94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1094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94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1094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94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1094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94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1094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94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1094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délník 4"/>
          <p:cNvSpPr/>
          <p:nvPr/>
        </p:nvSpPr>
        <p:spPr>
          <a:xfrm>
            <a:off x="4680000" y="3060000"/>
            <a:ext cx="4068000" cy="1286845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square" lIns="90000" tIns="180000" rIns="90000" bIns="180000">
            <a:spAutoFit/>
          </a:bodyPr>
          <a:lstStyle/>
          <a:p>
            <a:r>
              <a:rPr lang="cs-CZ" sz="20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IN	</a:t>
            </a:r>
            <a:r>
              <a:rPr lang="cs-CZ" sz="2000" dirty="0">
                <a:latin typeface="Consolas" panose="020B0609020204030204" pitchFamily="49" charset="0"/>
                <a:cs typeface="Consolas" panose="020B0609020204030204" pitchFamily="49" charset="0"/>
              </a:rPr>
              <a:t>R16,PORTK</a:t>
            </a:r>
          </a:p>
          <a:p>
            <a:r>
              <a:rPr lang="cs-CZ" sz="20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ORI	</a:t>
            </a:r>
            <a:r>
              <a:rPr lang="cs-CZ" sz="2000" dirty="0">
                <a:latin typeface="Consolas" panose="020B0609020204030204" pitchFamily="49" charset="0"/>
                <a:cs typeface="Consolas" panose="020B0609020204030204" pitchFamily="49" charset="0"/>
              </a:rPr>
              <a:t>R16,0b00001000</a:t>
            </a:r>
          </a:p>
          <a:p>
            <a:r>
              <a:rPr lang="cs-CZ" sz="2000" dirty="0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cs-CZ" sz="20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OUT</a:t>
            </a:r>
            <a:r>
              <a:rPr lang="cs-CZ" sz="2000" dirty="0">
                <a:latin typeface="Consolas" panose="020B0609020204030204" pitchFamily="49" charset="0"/>
                <a:cs typeface="Consolas" panose="020B0609020204030204" pitchFamily="49" charset="0"/>
              </a:rPr>
              <a:t>	PORTK,R16</a:t>
            </a:r>
          </a:p>
        </p:txBody>
      </p:sp>
      <p:sp>
        <p:nvSpPr>
          <p:cNvPr id="7" name="Obdélník 6"/>
          <p:cNvSpPr/>
          <p:nvPr/>
        </p:nvSpPr>
        <p:spPr>
          <a:xfrm>
            <a:off x="360000" y="3060000"/>
            <a:ext cx="4068000" cy="1320289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square" lIns="90000" tIns="288000" rIns="90000" bIns="288000">
            <a:spAutoFit/>
          </a:bodyPr>
          <a:lstStyle/>
          <a:p>
            <a:pPr eaLnBrk="1" hangingPunct="1"/>
            <a:r>
              <a:rPr lang="cs-CZ" u="sng" dirty="0">
                <a:latin typeface="Consolas" panose="020B0609020204030204" pitchFamily="49" charset="0"/>
                <a:cs typeface="Consolas" panose="020B0609020204030204" pitchFamily="49" charset="0"/>
              </a:rPr>
              <a:t>Nastav</a:t>
            </a:r>
            <a:r>
              <a:rPr lang="cs-CZ" dirty="0">
                <a:latin typeface="Consolas" panose="020B0609020204030204" pitchFamily="49" charset="0"/>
                <a:cs typeface="Consolas" panose="020B0609020204030204" pitchFamily="49" charset="0"/>
              </a:rPr>
              <a:t> bit 3 v I/O registru PORTK</a:t>
            </a:r>
          </a:p>
        </p:txBody>
      </p:sp>
      <p:sp>
        <p:nvSpPr>
          <p:cNvPr id="8" name="TextovéPole 7"/>
          <p:cNvSpPr txBox="1"/>
          <p:nvPr/>
        </p:nvSpPr>
        <p:spPr bwMode="auto">
          <a:xfrm>
            <a:off x="360000" y="3060000"/>
            <a:ext cx="354584" cy="276999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algn="ctr" rtl="0" fontAlgn="base">
              <a:spcBef>
                <a:spcPct val="0"/>
              </a:spcBef>
              <a:spcAft>
                <a:spcPct val="0"/>
              </a:spcAft>
            </a:pPr>
            <a:r>
              <a:rPr lang="cs-CZ" sz="1200" dirty="0">
                <a:solidFill>
                  <a:schemeClr val="bg1"/>
                </a:solidFill>
                <a:latin typeface="Arial"/>
                <a:ea typeface="+mn-ea"/>
                <a:cs typeface="+mn-cs"/>
              </a:rPr>
              <a:t>12</a:t>
            </a:r>
          </a:p>
        </p:txBody>
      </p:sp>
      <p:sp>
        <p:nvSpPr>
          <p:cNvPr id="9" name="Tlačítko akce: Vlastní 8">
            <a:hlinkClick r:id="" action="ppaction://hlinkshowjump?jump=nextslide" highlightClick="1"/>
          </p:cNvPr>
          <p:cNvSpPr/>
          <p:nvPr/>
        </p:nvSpPr>
        <p:spPr>
          <a:xfrm>
            <a:off x="6840008" y="6300008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10" name="Tlačítko akce: Vlastní 9">
            <a:hlinkClick r:id="" action="ppaction://hlinkshowjump?jump=previousslide" highlightClick="1"/>
          </p:cNvPr>
          <p:cNvSpPr/>
          <p:nvPr/>
        </p:nvSpPr>
        <p:spPr>
          <a:xfrm>
            <a:off x="5760007" y="6300008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11" name="Tlačítko akce: Vlastní 10">
            <a:hlinkClick r:id="rId3" action="ppaction://hlinksldjump" highlightClick="1"/>
          </p:cNvPr>
          <p:cNvSpPr/>
          <p:nvPr/>
        </p:nvSpPr>
        <p:spPr>
          <a:xfrm>
            <a:off x="7920007" y="6300008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12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 dirty="0">
              <a:latin typeface="Arial Black" pitchFamily="34" charset="0"/>
            </a:endParaRPr>
          </a:p>
        </p:txBody>
      </p:sp>
      <p:sp>
        <p:nvSpPr>
          <p:cNvPr id="13" name="Zástupný symbol pro číslo snímku 5"/>
          <p:cNvSpPr txBox="1">
            <a:spLocks/>
          </p:cNvSpPr>
          <p:nvPr/>
        </p:nvSpPr>
        <p:spPr bwMode="auto">
          <a:xfrm>
            <a:off x="6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51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16" name="Obdélník 15"/>
          <p:cNvSpPr/>
          <p:nvPr/>
        </p:nvSpPr>
        <p:spPr>
          <a:xfrm>
            <a:off x="4680000" y="4572000"/>
            <a:ext cx="4068000" cy="1286845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square" lIns="90000" tIns="180000" rIns="90000" bIns="180000">
            <a:spAutoFit/>
          </a:bodyPr>
          <a:lstStyle/>
          <a:p>
            <a:r>
              <a:rPr lang="cs-CZ" sz="20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IN	</a:t>
            </a:r>
            <a:r>
              <a:rPr lang="cs-CZ" sz="2000" dirty="0">
                <a:latin typeface="Consolas" panose="020B0609020204030204" pitchFamily="49" charset="0"/>
                <a:cs typeface="Consolas" panose="020B0609020204030204" pitchFamily="49" charset="0"/>
              </a:rPr>
              <a:t>R16,PORTK</a:t>
            </a:r>
          </a:p>
          <a:p>
            <a:r>
              <a:rPr lang="cs-CZ" sz="20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ANDI	</a:t>
            </a:r>
            <a:r>
              <a:rPr lang="cs-CZ" sz="2000" dirty="0">
                <a:latin typeface="Consolas" panose="020B0609020204030204" pitchFamily="49" charset="0"/>
                <a:cs typeface="Consolas" panose="020B0609020204030204" pitchFamily="49" charset="0"/>
              </a:rPr>
              <a:t>R16,0b11111110</a:t>
            </a:r>
          </a:p>
          <a:p>
            <a:r>
              <a:rPr lang="cs-CZ" sz="2000" dirty="0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cs-CZ" sz="20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OUT</a:t>
            </a:r>
            <a:r>
              <a:rPr lang="cs-CZ" sz="2000" dirty="0">
                <a:latin typeface="Consolas" panose="020B0609020204030204" pitchFamily="49" charset="0"/>
                <a:cs typeface="Consolas" panose="020B0609020204030204" pitchFamily="49" charset="0"/>
              </a:rPr>
              <a:t>	PORTK,R16</a:t>
            </a:r>
          </a:p>
        </p:txBody>
      </p:sp>
      <p:sp>
        <p:nvSpPr>
          <p:cNvPr id="17" name="Obdélník 16"/>
          <p:cNvSpPr/>
          <p:nvPr/>
        </p:nvSpPr>
        <p:spPr>
          <a:xfrm>
            <a:off x="360000" y="4572000"/>
            <a:ext cx="4068000" cy="1320289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square" lIns="90000" tIns="288000" rIns="90000" bIns="288000">
            <a:spAutoFit/>
          </a:bodyPr>
          <a:lstStyle/>
          <a:p>
            <a:pPr eaLnBrk="1" hangingPunct="1"/>
            <a:r>
              <a:rPr lang="cs-CZ" u="sng" dirty="0">
                <a:latin typeface="Consolas" panose="020B0609020204030204" pitchFamily="49" charset="0"/>
                <a:cs typeface="Consolas" panose="020B0609020204030204" pitchFamily="49" charset="0"/>
              </a:rPr>
              <a:t>Nuluj</a:t>
            </a:r>
            <a:r>
              <a:rPr lang="cs-CZ" dirty="0">
                <a:latin typeface="Consolas" panose="020B0609020204030204" pitchFamily="49" charset="0"/>
                <a:cs typeface="Consolas" panose="020B0609020204030204" pitchFamily="49" charset="0"/>
              </a:rPr>
              <a:t> bit 0 v I/O registru PORTK</a:t>
            </a:r>
          </a:p>
        </p:txBody>
      </p:sp>
      <p:sp>
        <p:nvSpPr>
          <p:cNvPr id="18" name="TextovéPole 17"/>
          <p:cNvSpPr txBox="1"/>
          <p:nvPr/>
        </p:nvSpPr>
        <p:spPr bwMode="auto">
          <a:xfrm>
            <a:off x="360000" y="4556986"/>
            <a:ext cx="354584" cy="276999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algn="ctr" rtl="0" fontAlgn="base">
              <a:spcBef>
                <a:spcPct val="0"/>
              </a:spcBef>
              <a:spcAft>
                <a:spcPct val="0"/>
              </a:spcAft>
            </a:pPr>
            <a:r>
              <a:rPr lang="cs-CZ" sz="1200" dirty="0">
                <a:solidFill>
                  <a:schemeClr val="bg1"/>
                </a:solidFill>
                <a:latin typeface="Arial"/>
                <a:ea typeface="+mn-ea"/>
                <a:cs typeface="+mn-cs"/>
              </a:rPr>
              <a:t>13</a:t>
            </a:r>
          </a:p>
        </p:txBody>
      </p:sp>
      <p:pic>
        <p:nvPicPr>
          <p:cNvPr id="6" name="Obrázek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0000" y="1079989"/>
            <a:ext cx="8460000" cy="186982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9" name="Rectangle 2"/>
          <p:cNvSpPr>
            <a:spLocks noGrp="1" noChangeArrowheads="1"/>
          </p:cNvSpPr>
          <p:nvPr>
            <p:ph type="title"/>
          </p:nvPr>
        </p:nvSpPr>
        <p:spPr>
          <a:xfrm>
            <a:off x="720000" y="72000"/>
            <a:ext cx="7772400" cy="400110"/>
          </a:xfrm>
          <a:noFill/>
          <a:ln/>
        </p:spPr>
        <p:txBody>
          <a:bodyPr>
            <a:spAutoFit/>
          </a:bodyPr>
          <a:lstStyle/>
          <a:p>
            <a:pPr lvl="0">
              <a:defRPr/>
            </a:pPr>
            <a:r>
              <a:rPr lang="cs-CZ" sz="20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ea typeface="+mn-ea"/>
                <a:cs typeface="+mn-cs"/>
              </a:rPr>
              <a:t>Logické a bitové instrukce</a:t>
            </a:r>
          </a:p>
        </p:txBody>
      </p:sp>
    </p:spTree>
    <p:extLst>
      <p:ext uri="{BB962C8B-B14F-4D97-AF65-F5344CB8AC3E}">
        <p14:creationId xmlns:p14="http://schemas.microsoft.com/office/powerpoint/2010/main" val="27443982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  <p:bldP spid="8" grpId="0" animBg="1"/>
      <p:bldP spid="12" grpId="0" animBg="1"/>
      <p:bldP spid="13" grpId="0"/>
      <p:bldP spid="16" grpId="0" animBg="1"/>
      <p:bldP spid="17" grpId="0" animBg="1"/>
      <p:bldP spid="18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délník 4"/>
          <p:cNvSpPr/>
          <p:nvPr/>
        </p:nvSpPr>
        <p:spPr>
          <a:xfrm>
            <a:off x="4716000" y="2348883"/>
            <a:ext cx="4068000" cy="950957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square" lIns="90000" tIns="288000" rIns="90000" bIns="288000">
            <a:spAutoFit/>
          </a:bodyPr>
          <a:lstStyle/>
          <a:p>
            <a:r>
              <a:rPr lang="cs-CZ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SBI	</a:t>
            </a:r>
            <a:r>
              <a:rPr lang="cs-CZ" dirty="0">
                <a:latin typeface="Consolas" panose="020B0609020204030204" pitchFamily="49" charset="0"/>
                <a:cs typeface="Consolas" panose="020B0609020204030204" pitchFamily="49" charset="0"/>
              </a:rPr>
              <a:t>PORTA,0</a:t>
            </a:r>
          </a:p>
        </p:txBody>
      </p:sp>
      <p:sp>
        <p:nvSpPr>
          <p:cNvPr id="7" name="Obdélník 6"/>
          <p:cNvSpPr/>
          <p:nvPr/>
        </p:nvSpPr>
        <p:spPr>
          <a:xfrm>
            <a:off x="360000" y="2348883"/>
            <a:ext cx="4068000" cy="1320289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square" lIns="90000" tIns="288000" rIns="90000" bIns="288000">
            <a:spAutoFit/>
          </a:bodyPr>
          <a:lstStyle/>
          <a:p>
            <a:pPr eaLnBrk="1" hangingPunct="1"/>
            <a:r>
              <a:rPr lang="cs-CZ" u="sng" dirty="0">
                <a:latin typeface="Consolas" panose="020B0609020204030204" pitchFamily="49" charset="0"/>
                <a:cs typeface="Consolas" panose="020B0609020204030204" pitchFamily="49" charset="0"/>
              </a:rPr>
              <a:t>Nastav</a:t>
            </a:r>
            <a:r>
              <a:rPr lang="cs-CZ" dirty="0">
                <a:latin typeface="Consolas" panose="020B0609020204030204" pitchFamily="49" charset="0"/>
                <a:cs typeface="Consolas" panose="020B0609020204030204" pitchFamily="49" charset="0"/>
              </a:rPr>
              <a:t> bit 0 v I/O registru PORTA</a:t>
            </a:r>
          </a:p>
        </p:txBody>
      </p:sp>
      <p:sp>
        <p:nvSpPr>
          <p:cNvPr id="8" name="TextovéPole 7"/>
          <p:cNvSpPr txBox="1"/>
          <p:nvPr/>
        </p:nvSpPr>
        <p:spPr bwMode="auto">
          <a:xfrm>
            <a:off x="360000" y="2348883"/>
            <a:ext cx="354584" cy="276999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algn="ctr" rtl="0" fontAlgn="base">
              <a:spcBef>
                <a:spcPct val="0"/>
              </a:spcBef>
              <a:spcAft>
                <a:spcPct val="0"/>
              </a:spcAft>
            </a:pPr>
            <a:r>
              <a:rPr lang="cs-CZ" sz="1200" dirty="0">
                <a:solidFill>
                  <a:schemeClr val="bg1"/>
                </a:solidFill>
                <a:latin typeface="Arial"/>
                <a:ea typeface="+mn-ea"/>
                <a:cs typeface="+mn-cs"/>
              </a:rPr>
              <a:t>14</a:t>
            </a:r>
          </a:p>
        </p:txBody>
      </p:sp>
      <p:sp>
        <p:nvSpPr>
          <p:cNvPr id="9" name="Tlačítko akce: Vlastní 8">
            <a:hlinkClick r:id="" action="ppaction://hlinkshowjump?jump=nextslide" highlightClick="1"/>
          </p:cNvPr>
          <p:cNvSpPr/>
          <p:nvPr/>
        </p:nvSpPr>
        <p:spPr>
          <a:xfrm>
            <a:off x="6840008" y="6300008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10" name="Tlačítko akce: Vlastní 9">
            <a:hlinkClick r:id="" action="ppaction://hlinkshowjump?jump=previousslide" highlightClick="1"/>
          </p:cNvPr>
          <p:cNvSpPr/>
          <p:nvPr/>
        </p:nvSpPr>
        <p:spPr>
          <a:xfrm>
            <a:off x="5760007" y="6300008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11" name="Tlačítko akce: Vlastní 10">
            <a:hlinkClick r:id="rId3" action="ppaction://hlinksldjump" highlightClick="1"/>
          </p:cNvPr>
          <p:cNvSpPr/>
          <p:nvPr/>
        </p:nvSpPr>
        <p:spPr>
          <a:xfrm>
            <a:off x="7920007" y="6300008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12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 dirty="0">
              <a:latin typeface="Arial Black" pitchFamily="34" charset="0"/>
            </a:endParaRPr>
          </a:p>
        </p:txBody>
      </p:sp>
      <p:sp>
        <p:nvSpPr>
          <p:cNvPr id="13" name="Zástupný symbol pro číslo snímku 5"/>
          <p:cNvSpPr txBox="1">
            <a:spLocks/>
          </p:cNvSpPr>
          <p:nvPr/>
        </p:nvSpPr>
        <p:spPr bwMode="auto">
          <a:xfrm>
            <a:off x="6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52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pic>
        <p:nvPicPr>
          <p:cNvPr id="1025" name="Picture 1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0000" y="1079999"/>
            <a:ext cx="8460000" cy="796096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6" name="Obdélník 15"/>
          <p:cNvSpPr/>
          <p:nvPr/>
        </p:nvSpPr>
        <p:spPr>
          <a:xfrm>
            <a:off x="4751536" y="3908914"/>
            <a:ext cx="4068000" cy="950957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square" lIns="90000" tIns="288000" rIns="90000" bIns="288000">
            <a:spAutoFit/>
          </a:bodyPr>
          <a:lstStyle/>
          <a:p>
            <a:r>
              <a:rPr lang="cs-CZ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CBI	</a:t>
            </a:r>
            <a:r>
              <a:rPr lang="cs-CZ" dirty="0">
                <a:latin typeface="Consolas" panose="020B0609020204030204" pitchFamily="49" charset="0"/>
                <a:cs typeface="Consolas" panose="020B0609020204030204" pitchFamily="49" charset="0"/>
              </a:rPr>
              <a:t>DDRB,7</a:t>
            </a:r>
          </a:p>
        </p:txBody>
      </p:sp>
      <p:sp>
        <p:nvSpPr>
          <p:cNvPr id="17" name="Obdélník 16"/>
          <p:cNvSpPr/>
          <p:nvPr/>
        </p:nvSpPr>
        <p:spPr>
          <a:xfrm>
            <a:off x="395536" y="3908914"/>
            <a:ext cx="4068000" cy="1320289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square" lIns="90000" tIns="288000" rIns="90000" bIns="288000">
            <a:spAutoFit/>
          </a:bodyPr>
          <a:lstStyle/>
          <a:p>
            <a:pPr eaLnBrk="1" hangingPunct="1"/>
            <a:r>
              <a:rPr lang="cs-CZ" u="sng" dirty="0">
                <a:latin typeface="Consolas" panose="020B0609020204030204" pitchFamily="49" charset="0"/>
                <a:cs typeface="Consolas" panose="020B0609020204030204" pitchFamily="49" charset="0"/>
              </a:rPr>
              <a:t>Nuluj</a:t>
            </a:r>
            <a:r>
              <a:rPr lang="cs-CZ" dirty="0">
                <a:latin typeface="Consolas" panose="020B0609020204030204" pitchFamily="49" charset="0"/>
                <a:cs typeface="Consolas" panose="020B0609020204030204" pitchFamily="49" charset="0"/>
              </a:rPr>
              <a:t> bit 7 v I/O registru DDRB</a:t>
            </a:r>
          </a:p>
        </p:txBody>
      </p:sp>
      <p:sp>
        <p:nvSpPr>
          <p:cNvPr id="18" name="TextovéPole 17"/>
          <p:cNvSpPr txBox="1"/>
          <p:nvPr/>
        </p:nvSpPr>
        <p:spPr bwMode="auto">
          <a:xfrm>
            <a:off x="395537" y="3908913"/>
            <a:ext cx="354584" cy="276999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algn="ctr" rtl="0" fontAlgn="base">
              <a:spcBef>
                <a:spcPct val="0"/>
              </a:spcBef>
              <a:spcAft>
                <a:spcPct val="0"/>
              </a:spcAft>
            </a:pPr>
            <a:r>
              <a:rPr lang="cs-CZ" sz="1200" dirty="0">
                <a:solidFill>
                  <a:schemeClr val="bg1"/>
                </a:solidFill>
                <a:latin typeface="Arial"/>
                <a:ea typeface="+mn-ea"/>
                <a:cs typeface="+mn-cs"/>
              </a:rPr>
              <a:t>15</a:t>
            </a:r>
          </a:p>
        </p:txBody>
      </p:sp>
      <p:sp>
        <p:nvSpPr>
          <p:cNvPr id="15" name="Rectangle 2"/>
          <p:cNvSpPr txBox="1">
            <a:spLocks noChangeArrowheads="1"/>
          </p:cNvSpPr>
          <p:nvPr/>
        </p:nvSpPr>
        <p:spPr bwMode="auto">
          <a:xfrm>
            <a:off x="720000" y="72000"/>
            <a:ext cx="7772400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34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34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34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34" charset="0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34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34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34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>
              <a:defRPr/>
            </a:pPr>
            <a:r>
              <a:rPr lang="cs-CZ" sz="2000" b="0" kern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ea typeface="+mn-ea"/>
                <a:cs typeface="+mn-cs"/>
              </a:rPr>
              <a:t>Logické a bitové instrukce</a:t>
            </a:r>
            <a:endParaRPr lang="cs-CZ" sz="2000" b="0" kern="0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854213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  <p:bldP spid="8" grpId="0" animBg="1"/>
      <p:bldP spid="12" grpId="0" animBg="1"/>
      <p:bldP spid="13" grpId="0"/>
      <p:bldP spid="16" grpId="0" animBg="1"/>
      <p:bldP spid="17" grpId="0" animBg="1"/>
      <p:bldP spid="18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3" name="Rectangle 2"/>
          <p:cNvSpPr>
            <a:spLocks noGrp="1" noChangeArrowheads="1"/>
          </p:cNvSpPr>
          <p:nvPr>
            <p:ph type="title"/>
          </p:nvPr>
        </p:nvSpPr>
        <p:spPr>
          <a:xfrm>
            <a:off x="468000" y="318791"/>
            <a:ext cx="7834306" cy="707886"/>
          </a:xfrm>
        </p:spPr>
        <p:txBody>
          <a:bodyPr>
            <a:spAutoFit/>
          </a:bodyPr>
          <a:lstStyle/>
          <a:p>
            <a:r>
              <a:rPr lang="cs-CZ" sz="4000" b="1" kern="12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Kontrolní otázky</a:t>
            </a:r>
            <a:endParaRPr lang="cs-CZ" sz="3600" dirty="0"/>
          </a:p>
        </p:txBody>
      </p:sp>
      <p:sp>
        <p:nvSpPr>
          <p:cNvPr id="3" name="Rectangle 2"/>
          <p:cNvSpPr txBox="1">
            <a:spLocks noChangeArrowheads="1"/>
          </p:cNvSpPr>
          <p:nvPr/>
        </p:nvSpPr>
        <p:spPr bwMode="auto">
          <a:xfrm>
            <a:off x="360006" y="1080015"/>
            <a:ext cx="8783993" cy="40934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360000" indent="-360000" eaLnBrk="0" hangingPunct="0">
              <a:spcBef>
                <a:spcPct val="0"/>
              </a:spcBef>
              <a:spcAft>
                <a:spcPts val="600"/>
              </a:spcAft>
              <a:buSzPct val="100000"/>
              <a:buFont typeface="Wingdings" panose="05000000000000000000" pitchFamily="2" charset="2"/>
              <a:buChar char=""/>
              <a:defRPr/>
            </a:pPr>
            <a:r>
              <a:rPr lang="cs-CZ" sz="2400" b="0" kern="1200" dirty="0">
                <a:latin typeface="Verdana" pitchFamily="34" charset="0"/>
              </a:rPr>
              <a:t>Jakou instrukci použijeme pro přesun dat mezi registry?</a:t>
            </a:r>
          </a:p>
          <a:p>
            <a:pPr marL="360000" indent="-360000" eaLnBrk="0" hangingPunct="0">
              <a:spcBef>
                <a:spcPct val="0"/>
              </a:spcBef>
              <a:spcAft>
                <a:spcPts val="600"/>
              </a:spcAft>
              <a:buSzPct val="100000"/>
              <a:buFont typeface="Wingdings" panose="05000000000000000000" pitchFamily="2" charset="2"/>
              <a:buChar char=""/>
              <a:defRPr/>
            </a:pPr>
            <a:r>
              <a:rPr lang="cs-CZ" sz="2400" b="0" dirty="0">
                <a:latin typeface="Verdana" pitchFamily="34" charset="0"/>
              </a:rPr>
              <a:t>Jakou instrukce použijeme pro zápis do paměti SRAM přímou adresací?</a:t>
            </a:r>
          </a:p>
          <a:p>
            <a:pPr marL="360000" indent="-360000" eaLnBrk="0" hangingPunct="0">
              <a:spcBef>
                <a:spcPct val="0"/>
              </a:spcBef>
              <a:spcAft>
                <a:spcPts val="600"/>
              </a:spcAft>
              <a:buSzPct val="100000"/>
              <a:buFont typeface="Wingdings" panose="05000000000000000000" pitchFamily="2" charset="2"/>
              <a:buChar char=""/>
              <a:defRPr/>
            </a:pPr>
            <a:r>
              <a:rPr lang="cs-CZ" sz="2400" b="0" dirty="0">
                <a:latin typeface="Verdana" pitchFamily="34" charset="0"/>
              </a:rPr>
              <a:t>Jakou instrukce použijeme pro čtení z paměti SRAM nepřímou adresací?</a:t>
            </a:r>
          </a:p>
          <a:p>
            <a:pPr marL="360000" indent="-360000" eaLnBrk="0" hangingPunct="0">
              <a:spcBef>
                <a:spcPct val="0"/>
              </a:spcBef>
              <a:spcAft>
                <a:spcPts val="600"/>
              </a:spcAft>
              <a:buSzPct val="100000"/>
              <a:buFont typeface="Wingdings" panose="05000000000000000000" pitchFamily="2" charset="2"/>
              <a:buChar char=""/>
              <a:defRPr/>
            </a:pPr>
            <a:r>
              <a:rPr lang="cs-CZ" sz="2400" b="0" dirty="0">
                <a:latin typeface="Verdana" pitchFamily="34" charset="0"/>
              </a:rPr>
              <a:t>Jakou instrukce použijeme pro zápisu do I/O registru?</a:t>
            </a:r>
          </a:p>
          <a:p>
            <a:pPr marL="360000" indent="-360000" eaLnBrk="0" hangingPunct="0">
              <a:spcBef>
                <a:spcPct val="0"/>
              </a:spcBef>
              <a:spcAft>
                <a:spcPts val="600"/>
              </a:spcAft>
              <a:buSzPct val="100000"/>
              <a:buFont typeface="Wingdings" panose="05000000000000000000" pitchFamily="2" charset="2"/>
              <a:buChar char=""/>
              <a:defRPr/>
            </a:pPr>
            <a:r>
              <a:rPr lang="cs-CZ" sz="2400" b="0" dirty="0">
                <a:latin typeface="Verdana" pitchFamily="34" charset="0"/>
              </a:rPr>
              <a:t>Jakou instrukce použijeme pro čtení z paměti programu?</a:t>
            </a:r>
          </a:p>
        </p:txBody>
      </p:sp>
      <p:sp>
        <p:nvSpPr>
          <p:cNvPr id="2" name="TextovéPole 1"/>
          <p:cNvSpPr txBox="1"/>
          <p:nvPr/>
        </p:nvSpPr>
        <p:spPr>
          <a:xfrm>
            <a:off x="8172400" y="188640"/>
            <a:ext cx="720080" cy="923330"/>
          </a:xfrm>
          <a:prstGeom prst="rect">
            <a:avLst/>
          </a:prstGeom>
          <a:solidFill>
            <a:schemeClr val="bg1">
              <a:lumMod val="75000"/>
            </a:schemeClr>
          </a:solidFill>
          <a:ln/>
        </p:spPr>
        <p:txBody>
          <a:bodyPr wrap="square" rtlCol="0">
            <a:spAutoFit/>
          </a:bodyPr>
          <a:lstStyle/>
          <a:p>
            <a:pPr algn="ctr"/>
            <a:r>
              <a:rPr lang="cs-CZ" sz="5400" kern="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sym typeface="Webdings"/>
              </a:rPr>
              <a:t></a:t>
            </a:r>
            <a:endParaRPr lang="cs-CZ" sz="5400" kern="0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 pitchFamily="34" charset="0"/>
            </a:endParaRPr>
          </a:p>
        </p:txBody>
      </p:sp>
      <p:sp>
        <p:nvSpPr>
          <p:cNvPr id="5" name="Tlačítko akce: Vlastní 4">
            <a:hlinkClick r:id="" action="ppaction://hlinkshowjump?jump=nextslide" highlightClick="1"/>
          </p:cNvPr>
          <p:cNvSpPr/>
          <p:nvPr/>
        </p:nvSpPr>
        <p:spPr>
          <a:xfrm>
            <a:off x="6840008" y="6300008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6" name="Tlačítko akce: Vlastní 5">
            <a:hlinkClick r:id="" action="ppaction://hlinkshowjump?jump=previousslide" highlightClick="1"/>
          </p:cNvPr>
          <p:cNvSpPr/>
          <p:nvPr/>
        </p:nvSpPr>
        <p:spPr>
          <a:xfrm>
            <a:off x="5760007" y="6300008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7" name="Tlačítko akce: Vlastní 6">
            <a:hlinkClick r:id="rId3" action="ppaction://hlinksldjump" highlightClick="1"/>
          </p:cNvPr>
          <p:cNvSpPr/>
          <p:nvPr/>
        </p:nvSpPr>
        <p:spPr>
          <a:xfrm>
            <a:off x="7920007" y="6300008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8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latin typeface="Arial Black" pitchFamily="34" charset="0"/>
            </a:endParaRPr>
          </a:p>
        </p:txBody>
      </p:sp>
      <p:sp>
        <p:nvSpPr>
          <p:cNvPr id="9" name="Zástupný symbol pro číslo snímku 5"/>
          <p:cNvSpPr txBox="1">
            <a:spLocks/>
          </p:cNvSpPr>
          <p:nvPr/>
        </p:nvSpPr>
        <p:spPr bwMode="auto">
          <a:xfrm>
            <a:off x="6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53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556603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 txBox="1">
            <a:spLocks noChangeArrowheads="1"/>
          </p:cNvSpPr>
          <p:nvPr/>
        </p:nvSpPr>
        <p:spPr bwMode="auto">
          <a:xfrm>
            <a:off x="360006" y="1080015"/>
            <a:ext cx="8783993" cy="12003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360000" indent="-360000" eaLnBrk="0" hangingPunct="0">
              <a:spcBef>
                <a:spcPct val="0"/>
              </a:spcBef>
              <a:spcAft>
                <a:spcPts val="600"/>
              </a:spcAft>
              <a:buSzPct val="100000"/>
              <a:buFont typeface="Wingdings" panose="05000000000000000000" pitchFamily="2" charset="2"/>
              <a:buChar char=""/>
              <a:defRPr/>
            </a:pPr>
            <a:r>
              <a:rPr lang="cs-CZ" sz="2400" b="0" kern="1200" dirty="0">
                <a:latin typeface="Verdana" pitchFamily="34" charset="0"/>
              </a:rPr>
              <a:t>Chceme vynulovat 3. bit v registru R20. Jakou nastavíme masku a jakou logickou operaci toto provedeme?</a:t>
            </a:r>
          </a:p>
        </p:txBody>
      </p:sp>
      <p:sp>
        <p:nvSpPr>
          <p:cNvPr id="2" name="TextovéPole 1"/>
          <p:cNvSpPr txBox="1"/>
          <p:nvPr/>
        </p:nvSpPr>
        <p:spPr>
          <a:xfrm>
            <a:off x="8172400" y="188640"/>
            <a:ext cx="720080" cy="923330"/>
          </a:xfrm>
          <a:prstGeom prst="rect">
            <a:avLst/>
          </a:prstGeom>
          <a:solidFill>
            <a:schemeClr val="bg1">
              <a:lumMod val="75000"/>
            </a:schemeClr>
          </a:solidFill>
          <a:ln/>
        </p:spPr>
        <p:txBody>
          <a:bodyPr wrap="square" rtlCol="0">
            <a:spAutoFit/>
          </a:bodyPr>
          <a:lstStyle/>
          <a:p>
            <a:pPr algn="ctr"/>
            <a:r>
              <a:rPr lang="cs-CZ" sz="5400" kern="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sym typeface="Webdings"/>
              </a:rPr>
              <a:t></a:t>
            </a:r>
            <a:endParaRPr lang="cs-CZ" sz="5400" kern="0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 pitchFamily="34" charset="0"/>
            </a:endParaRPr>
          </a:p>
        </p:txBody>
      </p:sp>
      <p:sp>
        <p:nvSpPr>
          <p:cNvPr id="5" name="Tlačítko akce: Vlastní 4">
            <a:hlinkClick r:id="" action="ppaction://hlinkshowjump?jump=nextslide" highlightClick="1"/>
          </p:cNvPr>
          <p:cNvSpPr/>
          <p:nvPr/>
        </p:nvSpPr>
        <p:spPr>
          <a:xfrm>
            <a:off x="6840008" y="6300008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6" name="Tlačítko akce: Vlastní 5">
            <a:hlinkClick r:id="" action="ppaction://hlinkshowjump?jump=previousslide" highlightClick="1"/>
          </p:cNvPr>
          <p:cNvSpPr/>
          <p:nvPr/>
        </p:nvSpPr>
        <p:spPr>
          <a:xfrm>
            <a:off x="5760007" y="6300008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7" name="Tlačítko akce: Vlastní 6">
            <a:hlinkClick r:id="rId3" action="ppaction://hlinksldjump" highlightClick="1"/>
          </p:cNvPr>
          <p:cNvSpPr/>
          <p:nvPr/>
        </p:nvSpPr>
        <p:spPr>
          <a:xfrm>
            <a:off x="7920007" y="6300008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8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latin typeface="Arial Black" pitchFamily="34" charset="0"/>
            </a:endParaRPr>
          </a:p>
        </p:txBody>
      </p:sp>
      <p:sp>
        <p:nvSpPr>
          <p:cNvPr id="9" name="Zástupný symbol pro číslo snímku 5"/>
          <p:cNvSpPr txBox="1">
            <a:spLocks/>
          </p:cNvSpPr>
          <p:nvPr/>
        </p:nvSpPr>
        <p:spPr bwMode="auto">
          <a:xfrm>
            <a:off x="6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54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10" name="Rectangle 2"/>
          <p:cNvSpPr>
            <a:spLocks noGrp="1" noChangeArrowheads="1"/>
          </p:cNvSpPr>
          <p:nvPr>
            <p:ph type="title"/>
          </p:nvPr>
        </p:nvSpPr>
        <p:spPr>
          <a:xfrm>
            <a:off x="720000" y="72000"/>
            <a:ext cx="7772400" cy="400110"/>
          </a:xfrm>
          <a:noFill/>
          <a:ln/>
        </p:spPr>
        <p:txBody>
          <a:bodyPr>
            <a:spAutoFit/>
          </a:bodyPr>
          <a:lstStyle/>
          <a:p>
            <a:pPr lvl="0">
              <a:defRPr/>
            </a:pPr>
            <a:r>
              <a:rPr lang="cs-CZ" sz="20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ea typeface="+mn-ea"/>
                <a:cs typeface="+mn-cs"/>
              </a:rPr>
              <a:t>Kontrolní otázky</a:t>
            </a:r>
          </a:p>
        </p:txBody>
      </p:sp>
    </p:spTree>
    <p:extLst>
      <p:ext uri="{BB962C8B-B14F-4D97-AF65-F5344CB8AC3E}">
        <p14:creationId xmlns:p14="http://schemas.microsoft.com/office/powerpoint/2010/main" val="27502781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 txBox="1">
            <a:spLocks noChangeArrowheads="1"/>
          </p:cNvSpPr>
          <p:nvPr/>
        </p:nvSpPr>
        <p:spPr bwMode="auto">
          <a:xfrm>
            <a:off x="360007" y="1080015"/>
            <a:ext cx="8082416" cy="9848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360000" indent="-360000" eaLnBrk="0" hangingPunct="0">
              <a:spcBef>
                <a:spcPct val="0"/>
              </a:spcBef>
              <a:spcAft>
                <a:spcPts val="1200"/>
              </a:spcAft>
              <a:buSzPct val="100000"/>
              <a:buFont typeface="Wingdings" panose="05000000000000000000" pitchFamily="2" charset="2"/>
              <a:buChar char=""/>
              <a:defRPr/>
            </a:pPr>
            <a:r>
              <a:rPr lang="cs-CZ" sz="2400" b="0" kern="1200" dirty="0">
                <a:latin typeface="Verdana" pitchFamily="34" charset="0"/>
              </a:rPr>
              <a:t>Jakou architekturu používají mikropočítače AVR?</a:t>
            </a:r>
          </a:p>
          <a:p>
            <a:pPr eaLnBrk="0" hangingPunct="0">
              <a:spcBef>
                <a:spcPct val="0"/>
              </a:spcBef>
              <a:spcAft>
                <a:spcPts val="600"/>
              </a:spcAft>
              <a:buSzPct val="100000"/>
              <a:buFont typeface="Wingdings" panose="05000000000000000000" pitchFamily="2" charset="2"/>
              <a:buChar char=""/>
              <a:defRPr/>
            </a:pPr>
            <a:r>
              <a:rPr lang="cs-CZ" sz="2400" b="0" dirty="0">
                <a:latin typeface="Verdana" pitchFamily="34" charset="0"/>
              </a:rPr>
              <a:t>Čím se liší jednotlivé rodiny mikropočítačů AVR</a:t>
            </a:r>
            <a:r>
              <a:rPr lang="en-US" sz="2400" b="0" dirty="0">
                <a:latin typeface="Verdana" pitchFamily="34" charset="0"/>
              </a:rPr>
              <a:t>?</a:t>
            </a:r>
            <a:endParaRPr lang="cs-CZ" sz="2400" b="0" kern="1200" dirty="0">
              <a:latin typeface="Verdana" pitchFamily="34" charset="0"/>
            </a:endParaRPr>
          </a:p>
        </p:txBody>
      </p:sp>
      <p:sp>
        <p:nvSpPr>
          <p:cNvPr id="2" name="TextovéPole 1"/>
          <p:cNvSpPr txBox="1"/>
          <p:nvPr/>
        </p:nvSpPr>
        <p:spPr>
          <a:xfrm>
            <a:off x="8172400" y="188640"/>
            <a:ext cx="720080" cy="923330"/>
          </a:xfrm>
          <a:prstGeom prst="rect">
            <a:avLst/>
          </a:prstGeom>
          <a:solidFill>
            <a:schemeClr val="bg1">
              <a:lumMod val="75000"/>
            </a:schemeClr>
          </a:solidFill>
          <a:ln/>
        </p:spPr>
        <p:txBody>
          <a:bodyPr wrap="square" rtlCol="0">
            <a:spAutoFit/>
          </a:bodyPr>
          <a:lstStyle/>
          <a:p>
            <a:pPr algn="ctr"/>
            <a:r>
              <a:rPr lang="cs-CZ" sz="5400" kern="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sym typeface="Webdings"/>
              </a:rPr>
              <a:t></a:t>
            </a:r>
            <a:endParaRPr lang="cs-CZ" sz="5400" kern="0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 pitchFamily="34" charset="0"/>
            </a:endParaRPr>
          </a:p>
        </p:txBody>
      </p:sp>
      <p:sp>
        <p:nvSpPr>
          <p:cNvPr id="5" name="Tlačítko akce: Vlastní 4">
            <a:hlinkClick r:id="" action="ppaction://hlinkshowjump?jump=nextslide" highlightClick="1"/>
          </p:cNvPr>
          <p:cNvSpPr/>
          <p:nvPr/>
        </p:nvSpPr>
        <p:spPr>
          <a:xfrm>
            <a:off x="6840008" y="6300008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6" name="Tlačítko akce: Vlastní 5">
            <a:hlinkClick r:id="" action="ppaction://hlinkshowjump?jump=previousslide" highlightClick="1"/>
          </p:cNvPr>
          <p:cNvSpPr/>
          <p:nvPr/>
        </p:nvSpPr>
        <p:spPr>
          <a:xfrm>
            <a:off x="5760007" y="6300008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7" name="Tlačítko akce: Vlastní 6">
            <a:hlinkClick r:id="rId3" action="ppaction://hlinksldjump" highlightClick="1"/>
          </p:cNvPr>
          <p:cNvSpPr/>
          <p:nvPr/>
        </p:nvSpPr>
        <p:spPr>
          <a:xfrm>
            <a:off x="7920007" y="6300008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9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latin typeface="Arial Black" pitchFamily="34" charset="0"/>
            </a:endParaRPr>
          </a:p>
        </p:txBody>
      </p:sp>
      <p:sp>
        <p:nvSpPr>
          <p:cNvPr id="10" name="Zástupný symbol pro číslo snímku 5"/>
          <p:cNvSpPr txBox="1">
            <a:spLocks/>
          </p:cNvSpPr>
          <p:nvPr/>
        </p:nvSpPr>
        <p:spPr bwMode="auto">
          <a:xfrm>
            <a:off x="6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55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939999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947" name="Rectangle 3"/>
          <p:cNvSpPr>
            <a:spLocks noGrp="1" noChangeArrowheads="1"/>
          </p:cNvSpPr>
          <p:nvPr>
            <p:ph type="title"/>
          </p:nvPr>
        </p:nvSpPr>
        <p:spPr>
          <a:xfrm>
            <a:off x="468000" y="288002"/>
            <a:ext cx="8676000" cy="720000"/>
          </a:xfrm>
        </p:spPr>
        <p:txBody>
          <a:bodyPr/>
          <a:lstStyle/>
          <a:p>
            <a:pPr>
              <a:defRPr/>
            </a:pPr>
            <a:r>
              <a:rPr lang="cs-CZ" sz="40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Instrukce řízení programu</a:t>
            </a:r>
          </a:p>
        </p:txBody>
      </p:sp>
      <p:sp>
        <p:nvSpPr>
          <p:cNvPr id="10" name="Rectangle 2"/>
          <p:cNvSpPr txBox="1">
            <a:spLocks noChangeArrowheads="1"/>
          </p:cNvSpPr>
          <p:nvPr/>
        </p:nvSpPr>
        <p:spPr bwMode="auto">
          <a:xfrm>
            <a:off x="360001" y="1080002"/>
            <a:ext cx="8784000" cy="47397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504000" lvl="8" indent="-504000" eaLnBrk="0" hangingPunct="0">
              <a:spcBef>
                <a:spcPct val="0"/>
              </a:spcBef>
              <a:spcAft>
                <a:spcPts val="600"/>
              </a:spcAft>
              <a:buSzPct val="100000"/>
              <a:buFont typeface="Wingdings" pitchFamily="2" charset="2"/>
              <a:buChar char="n"/>
              <a:defRPr/>
            </a:pPr>
            <a:r>
              <a:rPr lang="cs-CZ" sz="2800" dirty="0">
                <a:latin typeface="Verdana" pitchFamily="34" charset="0"/>
              </a:rPr>
              <a:t>Skoky </a:t>
            </a:r>
          </a:p>
          <a:p>
            <a:pPr marL="720000" lvl="8" indent="-504000" eaLnBrk="0" hangingPunct="0">
              <a:spcBef>
                <a:spcPct val="0"/>
              </a:spcBef>
              <a:spcAft>
                <a:spcPts val="600"/>
              </a:spcAft>
              <a:buSzPct val="100000"/>
              <a:defRPr/>
            </a:pPr>
            <a:r>
              <a:rPr lang="cs-CZ" sz="2800" kern="1200" dirty="0">
                <a:latin typeface="Verdana" pitchFamily="34" charset="0"/>
                <a:cs typeface="Consolas" panose="020B0609020204030204" pitchFamily="49" charset="0"/>
              </a:rPr>
              <a:t>Nepodmíněné</a:t>
            </a:r>
            <a:r>
              <a:rPr lang="cs-CZ" sz="2800" b="0" kern="1200" dirty="0">
                <a:latin typeface="Verdana" pitchFamily="34" charset="0"/>
                <a:cs typeface="Consolas" panose="020B0609020204030204" pitchFamily="49" charset="0"/>
              </a:rPr>
              <a:t> (</a:t>
            </a:r>
            <a:r>
              <a:rPr lang="cs-CZ" sz="2800" b="0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cs typeface="Consolas" panose="020B0609020204030204" pitchFamily="49" charset="0"/>
              </a:rPr>
              <a:t>JUMP</a:t>
            </a:r>
            <a:r>
              <a:rPr lang="cs-CZ" sz="2800" b="0" kern="1200" dirty="0">
                <a:latin typeface="Verdana" pitchFamily="34" charset="0"/>
                <a:cs typeface="Consolas" panose="020B0609020204030204" pitchFamily="49" charset="0"/>
              </a:rPr>
              <a:t>)</a:t>
            </a:r>
          </a:p>
          <a:p>
            <a:pPr marL="720000" lvl="8" indent="0" eaLnBrk="0" hangingPunct="0">
              <a:spcBef>
                <a:spcPct val="0"/>
              </a:spcBef>
              <a:spcAft>
                <a:spcPts val="600"/>
              </a:spcAft>
              <a:buSzPct val="100000"/>
              <a:buNone/>
              <a:defRPr/>
            </a:pPr>
            <a:r>
              <a:rPr lang="cs-CZ" sz="2800" dirty="0">
                <a:latin typeface="Consolas" panose="020B0609020204030204" pitchFamily="49" charset="0"/>
              </a:rPr>
              <a:t>RJMP</a:t>
            </a:r>
            <a:r>
              <a:rPr lang="cs-CZ" sz="2800" b="0" dirty="0"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cs-CZ" sz="2800" dirty="0">
                <a:latin typeface="Consolas" panose="020B0609020204030204" pitchFamily="49" charset="0"/>
              </a:rPr>
              <a:t>JMP</a:t>
            </a:r>
            <a:r>
              <a:rPr lang="cs-CZ" sz="2800" b="0" dirty="0"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cs-CZ" sz="2800" dirty="0">
                <a:latin typeface="Consolas" panose="020B0609020204030204" pitchFamily="49" charset="0"/>
              </a:rPr>
              <a:t>IJMP</a:t>
            </a:r>
          </a:p>
          <a:p>
            <a:pPr marL="720000" lvl="8" indent="-504000" eaLnBrk="0" hangingPunct="0">
              <a:spcBef>
                <a:spcPct val="0"/>
              </a:spcBef>
              <a:spcAft>
                <a:spcPts val="600"/>
              </a:spcAft>
              <a:buSzPct val="100000"/>
              <a:defRPr/>
            </a:pPr>
            <a:r>
              <a:rPr lang="cs-CZ" sz="2800" dirty="0">
                <a:latin typeface="Verdana" pitchFamily="34" charset="0"/>
                <a:cs typeface="Consolas" panose="020B0609020204030204" pitchFamily="49" charset="0"/>
              </a:rPr>
              <a:t>Podmíněné</a:t>
            </a:r>
            <a:r>
              <a:rPr lang="cs-CZ" sz="2800" b="0" dirty="0">
                <a:latin typeface="Verdana" pitchFamily="34" charset="0"/>
                <a:cs typeface="Consolas" panose="020B0609020204030204" pitchFamily="49" charset="0"/>
              </a:rPr>
              <a:t> (</a:t>
            </a:r>
            <a:r>
              <a:rPr lang="cs-CZ" sz="28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cs typeface="Consolas" panose="020B0609020204030204" pitchFamily="49" charset="0"/>
              </a:rPr>
              <a:t>BRANCH</a:t>
            </a:r>
            <a:r>
              <a:rPr lang="cs-CZ" sz="2800" b="0" dirty="0">
                <a:latin typeface="Verdana" pitchFamily="34" charset="0"/>
                <a:cs typeface="Consolas" panose="020B0609020204030204" pitchFamily="49" charset="0"/>
              </a:rPr>
              <a:t>)</a:t>
            </a:r>
          </a:p>
          <a:p>
            <a:pPr marL="720000" lvl="8" indent="0" eaLnBrk="0" hangingPunct="0">
              <a:spcBef>
                <a:spcPct val="0"/>
              </a:spcBef>
              <a:spcAft>
                <a:spcPts val="1200"/>
              </a:spcAft>
              <a:buSzPct val="100000"/>
              <a:buNone/>
              <a:defRPr/>
            </a:pPr>
            <a:r>
              <a:rPr lang="cs-CZ" sz="2800" dirty="0">
                <a:latin typeface="Consolas" panose="020B0609020204030204" pitchFamily="49" charset="0"/>
              </a:rPr>
              <a:t>BRNE</a:t>
            </a:r>
            <a:r>
              <a:rPr lang="cs-CZ" sz="2800" b="0" dirty="0"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cs-CZ" sz="2800" dirty="0">
                <a:latin typeface="Consolas" panose="020B0609020204030204" pitchFamily="49" charset="0"/>
              </a:rPr>
              <a:t>BREQ</a:t>
            </a:r>
            <a:r>
              <a:rPr lang="cs-CZ" sz="2800" b="0" dirty="0"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cs-CZ" sz="2800" dirty="0" err="1">
                <a:latin typeface="Consolas" panose="020B0609020204030204" pitchFamily="49" charset="0"/>
              </a:rPr>
              <a:t>BRxx</a:t>
            </a:r>
            <a:r>
              <a:rPr lang="cs-CZ" sz="2800" b="0" dirty="0">
                <a:latin typeface="Consolas" panose="020B0609020204030204" pitchFamily="49" charset="0"/>
                <a:cs typeface="Consolas" panose="020B0609020204030204" pitchFamily="49" charset="0"/>
              </a:rPr>
              <a:t>…</a:t>
            </a:r>
          </a:p>
          <a:p>
            <a:pPr marL="720000" lvl="8" indent="-504000" eaLnBrk="0" hangingPunct="0">
              <a:spcBef>
                <a:spcPct val="0"/>
              </a:spcBef>
              <a:spcAft>
                <a:spcPts val="600"/>
              </a:spcAft>
              <a:buSzPct val="100000"/>
              <a:defRPr/>
            </a:pPr>
            <a:r>
              <a:rPr lang="cs-CZ" sz="2800" dirty="0">
                <a:latin typeface="Verdana" pitchFamily="34" charset="0"/>
                <a:cs typeface="Consolas" panose="020B0609020204030204" pitchFamily="49" charset="0"/>
              </a:rPr>
              <a:t>Přeskoky </a:t>
            </a:r>
            <a:r>
              <a:rPr lang="cs-CZ" sz="2800" b="0" dirty="0">
                <a:latin typeface="Verdana" pitchFamily="34" charset="0"/>
                <a:cs typeface="Consolas" panose="020B0609020204030204" pitchFamily="49" charset="0"/>
              </a:rPr>
              <a:t>(</a:t>
            </a:r>
            <a:r>
              <a:rPr lang="cs-CZ" sz="28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cs typeface="Consolas" panose="020B0609020204030204" pitchFamily="49" charset="0"/>
              </a:rPr>
              <a:t>SKIP</a:t>
            </a:r>
            <a:r>
              <a:rPr lang="cs-CZ" sz="2800" b="0" dirty="0">
                <a:latin typeface="Verdana" pitchFamily="34" charset="0"/>
                <a:cs typeface="Consolas" panose="020B0609020204030204" pitchFamily="49" charset="0"/>
              </a:rPr>
              <a:t>)</a:t>
            </a:r>
          </a:p>
          <a:p>
            <a:pPr marL="720000" lvl="8" indent="0" eaLnBrk="0" hangingPunct="0">
              <a:spcBef>
                <a:spcPct val="0"/>
              </a:spcBef>
              <a:spcAft>
                <a:spcPts val="1200"/>
              </a:spcAft>
              <a:buSzPct val="100000"/>
              <a:buNone/>
              <a:defRPr/>
            </a:pPr>
            <a:r>
              <a:rPr lang="cs-CZ" sz="2800" dirty="0">
                <a:latin typeface="Consolas" panose="020B0609020204030204" pitchFamily="49" charset="0"/>
              </a:rPr>
              <a:t>SBIC</a:t>
            </a:r>
            <a:r>
              <a:rPr lang="cs-CZ" sz="2800" b="0" dirty="0"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cs-CZ" sz="2800" dirty="0">
                <a:latin typeface="Consolas" panose="020B0609020204030204" pitchFamily="49" charset="0"/>
              </a:rPr>
              <a:t>SBIS</a:t>
            </a:r>
            <a:r>
              <a:rPr lang="cs-CZ" sz="2800" b="0" dirty="0"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cs-CZ" sz="2800" dirty="0">
                <a:latin typeface="Consolas" panose="020B0609020204030204" pitchFamily="49" charset="0"/>
              </a:rPr>
              <a:t>SBRC</a:t>
            </a:r>
            <a:r>
              <a:rPr lang="cs-CZ" sz="2800" b="0" dirty="0"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cs-CZ" sz="2800" dirty="0">
                <a:latin typeface="Consolas" panose="020B0609020204030204" pitchFamily="49" charset="0"/>
              </a:rPr>
              <a:t>SBRS</a:t>
            </a:r>
          </a:p>
          <a:p>
            <a:pPr marL="504000" indent="-504000" eaLnBrk="0" hangingPunct="0">
              <a:spcBef>
                <a:spcPct val="0"/>
              </a:spcBef>
              <a:spcAft>
                <a:spcPts val="600"/>
              </a:spcAft>
              <a:buSzPct val="100000"/>
              <a:defRPr/>
            </a:pPr>
            <a:r>
              <a:rPr lang="cs-CZ" sz="2800" b="1" kern="1200" dirty="0">
                <a:latin typeface="Verdana" pitchFamily="34" charset="0"/>
              </a:rPr>
              <a:t>Podprogramy </a:t>
            </a:r>
            <a:r>
              <a:rPr lang="cs-CZ" sz="2800" b="0" kern="1200" dirty="0">
                <a:latin typeface="Verdana" pitchFamily="34" charset="0"/>
              </a:rPr>
              <a:t>(</a:t>
            </a:r>
            <a:r>
              <a:rPr lang="cs-CZ" sz="28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cs typeface="Consolas" panose="020B0609020204030204" pitchFamily="49" charset="0"/>
              </a:rPr>
              <a:t>SUBROUTINE</a:t>
            </a:r>
            <a:r>
              <a:rPr lang="cs-CZ" sz="2800" b="0" kern="1200" dirty="0">
                <a:latin typeface="Verdana" pitchFamily="34" charset="0"/>
              </a:rPr>
              <a:t>)</a:t>
            </a:r>
          </a:p>
          <a:p>
            <a:pPr marL="504000" indent="0" eaLnBrk="0" hangingPunct="0">
              <a:spcBef>
                <a:spcPct val="0"/>
              </a:spcBef>
              <a:spcAft>
                <a:spcPts val="600"/>
              </a:spcAft>
              <a:buSzPct val="100000"/>
              <a:buFont typeface="Wingdings" pitchFamily="2" charset="2"/>
              <a:buNone/>
              <a:defRPr/>
            </a:pPr>
            <a:r>
              <a:rPr lang="cs-CZ" sz="2800" dirty="0">
                <a:latin typeface="Consolas" panose="020B0609020204030204" pitchFamily="49" charset="0"/>
              </a:rPr>
              <a:t>RCALL</a:t>
            </a:r>
            <a:r>
              <a:rPr lang="cs-CZ" sz="2800" b="0" kern="1200" dirty="0"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cs-CZ" sz="2800" dirty="0">
                <a:latin typeface="Consolas" panose="020B0609020204030204" pitchFamily="49" charset="0"/>
              </a:rPr>
              <a:t>RET</a:t>
            </a:r>
            <a:r>
              <a:rPr lang="cs-CZ" sz="2800" b="0" kern="1200" dirty="0"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cs-CZ" sz="2800" dirty="0">
                <a:latin typeface="Consolas" panose="020B0609020204030204" pitchFamily="49" charset="0"/>
              </a:rPr>
              <a:t>RETI</a:t>
            </a:r>
            <a:r>
              <a:rPr lang="cs-CZ" sz="2800" b="0" kern="1200" dirty="0">
                <a:latin typeface="Consolas" panose="020B0609020204030204" pitchFamily="49" charset="0"/>
                <a:cs typeface="Consolas" panose="020B0609020204030204" pitchFamily="49" charset="0"/>
              </a:rPr>
              <a:t>…</a:t>
            </a:r>
          </a:p>
        </p:txBody>
      </p:sp>
      <p:sp>
        <p:nvSpPr>
          <p:cNvPr id="11" name="Tlačítko akce: Vlastní 10">
            <a:hlinkClick r:id="" action="ppaction://hlinkshowjump?jump=nextslide" highlightClick="1"/>
          </p:cNvPr>
          <p:cNvSpPr/>
          <p:nvPr/>
        </p:nvSpPr>
        <p:spPr>
          <a:xfrm>
            <a:off x="6840008" y="6300008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12" name="Tlačítko akce: Vlastní 11">
            <a:hlinkClick r:id="" action="ppaction://hlinkshowjump?jump=previousslide" highlightClick="1"/>
          </p:cNvPr>
          <p:cNvSpPr/>
          <p:nvPr/>
        </p:nvSpPr>
        <p:spPr>
          <a:xfrm>
            <a:off x="5760007" y="6300008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13" name="Tlačítko akce: Vlastní 12">
            <a:hlinkClick r:id="rId3" action="ppaction://hlinksldjump" highlightClick="1"/>
          </p:cNvPr>
          <p:cNvSpPr/>
          <p:nvPr/>
        </p:nvSpPr>
        <p:spPr>
          <a:xfrm>
            <a:off x="7920007" y="6300008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14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latin typeface="Arial Black" pitchFamily="34" charset="0"/>
            </a:endParaRPr>
          </a:p>
        </p:txBody>
      </p:sp>
      <p:sp>
        <p:nvSpPr>
          <p:cNvPr id="15" name="Zástupný symbol pro číslo snímku 5"/>
          <p:cNvSpPr txBox="1">
            <a:spLocks/>
          </p:cNvSpPr>
          <p:nvPr/>
        </p:nvSpPr>
        <p:spPr bwMode="auto">
          <a:xfrm>
            <a:off x="6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56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54830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947" name="Rectangle 3"/>
          <p:cNvSpPr>
            <a:spLocks noGrp="1" noChangeArrowheads="1"/>
          </p:cNvSpPr>
          <p:nvPr>
            <p:ph type="title"/>
          </p:nvPr>
        </p:nvSpPr>
        <p:spPr>
          <a:xfrm>
            <a:off x="468000" y="288002"/>
            <a:ext cx="8676000" cy="720000"/>
          </a:xfrm>
        </p:spPr>
        <p:txBody>
          <a:bodyPr/>
          <a:lstStyle/>
          <a:p>
            <a:pPr>
              <a:defRPr/>
            </a:pPr>
            <a:r>
              <a:rPr lang="cs-CZ" sz="40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Skoky</a:t>
            </a:r>
          </a:p>
        </p:txBody>
      </p:sp>
      <p:sp>
        <p:nvSpPr>
          <p:cNvPr id="11" name="Tlačítko akce: Vlastní 10">
            <a:hlinkClick r:id="" action="ppaction://hlinkshowjump?jump=nextslide" highlightClick="1"/>
          </p:cNvPr>
          <p:cNvSpPr/>
          <p:nvPr/>
        </p:nvSpPr>
        <p:spPr>
          <a:xfrm>
            <a:off x="6840008" y="6300008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12" name="Tlačítko akce: Vlastní 11">
            <a:hlinkClick r:id="" action="ppaction://hlinkshowjump?jump=previousslide" highlightClick="1"/>
          </p:cNvPr>
          <p:cNvSpPr/>
          <p:nvPr/>
        </p:nvSpPr>
        <p:spPr>
          <a:xfrm>
            <a:off x="5760007" y="6300008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13" name="Tlačítko akce: Vlastní 12">
            <a:hlinkClick r:id="rId3" action="ppaction://hlinksldjump" highlightClick="1"/>
          </p:cNvPr>
          <p:cNvSpPr/>
          <p:nvPr/>
        </p:nvSpPr>
        <p:spPr>
          <a:xfrm>
            <a:off x="7920007" y="6300008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14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latin typeface="Arial Black" pitchFamily="34" charset="0"/>
            </a:endParaRPr>
          </a:p>
        </p:txBody>
      </p:sp>
      <p:sp>
        <p:nvSpPr>
          <p:cNvPr id="15" name="Zástupný symbol pro číslo snímku 5"/>
          <p:cNvSpPr txBox="1">
            <a:spLocks/>
          </p:cNvSpPr>
          <p:nvPr/>
        </p:nvSpPr>
        <p:spPr bwMode="auto">
          <a:xfrm>
            <a:off x="6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57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graphicFrame>
        <p:nvGraphicFramePr>
          <p:cNvPr id="9" name="Diagram 8"/>
          <p:cNvGraphicFramePr/>
          <p:nvPr>
            <p:extLst>
              <p:ext uri="{D42A27DB-BD31-4B8C-83A1-F6EECF244321}">
                <p14:modId xmlns:p14="http://schemas.microsoft.com/office/powerpoint/2010/main" val="2163428550"/>
              </p:ext>
            </p:extLst>
          </p:nvPr>
        </p:nvGraphicFramePr>
        <p:xfrm>
          <a:off x="539552" y="1052736"/>
          <a:ext cx="8352928" cy="525658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29069885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graphicEl>
                                              <a:dgm id="{F7D09AA6-3622-402F-81AD-5EFF38C4940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>
                                            <p:graphicEl>
                                              <a:dgm id="{F7D09AA6-3622-402F-81AD-5EFF38C4940B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graphicEl>
                                              <a:dgm id="{9D0AEF7D-4C70-4534-8CAF-2F4854BE9DC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>
                                            <p:graphicEl>
                                              <a:dgm id="{9D0AEF7D-4C70-4534-8CAF-2F4854BE9DCD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graphicEl>
                                              <a:dgm id="{7F9DA9DF-48DE-4A50-9268-8264EBFAA47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">
                                            <p:graphicEl>
                                              <a:dgm id="{7F9DA9DF-48DE-4A50-9268-8264EBFAA471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graphicEl>
                                              <a:dgm id="{70015F12-A535-4F72-9524-01829781943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9">
                                            <p:graphicEl>
                                              <a:dgm id="{70015F12-A535-4F72-9524-01829781943D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graphicEl>
                                              <a:dgm id="{42D6D441-2228-4F3C-AB49-56629C9648F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9">
                                            <p:graphicEl>
                                              <a:dgm id="{42D6D441-2228-4F3C-AB49-56629C9648F9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graphicEl>
                                              <a:dgm id="{14F8F458-0AA6-42DB-B564-CE10533B18A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9">
                                            <p:graphicEl>
                                              <a:dgm id="{14F8F458-0AA6-42DB-B564-CE10533B18A6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graphicEl>
                                              <a:dgm id="{973E3AA9-DD5F-4F0D-A49E-860B5E6C16D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9">
                                            <p:graphicEl>
                                              <a:dgm id="{973E3AA9-DD5F-4F0D-A49E-860B5E6C16D8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graphicEl>
                                              <a:dgm id="{96750EDD-B823-4B02-B0C5-7E19B3D1A30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9">
                                            <p:graphicEl>
                                              <a:dgm id="{96750EDD-B823-4B02-B0C5-7E19B3D1A304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graphicEl>
                                              <a:dgm id="{DE401780-3B63-47ED-A3FF-14E50F66D52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9">
                                            <p:graphicEl>
                                              <a:dgm id="{DE401780-3B63-47ED-A3FF-14E50F66D524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graphicEl>
                                              <a:dgm id="{355A5FF3-8B80-4903-9619-693D069C552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9">
                                            <p:graphicEl>
                                              <a:dgm id="{355A5FF3-8B80-4903-9619-693D069C5526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graphicEl>
                                              <a:dgm id="{54A563C6-3D38-47B3-B768-9FB5A66AFAA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9">
                                            <p:graphicEl>
                                              <a:dgm id="{54A563C6-3D38-47B3-B768-9FB5A66AFAA5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graphicEl>
                                              <a:dgm id="{540676F3-A6E1-4417-9718-06C2BFB865C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9">
                                            <p:graphicEl>
                                              <a:dgm id="{540676F3-A6E1-4417-9718-06C2BFB865C7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graphicEl>
                                              <a:dgm id="{AA7E86D8-BC14-4CBC-9855-B1AFE7CAF40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9">
                                            <p:graphicEl>
                                              <a:dgm id="{AA7E86D8-BC14-4CBC-9855-B1AFE7CAF403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graphicEl>
                                              <a:dgm id="{D0F849D0-20BE-48D4-B8A1-4BDFAB053B8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9">
                                            <p:graphicEl>
                                              <a:dgm id="{D0F849D0-20BE-48D4-B8A1-4BDFAB053B8F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graphicEl>
                                              <a:dgm id="{E841E2B3-2F3B-46D6-B30A-BBC152BB642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9">
                                            <p:graphicEl>
                                              <a:dgm id="{E841E2B3-2F3B-46D6-B30A-BBC152BB6424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/>
      <p:bldGraphic spid="9" grpId="0">
        <p:bldSub>
          <a:bldDgm bld="lvlOne"/>
        </p:bldSub>
      </p:bldGraphic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2"/>
          <p:cNvSpPr txBox="1">
            <a:spLocks noChangeArrowheads="1"/>
          </p:cNvSpPr>
          <p:nvPr/>
        </p:nvSpPr>
        <p:spPr bwMode="auto">
          <a:xfrm>
            <a:off x="360001" y="1080002"/>
            <a:ext cx="8784000" cy="31239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504000" lvl="8" indent="-504000" eaLnBrk="0" hangingPunct="0">
              <a:spcBef>
                <a:spcPct val="0"/>
              </a:spcBef>
              <a:spcAft>
                <a:spcPts val="1800"/>
              </a:spcAft>
              <a:buSzPct val="100000"/>
              <a:buFont typeface="Wingdings" pitchFamily="2" charset="2"/>
              <a:buChar char="n"/>
              <a:defRPr/>
            </a:pPr>
            <a:r>
              <a:rPr lang="cs-CZ" sz="2800" dirty="0">
                <a:latin typeface="Verdana" pitchFamily="34" charset="0"/>
              </a:rPr>
              <a:t>Určující podmínky pro skokové instrukce </a:t>
            </a:r>
          </a:p>
          <a:p>
            <a:pPr marL="504000" indent="-504000" eaLnBrk="0" hangingPunct="0">
              <a:spcBef>
                <a:spcPct val="0"/>
              </a:spcBef>
              <a:spcAft>
                <a:spcPts val="1800"/>
              </a:spcAft>
              <a:buSzPct val="100000"/>
              <a:buFont typeface="+mj-lt"/>
              <a:buAutoNum type="arabicPeriod"/>
              <a:defRPr/>
            </a:pPr>
            <a:r>
              <a:rPr lang="cs-CZ" sz="2400" b="0" dirty="0">
                <a:latin typeface="Verdana" pitchFamily="34" charset="0"/>
              </a:rPr>
              <a:t>Jak zadat a vyhodnotit podmínku</a:t>
            </a:r>
          </a:p>
          <a:p>
            <a:pPr marL="504000" indent="-504000" eaLnBrk="0" hangingPunct="0">
              <a:spcBef>
                <a:spcPct val="0"/>
              </a:spcBef>
              <a:spcAft>
                <a:spcPts val="1800"/>
              </a:spcAft>
              <a:buSzPct val="100000"/>
              <a:buFont typeface="+mj-lt"/>
              <a:buAutoNum type="arabicPeriod"/>
              <a:defRPr/>
            </a:pPr>
            <a:r>
              <a:rPr lang="cs-CZ" sz="2400" b="0" dirty="0">
                <a:latin typeface="Verdana" pitchFamily="34" charset="0"/>
              </a:rPr>
              <a:t>Maximální délka instrukce v paměti je 2 x 16 bitů</a:t>
            </a:r>
          </a:p>
          <a:p>
            <a:pPr marL="504000" indent="-504000" eaLnBrk="0" hangingPunct="0">
              <a:spcBef>
                <a:spcPct val="0"/>
              </a:spcBef>
              <a:spcAft>
                <a:spcPts val="1800"/>
              </a:spcAft>
              <a:buSzPct val="100000"/>
              <a:buFont typeface="+mj-lt"/>
              <a:buAutoNum type="arabicPeriod"/>
              <a:defRPr/>
            </a:pPr>
            <a:r>
              <a:rPr lang="cs-CZ" sz="2400" b="0" dirty="0">
                <a:latin typeface="Verdana" pitchFamily="34" charset="0"/>
              </a:rPr>
              <a:t>Skokové instrukce musí umět adresovat celý rozsah paměti programu (AVR2560, 256kB)</a:t>
            </a:r>
          </a:p>
        </p:txBody>
      </p:sp>
      <p:sp>
        <p:nvSpPr>
          <p:cNvPr id="11" name="Tlačítko akce: Vlastní 10">
            <a:hlinkClick r:id="" action="ppaction://hlinkshowjump?jump=nextslide" highlightClick="1"/>
          </p:cNvPr>
          <p:cNvSpPr/>
          <p:nvPr/>
        </p:nvSpPr>
        <p:spPr>
          <a:xfrm>
            <a:off x="6840008" y="6300008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12" name="Tlačítko akce: Vlastní 11">
            <a:hlinkClick r:id="" action="ppaction://hlinkshowjump?jump=previousslide" highlightClick="1"/>
          </p:cNvPr>
          <p:cNvSpPr/>
          <p:nvPr/>
        </p:nvSpPr>
        <p:spPr>
          <a:xfrm>
            <a:off x="5760007" y="6300008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13" name="Tlačítko akce: Vlastní 12">
            <a:hlinkClick r:id="rId3" action="ppaction://hlinksldjump" highlightClick="1"/>
          </p:cNvPr>
          <p:cNvSpPr/>
          <p:nvPr/>
        </p:nvSpPr>
        <p:spPr>
          <a:xfrm>
            <a:off x="7920007" y="6300008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14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latin typeface="Arial Black" pitchFamily="34" charset="0"/>
            </a:endParaRPr>
          </a:p>
        </p:txBody>
      </p:sp>
      <p:sp>
        <p:nvSpPr>
          <p:cNvPr id="15" name="Zástupný symbol pro číslo snímku 5"/>
          <p:cNvSpPr txBox="1">
            <a:spLocks/>
          </p:cNvSpPr>
          <p:nvPr/>
        </p:nvSpPr>
        <p:spPr bwMode="auto">
          <a:xfrm>
            <a:off x="6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58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9" name="Rectangle 2"/>
          <p:cNvSpPr>
            <a:spLocks noGrp="1" noChangeArrowheads="1"/>
          </p:cNvSpPr>
          <p:nvPr>
            <p:ph type="title"/>
          </p:nvPr>
        </p:nvSpPr>
        <p:spPr>
          <a:xfrm>
            <a:off x="720000" y="72000"/>
            <a:ext cx="7772400" cy="400110"/>
          </a:xfrm>
          <a:noFill/>
          <a:ln/>
        </p:spPr>
        <p:txBody>
          <a:bodyPr>
            <a:spAutoFit/>
          </a:bodyPr>
          <a:lstStyle/>
          <a:p>
            <a:pPr lvl="0">
              <a:defRPr/>
            </a:pPr>
            <a:r>
              <a:rPr lang="cs-CZ" sz="20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ea typeface="+mn-ea"/>
                <a:cs typeface="+mn-cs"/>
              </a:rPr>
              <a:t>Skoky</a:t>
            </a:r>
          </a:p>
        </p:txBody>
      </p:sp>
    </p:spTree>
    <p:extLst>
      <p:ext uri="{BB962C8B-B14F-4D97-AF65-F5344CB8AC3E}">
        <p14:creationId xmlns:p14="http://schemas.microsoft.com/office/powerpoint/2010/main" val="35417889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lačítko akce: Vlastní 8">
            <a:hlinkClick r:id="" action="ppaction://hlinkshowjump?jump=nextslide" highlightClick="1"/>
          </p:cNvPr>
          <p:cNvSpPr/>
          <p:nvPr/>
        </p:nvSpPr>
        <p:spPr>
          <a:xfrm>
            <a:off x="6840008" y="6300008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11" name="Tlačítko akce: Vlastní 10">
            <a:hlinkClick r:id="" action="ppaction://hlinkshowjump?jump=previousslide" highlightClick="1"/>
          </p:cNvPr>
          <p:cNvSpPr/>
          <p:nvPr/>
        </p:nvSpPr>
        <p:spPr>
          <a:xfrm>
            <a:off x="5760007" y="6300008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12" name="Tlačítko akce: Vlastní 11">
            <a:hlinkClick r:id="rId3" action="ppaction://hlinksldjump" highlightClick="1"/>
          </p:cNvPr>
          <p:cNvSpPr/>
          <p:nvPr/>
        </p:nvSpPr>
        <p:spPr>
          <a:xfrm>
            <a:off x="7920007" y="6300008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13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latin typeface="Arial Black" pitchFamily="34" charset="0"/>
            </a:endParaRPr>
          </a:p>
        </p:txBody>
      </p:sp>
      <p:sp>
        <p:nvSpPr>
          <p:cNvPr id="14" name="Zástupný symbol pro číslo snímku 5"/>
          <p:cNvSpPr txBox="1">
            <a:spLocks/>
          </p:cNvSpPr>
          <p:nvPr/>
        </p:nvSpPr>
        <p:spPr bwMode="auto">
          <a:xfrm>
            <a:off x="6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59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pic>
        <p:nvPicPr>
          <p:cNvPr id="4" name="Obrázek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0000" y="1080000"/>
            <a:ext cx="1980000" cy="4873848"/>
          </a:xfrm>
          <a:prstGeom prst="rect">
            <a:avLst/>
          </a:prstGeom>
        </p:spPr>
      </p:pic>
      <p:sp>
        <p:nvSpPr>
          <p:cNvPr id="15" name="Rectangle 2"/>
          <p:cNvSpPr txBox="1">
            <a:spLocks noChangeArrowheads="1"/>
          </p:cNvSpPr>
          <p:nvPr/>
        </p:nvSpPr>
        <p:spPr bwMode="auto">
          <a:xfrm>
            <a:off x="4860033" y="1080000"/>
            <a:ext cx="3632368" cy="18620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eaLnBrk="0" hangingPunct="0">
              <a:spcBef>
                <a:spcPct val="0"/>
              </a:spcBef>
              <a:spcAft>
                <a:spcPts val="1800"/>
              </a:spcAft>
              <a:buSzPct val="100000"/>
              <a:buNone/>
              <a:defRPr/>
            </a:pPr>
            <a:r>
              <a:rPr lang="cs-CZ" sz="2000" b="0" kern="1200" dirty="0">
                <a:latin typeface="Verdana" pitchFamily="34" charset="0"/>
              </a:rPr>
              <a:t>Instrukce skoku modifikují hodnotu </a:t>
            </a:r>
            <a:r>
              <a:rPr lang="cs-CZ" sz="2000" kern="1200" dirty="0">
                <a:latin typeface="Verdana" pitchFamily="34" charset="0"/>
              </a:rPr>
              <a:t>registru </a:t>
            </a:r>
            <a:r>
              <a:rPr lang="cs-CZ" sz="2000" b="0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</a:rPr>
              <a:t>PC</a:t>
            </a:r>
            <a:r>
              <a:rPr lang="cs-CZ" sz="2000" b="0" kern="1200" dirty="0">
                <a:latin typeface="Verdana" pitchFamily="34" charset="0"/>
              </a:rPr>
              <a:t> (Program Counter)</a:t>
            </a:r>
          </a:p>
          <a:p>
            <a:pPr marL="0" indent="0" eaLnBrk="0" hangingPunct="0">
              <a:spcBef>
                <a:spcPct val="0"/>
              </a:spcBef>
              <a:spcAft>
                <a:spcPts val="1800"/>
              </a:spcAft>
              <a:buSzPct val="100000"/>
              <a:buNone/>
              <a:defRPr/>
            </a:pPr>
            <a:r>
              <a:rPr lang="cs-CZ" sz="2000" b="0" dirty="0">
                <a:latin typeface="Verdana" pitchFamily="34" charset="0"/>
              </a:rPr>
              <a:t>Program se vykonává stále v </a:t>
            </a:r>
            <a:r>
              <a:rPr lang="cs-CZ" sz="2000" dirty="0">
                <a:latin typeface="Verdana" pitchFamily="34" charset="0"/>
              </a:rPr>
              <a:t>jedné</a:t>
            </a:r>
            <a:r>
              <a:rPr lang="cs-CZ" sz="2000" b="0" dirty="0">
                <a:latin typeface="Verdana" pitchFamily="34" charset="0"/>
              </a:rPr>
              <a:t> úrovni</a:t>
            </a:r>
            <a:endParaRPr lang="cs-CZ" sz="2000" b="0" kern="1200" dirty="0">
              <a:latin typeface="Verdana" pitchFamily="34" charset="0"/>
            </a:endParaRPr>
          </a:p>
        </p:txBody>
      </p:sp>
      <p:sp>
        <p:nvSpPr>
          <p:cNvPr id="2" name="Rectangle 3">
            <a:extLst>
              <a:ext uri="{FF2B5EF4-FFF2-40B4-BE49-F238E27FC236}">
                <a16:creationId xmlns:a16="http://schemas.microsoft.com/office/drawing/2014/main" id="{FF3F474F-166B-BF6D-7A23-6D253AFDDC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000" y="288002"/>
            <a:ext cx="8676000" cy="72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34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34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34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34" charset="0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34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34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34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>
              <a:defRPr/>
            </a:pPr>
            <a:r>
              <a:rPr lang="cs-CZ" sz="4000" b="1" kern="1200" dirty="0">
                <a:latin typeface="Verdana" pitchFamily="34" charset="0"/>
              </a:rPr>
              <a:t>Nepodmíněný skok - </a:t>
            </a:r>
            <a:r>
              <a:rPr lang="cs-CZ" sz="4000" b="0" kern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cs typeface="Consolas" panose="020B0609020204030204" pitchFamily="49" charset="0"/>
              </a:rPr>
              <a:t>JUMP</a:t>
            </a:r>
            <a:endParaRPr lang="cs-CZ" sz="4000" b="1" kern="0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5994851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lačítko akce: Vlastní 8">
            <a:hlinkClick r:id="" action="ppaction://hlinkshowjump?jump=nextslide" highlightClick="1"/>
          </p:cNvPr>
          <p:cNvSpPr/>
          <p:nvPr/>
        </p:nvSpPr>
        <p:spPr>
          <a:xfrm>
            <a:off x="6840008" y="6300008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11" name="Tlačítko akce: Vlastní 10">
            <a:hlinkClick r:id="" action="ppaction://hlinkshowjump?jump=previousslide" highlightClick="1"/>
          </p:cNvPr>
          <p:cNvSpPr/>
          <p:nvPr/>
        </p:nvSpPr>
        <p:spPr>
          <a:xfrm>
            <a:off x="5760007" y="6300008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12" name="Tlačítko akce: Vlastní 11">
            <a:hlinkClick r:id="rId3" action="ppaction://hlinksldjump" highlightClick="1"/>
          </p:cNvPr>
          <p:cNvSpPr/>
          <p:nvPr/>
        </p:nvSpPr>
        <p:spPr>
          <a:xfrm>
            <a:off x="7920007" y="6300008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13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latin typeface="Arial Black" pitchFamily="34" charset="0"/>
            </a:endParaRPr>
          </a:p>
        </p:txBody>
      </p:sp>
      <p:sp>
        <p:nvSpPr>
          <p:cNvPr id="14" name="Zástupný symbol pro číslo snímku 5"/>
          <p:cNvSpPr txBox="1">
            <a:spLocks/>
          </p:cNvSpPr>
          <p:nvPr/>
        </p:nvSpPr>
        <p:spPr bwMode="auto">
          <a:xfrm>
            <a:off x="6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60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pic>
        <p:nvPicPr>
          <p:cNvPr id="2" name="Obrázek 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0000" y="1080000"/>
            <a:ext cx="3416158" cy="4635230"/>
          </a:xfrm>
          <a:prstGeom prst="rect">
            <a:avLst/>
          </a:prstGeom>
        </p:spPr>
      </p:pic>
      <p:sp>
        <p:nvSpPr>
          <p:cNvPr id="16" name="Rectangle 3"/>
          <p:cNvSpPr>
            <a:spLocks noGrp="1" noChangeArrowheads="1"/>
          </p:cNvSpPr>
          <p:nvPr>
            <p:ph type="title"/>
          </p:nvPr>
        </p:nvSpPr>
        <p:spPr>
          <a:xfrm>
            <a:off x="468000" y="288002"/>
            <a:ext cx="8676000" cy="720000"/>
          </a:xfrm>
        </p:spPr>
        <p:txBody>
          <a:bodyPr/>
          <a:lstStyle/>
          <a:p>
            <a:pPr>
              <a:defRPr/>
            </a:pPr>
            <a:r>
              <a:rPr lang="cs-CZ" sz="4000" b="1" kern="1200" dirty="0">
                <a:latin typeface="Verdana" pitchFamily="34" charset="0"/>
              </a:rPr>
              <a:t>Podmíněný skok - </a:t>
            </a:r>
            <a:r>
              <a:rPr lang="cs-CZ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cs typeface="Consolas" panose="020B0609020204030204" pitchFamily="49" charset="0"/>
              </a:rPr>
              <a:t>BRANCH</a:t>
            </a:r>
            <a:endParaRPr lang="cs-CZ" sz="4000" b="1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3282431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946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360001" y="1080003"/>
            <a:ext cx="8784000" cy="5093702"/>
          </a:xfrm>
        </p:spPr>
        <p:txBody>
          <a:bodyPr wrap="square">
            <a:spAutoFit/>
          </a:bodyPr>
          <a:lstStyle/>
          <a:p>
            <a:pPr marL="504000" indent="-504000" eaLnBrk="0" hangingPunct="0">
              <a:spcBef>
                <a:spcPct val="0"/>
              </a:spcBef>
              <a:spcAft>
                <a:spcPts val="1800"/>
              </a:spcAft>
              <a:buSzPct val="100000"/>
              <a:defRPr/>
            </a:pPr>
            <a:r>
              <a:rPr lang="cs-CZ" sz="2800" kern="1200" dirty="0">
                <a:latin typeface="Verdana" pitchFamily="34" charset="0"/>
              </a:rPr>
              <a:t>Instrukce tohoto typu vyhodnocuje </a:t>
            </a:r>
            <a:r>
              <a:rPr lang="cs-CZ" sz="2800" b="1" kern="1200" dirty="0">
                <a:latin typeface="Verdana" pitchFamily="34" charset="0"/>
              </a:rPr>
              <a:t>podmínku</a:t>
            </a:r>
            <a:r>
              <a:rPr lang="cs-CZ" sz="2800" kern="1200" dirty="0">
                <a:latin typeface="Verdana" pitchFamily="34" charset="0"/>
              </a:rPr>
              <a:t> pomocí </a:t>
            </a:r>
            <a:r>
              <a:rPr lang="cs-CZ" sz="2800" b="1" kern="1200" dirty="0">
                <a:latin typeface="Verdana" pitchFamily="34" charset="0"/>
              </a:rPr>
              <a:t>stavového registru </a:t>
            </a:r>
            <a:r>
              <a:rPr lang="cs-CZ" sz="2800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</a:rPr>
              <a:t>SREG </a:t>
            </a:r>
            <a:r>
              <a:rPr lang="cs-CZ" sz="2000" kern="1200" dirty="0">
                <a:latin typeface="Verdana" pitchFamily="34" charset="0"/>
              </a:rPr>
              <a:t>(pro nastavení SREG použijeme instrukce CPI,CP,CPC)</a:t>
            </a:r>
          </a:p>
          <a:p>
            <a:pPr marL="504000" indent="-504000" eaLnBrk="0" hangingPunct="0">
              <a:spcBef>
                <a:spcPct val="0"/>
              </a:spcBef>
              <a:spcAft>
                <a:spcPts val="1800"/>
              </a:spcAft>
              <a:buSzPct val="100000"/>
              <a:defRPr/>
            </a:pPr>
            <a:r>
              <a:rPr lang="cs-CZ" sz="2800" b="1" kern="1200" dirty="0">
                <a:latin typeface="Verdana" pitchFamily="34" charset="0"/>
              </a:rPr>
              <a:t>Je-li </a:t>
            </a:r>
            <a:r>
              <a:rPr lang="cs-CZ" sz="2800" kern="1200" dirty="0">
                <a:latin typeface="Verdana" pitchFamily="34" charset="0"/>
              </a:rPr>
              <a:t>podmínka splněna, potom se vykoná  instrukce na </a:t>
            </a:r>
            <a:r>
              <a:rPr lang="cs-CZ" sz="2800" b="1" kern="1200" dirty="0">
                <a:latin typeface="Verdana" pitchFamily="34" charset="0"/>
              </a:rPr>
              <a:t>adrese</a:t>
            </a:r>
            <a:r>
              <a:rPr lang="cs-CZ" sz="2800" kern="1200" dirty="0">
                <a:latin typeface="Verdana" pitchFamily="34" charset="0"/>
              </a:rPr>
              <a:t>, která je určena </a:t>
            </a:r>
            <a:r>
              <a:rPr lang="cs-CZ" sz="2800" b="1" kern="1200" dirty="0">
                <a:latin typeface="Verdana" pitchFamily="34" charset="0"/>
              </a:rPr>
              <a:t>operandem</a:t>
            </a:r>
          </a:p>
          <a:p>
            <a:pPr marL="504000" indent="-504000" eaLnBrk="0" hangingPunct="0">
              <a:spcBef>
                <a:spcPct val="0"/>
              </a:spcBef>
              <a:spcAft>
                <a:spcPts val="1800"/>
              </a:spcAft>
              <a:buSzPct val="100000"/>
              <a:defRPr/>
            </a:pPr>
            <a:r>
              <a:rPr lang="cs-CZ" sz="2800" b="1" kern="1200" dirty="0">
                <a:latin typeface="Verdana" pitchFamily="34" charset="0"/>
              </a:rPr>
              <a:t>Není-li</a:t>
            </a:r>
            <a:r>
              <a:rPr lang="cs-CZ" sz="2800" kern="1200" dirty="0">
                <a:latin typeface="Verdana" pitchFamily="34" charset="0"/>
              </a:rPr>
              <a:t> podmínka splněna, vykoná se </a:t>
            </a:r>
            <a:r>
              <a:rPr lang="cs-CZ" sz="2800" b="1" kern="1200" dirty="0">
                <a:latin typeface="Verdana" pitchFamily="34" charset="0"/>
              </a:rPr>
              <a:t>následující</a:t>
            </a:r>
            <a:r>
              <a:rPr lang="cs-CZ" sz="2800" kern="1200" dirty="0">
                <a:latin typeface="Verdana" pitchFamily="34" charset="0"/>
              </a:rPr>
              <a:t> instrukce</a:t>
            </a:r>
          </a:p>
          <a:p>
            <a:pPr marL="504000" indent="-504000" eaLnBrk="0" hangingPunct="0">
              <a:spcBef>
                <a:spcPct val="0"/>
              </a:spcBef>
              <a:spcAft>
                <a:spcPts val="1800"/>
              </a:spcAft>
              <a:buSzPct val="100000"/>
              <a:defRPr/>
            </a:pPr>
            <a:r>
              <a:rPr lang="cs-CZ" sz="2800" kern="1200" dirty="0">
                <a:latin typeface="Verdana" pitchFamily="34" charset="0"/>
              </a:rPr>
              <a:t>Aby instrukce byla uložena pouze v </a:t>
            </a:r>
            <a:r>
              <a:rPr lang="cs-CZ" sz="2800" b="1" kern="1200" dirty="0">
                <a:latin typeface="Verdana" pitchFamily="34" charset="0"/>
              </a:rPr>
              <a:t>jednom</a:t>
            </a:r>
            <a:r>
              <a:rPr lang="cs-CZ" sz="2800" kern="1200" dirty="0">
                <a:latin typeface="Verdana" pitchFamily="34" charset="0"/>
              </a:rPr>
              <a:t> slově (16b), je skok </a:t>
            </a:r>
            <a:r>
              <a:rPr lang="cs-CZ" sz="2800" b="1" kern="1200" dirty="0">
                <a:latin typeface="Verdana" pitchFamily="34" charset="0"/>
              </a:rPr>
              <a:t>relativní</a:t>
            </a:r>
          </a:p>
        </p:txBody>
      </p:sp>
      <p:sp>
        <p:nvSpPr>
          <p:cNvPr id="10" name="Rectangle 2"/>
          <p:cNvSpPr>
            <a:spLocks noGrp="1" noChangeArrowheads="1"/>
          </p:cNvSpPr>
          <p:nvPr>
            <p:ph type="title"/>
          </p:nvPr>
        </p:nvSpPr>
        <p:spPr>
          <a:xfrm>
            <a:off x="720000" y="72000"/>
            <a:ext cx="7772400" cy="400110"/>
          </a:xfrm>
          <a:noFill/>
          <a:ln/>
        </p:spPr>
        <p:txBody>
          <a:bodyPr>
            <a:spAutoFit/>
          </a:bodyPr>
          <a:lstStyle/>
          <a:p>
            <a:pPr lvl="0">
              <a:defRPr/>
            </a:pPr>
            <a:r>
              <a:rPr lang="cs-CZ" sz="20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ea typeface="+mn-ea"/>
                <a:cs typeface="+mn-cs"/>
              </a:rPr>
              <a:t>Branch</a:t>
            </a:r>
          </a:p>
        </p:txBody>
      </p:sp>
      <p:sp>
        <p:nvSpPr>
          <p:cNvPr id="9" name="Tlačítko akce: Vlastní 8">
            <a:hlinkClick r:id="" action="ppaction://hlinkshowjump?jump=nextslide" highlightClick="1"/>
          </p:cNvPr>
          <p:cNvSpPr/>
          <p:nvPr/>
        </p:nvSpPr>
        <p:spPr>
          <a:xfrm>
            <a:off x="6840008" y="6300008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11" name="Tlačítko akce: Vlastní 10">
            <a:hlinkClick r:id="" action="ppaction://hlinkshowjump?jump=previousslide" highlightClick="1"/>
          </p:cNvPr>
          <p:cNvSpPr/>
          <p:nvPr/>
        </p:nvSpPr>
        <p:spPr>
          <a:xfrm>
            <a:off x="5760007" y="6300008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12" name="Tlačítko akce: Vlastní 11">
            <a:hlinkClick r:id="rId3" action="ppaction://hlinksldjump" highlightClick="1"/>
          </p:cNvPr>
          <p:cNvSpPr/>
          <p:nvPr/>
        </p:nvSpPr>
        <p:spPr>
          <a:xfrm>
            <a:off x="7920007" y="6300008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13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latin typeface="Arial Black" pitchFamily="34" charset="0"/>
            </a:endParaRPr>
          </a:p>
        </p:txBody>
      </p:sp>
      <p:sp>
        <p:nvSpPr>
          <p:cNvPr id="14" name="Zástupný symbol pro číslo snímku 5"/>
          <p:cNvSpPr txBox="1">
            <a:spLocks/>
          </p:cNvSpPr>
          <p:nvPr/>
        </p:nvSpPr>
        <p:spPr bwMode="auto">
          <a:xfrm>
            <a:off x="6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61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859031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9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109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9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109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9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109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94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1094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946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360001" y="1080003"/>
            <a:ext cx="8784000" cy="2769989"/>
          </a:xfrm>
        </p:spPr>
        <p:txBody>
          <a:bodyPr wrap="square">
            <a:spAutoFit/>
          </a:bodyPr>
          <a:lstStyle/>
          <a:p>
            <a:pPr marL="504000" indent="-504000" eaLnBrk="0" hangingPunct="0">
              <a:spcBef>
                <a:spcPct val="0"/>
              </a:spcBef>
              <a:spcAft>
                <a:spcPts val="1800"/>
              </a:spcAft>
              <a:buSzPct val="100000"/>
              <a:defRPr/>
            </a:pPr>
            <a:r>
              <a:rPr lang="cs-CZ" b="1" kern="1200" dirty="0">
                <a:latin typeface="Verdana" pitchFamily="34" charset="0"/>
              </a:rPr>
              <a:t>Relativní skok</a:t>
            </a:r>
          </a:p>
          <a:p>
            <a:pPr marL="504000" indent="-504000" eaLnBrk="0" hangingPunct="0">
              <a:spcBef>
                <a:spcPct val="0"/>
              </a:spcBef>
              <a:spcAft>
                <a:spcPts val="1800"/>
              </a:spcAft>
              <a:buSzPct val="100000"/>
              <a:buFont typeface="Wingdings" panose="05000000000000000000" pitchFamily="2" charset="2"/>
              <a:buChar char="ü"/>
              <a:defRPr/>
            </a:pPr>
            <a:r>
              <a:rPr lang="cs-CZ" sz="2800" kern="1200" dirty="0">
                <a:latin typeface="Verdana" pitchFamily="34" charset="0"/>
              </a:rPr>
              <a:t>Adresa skoku je </a:t>
            </a:r>
            <a:r>
              <a:rPr lang="cs-CZ" sz="2800" b="1" kern="1200" dirty="0">
                <a:latin typeface="Verdana" pitchFamily="34" charset="0"/>
              </a:rPr>
              <a:t>součtem</a:t>
            </a:r>
            <a:r>
              <a:rPr lang="cs-CZ" sz="2800" kern="1200" dirty="0">
                <a:latin typeface="Verdana" pitchFamily="34" charset="0"/>
              </a:rPr>
              <a:t> </a:t>
            </a:r>
            <a:r>
              <a:rPr lang="cs-CZ" sz="2800" b="1" kern="1200" dirty="0">
                <a:latin typeface="Verdana" pitchFamily="34" charset="0"/>
              </a:rPr>
              <a:t>okamžité</a:t>
            </a:r>
            <a:r>
              <a:rPr lang="cs-CZ" sz="2800" kern="1200" dirty="0">
                <a:latin typeface="Verdana" pitchFamily="34" charset="0"/>
              </a:rPr>
              <a:t> hodnoty </a:t>
            </a:r>
            <a:r>
              <a:rPr lang="cs-CZ" sz="2800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</a:rPr>
              <a:t>PC</a:t>
            </a:r>
            <a:r>
              <a:rPr lang="cs-CZ" sz="2800" kern="1200" dirty="0">
                <a:latin typeface="Verdana" pitchFamily="34" charset="0"/>
              </a:rPr>
              <a:t> a </a:t>
            </a:r>
            <a:r>
              <a:rPr lang="cs-CZ" sz="2800" b="1" kern="1200" dirty="0">
                <a:latin typeface="Verdana" pitchFamily="34" charset="0"/>
              </a:rPr>
              <a:t>operandu</a:t>
            </a:r>
            <a:r>
              <a:rPr lang="cs-CZ" sz="2800" kern="1200" dirty="0">
                <a:latin typeface="Verdana" pitchFamily="34" charset="0"/>
              </a:rPr>
              <a:t> </a:t>
            </a:r>
          </a:p>
          <a:p>
            <a:pPr marL="504000" indent="-504000" eaLnBrk="0" hangingPunct="0">
              <a:spcBef>
                <a:spcPct val="0"/>
              </a:spcBef>
              <a:spcAft>
                <a:spcPts val="1800"/>
              </a:spcAft>
              <a:buSzPct val="100000"/>
              <a:buFont typeface="Wingdings" panose="05000000000000000000" pitchFamily="2" charset="2"/>
              <a:buChar char="ü"/>
              <a:defRPr/>
            </a:pPr>
            <a:r>
              <a:rPr lang="cs-CZ" sz="2800" kern="1200" dirty="0">
                <a:latin typeface="Verdana" pitchFamily="34" charset="0"/>
              </a:rPr>
              <a:t>Operand má délku </a:t>
            </a:r>
            <a:r>
              <a:rPr lang="cs-CZ" sz="2800" b="1" kern="1200" dirty="0">
                <a:latin typeface="Verdana" pitchFamily="34" charset="0"/>
              </a:rPr>
              <a:t>7 bitů </a:t>
            </a:r>
            <a:r>
              <a:rPr lang="cs-CZ" sz="2000" kern="1200" dirty="0">
                <a:latin typeface="Verdana" pitchFamily="34" charset="0"/>
              </a:rPr>
              <a:t>(pouze BRANCH)</a:t>
            </a:r>
            <a:r>
              <a:rPr lang="cs-CZ" sz="2800" kern="1200" dirty="0">
                <a:latin typeface="Verdana" pitchFamily="34" charset="0"/>
              </a:rPr>
              <a:t>, rozsah adresy je -64 až 63</a:t>
            </a:r>
          </a:p>
        </p:txBody>
      </p:sp>
      <p:sp>
        <p:nvSpPr>
          <p:cNvPr id="10" name="Rectangle 2"/>
          <p:cNvSpPr>
            <a:spLocks noGrp="1" noChangeArrowheads="1"/>
          </p:cNvSpPr>
          <p:nvPr>
            <p:ph type="title"/>
          </p:nvPr>
        </p:nvSpPr>
        <p:spPr>
          <a:xfrm>
            <a:off x="720000" y="72000"/>
            <a:ext cx="7772400" cy="400110"/>
          </a:xfrm>
          <a:noFill/>
          <a:ln/>
        </p:spPr>
        <p:txBody>
          <a:bodyPr>
            <a:spAutoFit/>
          </a:bodyPr>
          <a:lstStyle/>
          <a:p>
            <a:pPr lvl="0">
              <a:defRPr/>
            </a:pPr>
            <a:r>
              <a:rPr lang="cs-CZ" sz="20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</a:rPr>
              <a:t>Branch</a:t>
            </a:r>
            <a:endParaRPr lang="cs-CZ" sz="2000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 pitchFamily="34" charset="0"/>
              <a:ea typeface="+mn-ea"/>
              <a:cs typeface="+mn-cs"/>
            </a:endParaRPr>
          </a:p>
        </p:txBody>
      </p:sp>
      <p:sp>
        <p:nvSpPr>
          <p:cNvPr id="9" name="Tlačítko akce: Vlastní 8">
            <a:hlinkClick r:id="" action="ppaction://hlinkshowjump?jump=nextslide" highlightClick="1"/>
          </p:cNvPr>
          <p:cNvSpPr/>
          <p:nvPr/>
        </p:nvSpPr>
        <p:spPr>
          <a:xfrm>
            <a:off x="6840008" y="6300008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11" name="Tlačítko akce: Vlastní 10">
            <a:hlinkClick r:id="" action="ppaction://hlinkshowjump?jump=previousslide" highlightClick="1"/>
          </p:cNvPr>
          <p:cNvSpPr/>
          <p:nvPr/>
        </p:nvSpPr>
        <p:spPr>
          <a:xfrm>
            <a:off x="5760007" y="6300008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12" name="Tlačítko akce: Vlastní 11">
            <a:hlinkClick r:id="rId3" action="ppaction://hlinksldjump" highlightClick="1"/>
          </p:cNvPr>
          <p:cNvSpPr/>
          <p:nvPr/>
        </p:nvSpPr>
        <p:spPr>
          <a:xfrm>
            <a:off x="7920007" y="6300008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13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latin typeface="Arial Black" pitchFamily="34" charset="0"/>
            </a:endParaRPr>
          </a:p>
        </p:txBody>
      </p:sp>
      <p:sp>
        <p:nvSpPr>
          <p:cNvPr id="14" name="Zástupný symbol pro číslo snímku 5"/>
          <p:cNvSpPr txBox="1">
            <a:spLocks/>
          </p:cNvSpPr>
          <p:nvPr/>
        </p:nvSpPr>
        <p:spPr bwMode="auto">
          <a:xfrm>
            <a:off x="6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62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549615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9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109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9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109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Box 66"/>
          <p:cNvSpPr txBox="1">
            <a:spLocks noChangeArrowheads="1"/>
          </p:cNvSpPr>
          <p:nvPr/>
        </p:nvSpPr>
        <p:spPr bwMode="auto">
          <a:xfrm>
            <a:off x="540000" y="3643870"/>
            <a:ext cx="8100000" cy="2394841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square" lIns="90000" tIns="180000" rIns="90000" bIns="180000">
            <a:spAutoFit/>
          </a:bodyPr>
          <a:lstStyle/>
          <a:p>
            <a:pPr eaLnBrk="1" hangingPunct="1">
              <a:defRPr/>
            </a:pPr>
            <a:r>
              <a:rPr lang="en-US" sz="2800" b="0" dirty="0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cs-CZ" sz="2800" dirty="0">
                <a:solidFill>
                  <a:srgbClr val="0000FF"/>
                </a:solidFill>
                <a:latin typeface="Consolas"/>
              </a:rPr>
              <a:t>CPI 	</a:t>
            </a:r>
            <a:r>
              <a:rPr lang="cs-CZ" sz="2800" dirty="0">
                <a:latin typeface="Consolas" panose="020B0609020204030204" pitchFamily="49" charset="0"/>
                <a:cs typeface="Consolas" panose="020B0609020204030204" pitchFamily="49" charset="0"/>
              </a:rPr>
              <a:t>R16</a:t>
            </a:r>
            <a:r>
              <a:rPr 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r>
              <a:rPr lang="cs-CZ" sz="2800" dirty="0">
                <a:latin typeface="Consolas" panose="020B0609020204030204" pitchFamily="49" charset="0"/>
                <a:cs typeface="Consolas" panose="020B0609020204030204" pitchFamily="49" charset="0"/>
              </a:rPr>
              <a:t>20   	</a:t>
            </a:r>
            <a:r>
              <a:rPr lang="cs-CZ" dirty="0">
                <a:solidFill>
                  <a:srgbClr val="008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;Porovnej a nastav SREG</a:t>
            </a:r>
            <a:endParaRPr lang="en-US" dirty="0">
              <a:solidFill>
                <a:srgbClr val="008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eaLnBrk="1" hangingPunct="1">
              <a:spcAft>
                <a:spcPts val="1200"/>
              </a:spcAft>
              <a:defRPr/>
            </a:pPr>
            <a:r>
              <a:rPr lang="en-US" sz="2800" b="0" dirty="0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cs-CZ" sz="2800" dirty="0">
                <a:solidFill>
                  <a:srgbClr val="0000FF"/>
                </a:solidFill>
                <a:latin typeface="Consolas"/>
              </a:rPr>
              <a:t>BR</a:t>
            </a:r>
            <a:r>
              <a:rPr lang="cs-CZ" sz="2800" dirty="0">
                <a:solidFill>
                  <a:srgbClr val="FF0000"/>
                </a:solidFill>
                <a:latin typeface="Consolas"/>
              </a:rPr>
              <a:t>EQ</a:t>
            </a:r>
            <a:r>
              <a:rPr lang="cs-CZ" sz="2800" dirty="0">
                <a:solidFill>
                  <a:srgbClr val="0000FF"/>
                </a:solidFill>
                <a:latin typeface="Consolas"/>
              </a:rPr>
              <a:t> </a:t>
            </a:r>
            <a:r>
              <a:rPr lang="cs-CZ" sz="2800" dirty="0">
                <a:latin typeface="Consolas" panose="020B0609020204030204" pitchFamily="49" charset="0"/>
                <a:cs typeface="Consolas" panose="020B0609020204030204" pitchFamily="49" charset="0"/>
              </a:rPr>
              <a:t>N1  		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;Sko</a:t>
            </a:r>
            <a:r>
              <a:rPr lang="cs-CZ" dirty="0">
                <a:solidFill>
                  <a:srgbClr val="008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č je-li Z=0</a:t>
            </a:r>
          </a:p>
          <a:p>
            <a:pPr eaLnBrk="1" hangingPunct="1">
              <a:spcAft>
                <a:spcPts val="1200"/>
              </a:spcAft>
              <a:defRPr/>
            </a:pPr>
            <a:r>
              <a:rPr lang="cs-CZ" dirty="0">
                <a:solidFill>
                  <a:srgbClr val="008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cs-CZ" sz="2800" dirty="0">
                <a:latin typeface="Consolas" panose="020B0609020204030204" pitchFamily="49" charset="0"/>
                <a:cs typeface="Consolas" panose="020B0609020204030204" pitchFamily="49" charset="0"/>
              </a:rPr>
              <a:t>DEC	R16</a:t>
            </a:r>
          </a:p>
          <a:p>
            <a:pPr eaLnBrk="1" hangingPunct="1">
              <a:spcAft>
                <a:spcPts val="1200"/>
              </a:spcAft>
              <a:defRPr/>
            </a:pPr>
            <a:r>
              <a:rPr lang="cs-CZ" sz="2800" dirty="0">
                <a:latin typeface="Consolas" panose="020B0609020204030204" pitchFamily="49" charset="0"/>
                <a:cs typeface="Consolas" panose="020B0609020204030204" pitchFamily="49" charset="0"/>
              </a:rPr>
              <a:t>N1:	INC	R16</a:t>
            </a:r>
          </a:p>
        </p:txBody>
      </p:sp>
      <p:sp>
        <p:nvSpPr>
          <p:cNvPr id="12" name="Rectangle 2"/>
          <p:cNvSpPr>
            <a:spLocks noGrp="1" noChangeArrowheads="1"/>
          </p:cNvSpPr>
          <p:nvPr>
            <p:ph type="title"/>
          </p:nvPr>
        </p:nvSpPr>
        <p:spPr>
          <a:xfrm>
            <a:off x="720000" y="72000"/>
            <a:ext cx="7772400" cy="400110"/>
          </a:xfrm>
          <a:noFill/>
          <a:ln/>
        </p:spPr>
        <p:txBody>
          <a:bodyPr>
            <a:spAutoFit/>
          </a:bodyPr>
          <a:lstStyle/>
          <a:p>
            <a:pPr lvl="0">
              <a:defRPr/>
            </a:pPr>
            <a:r>
              <a:rPr lang="cs-CZ" sz="20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</a:rPr>
              <a:t>Branch</a:t>
            </a:r>
            <a:endParaRPr lang="cs-CZ" sz="2000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 pitchFamily="34" charset="0"/>
              <a:ea typeface="+mn-ea"/>
              <a:cs typeface="+mn-cs"/>
            </a:endParaRPr>
          </a:p>
        </p:txBody>
      </p:sp>
      <p:sp>
        <p:nvSpPr>
          <p:cNvPr id="13" name="Text Box 73"/>
          <p:cNvSpPr txBox="1">
            <a:spLocks noChangeArrowheads="1"/>
          </p:cNvSpPr>
          <p:nvPr/>
        </p:nvSpPr>
        <p:spPr bwMode="auto">
          <a:xfrm>
            <a:off x="360007" y="1080000"/>
            <a:ext cx="8784000" cy="23412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90000" tIns="46800" rIns="90000" bIns="46800">
            <a:spAutoFit/>
          </a:bodyPr>
          <a:lstStyle/>
          <a:p>
            <a:pPr marL="504000" indent="-504000">
              <a:spcBef>
                <a:spcPts val="0"/>
              </a:spcBef>
              <a:spcAft>
                <a:spcPts val="600"/>
              </a:spcAft>
              <a:buClr>
                <a:srgbClr val="0066FF"/>
              </a:buClr>
              <a:defRPr/>
            </a:pPr>
            <a:r>
              <a:rPr lang="cs-CZ" sz="1800" dirty="0">
                <a:latin typeface="Verdana" pitchFamily="34" charset="0"/>
              </a:rPr>
              <a:t>Příklad použití instrukce typu BRANCH </a:t>
            </a:r>
          </a:p>
          <a:p>
            <a:pPr marL="504000" indent="-504000">
              <a:spcBef>
                <a:spcPts val="0"/>
              </a:spcBef>
              <a:spcAft>
                <a:spcPts val="600"/>
              </a:spcAft>
              <a:buClr>
                <a:srgbClr val="0066FF"/>
              </a:buClr>
              <a:defRPr/>
            </a:pPr>
            <a:r>
              <a:rPr lang="cs-CZ" sz="2000" dirty="0">
                <a:latin typeface="Verdana" pitchFamily="34" charset="0"/>
              </a:rPr>
              <a:t>	</a:t>
            </a:r>
            <a:r>
              <a:rPr lang="cs-CZ" sz="2000" b="0" dirty="0">
                <a:latin typeface="Verdana" pitchFamily="34" charset="0"/>
              </a:rPr>
              <a:t>Skoč na návěští, jestliže hodnota v registru </a:t>
            </a:r>
            <a:r>
              <a:rPr lang="cs-CZ" sz="2000" dirty="0">
                <a:latin typeface="Consolas" panose="020B0609020204030204" pitchFamily="49" charset="0"/>
              </a:rPr>
              <a:t>R16 </a:t>
            </a:r>
            <a:r>
              <a:rPr lang="cs-CZ" sz="2000" b="0" dirty="0">
                <a:latin typeface="Verdana" pitchFamily="34" charset="0"/>
              </a:rPr>
              <a:t>je</a:t>
            </a:r>
            <a:r>
              <a:rPr lang="cs-CZ" sz="2000" dirty="0">
                <a:latin typeface="Consolas" panose="020B0609020204030204" pitchFamily="49" charset="0"/>
              </a:rPr>
              <a:t> 20</a:t>
            </a:r>
            <a:r>
              <a:rPr lang="cs-CZ" sz="2000" b="0" dirty="0">
                <a:latin typeface="Verdana" pitchFamily="34" charset="0"/>
              </a:rPr>
              <a:t>, jinak odečti </a:t>
            </a:r>
            <a:r>
              <a:rPr lang="cs-CZ" sz="2000" dirty="0">
                <a:latin typeface="Consolas" panose="020B0609020204030204" pitchFamily="49" charset="0"/>
              </a:rPr>
              <a:t>1</a:t>
            </a:r>
            <a:r>
              <a:rPr lang="cs-CZ" sz="2000" b="0" dirty="0">
                <a:latin typeface="Verdana" pitchFamily="34" charset="0"/>
              </a:rPr>
              <a:t> z </a:t>
            </a:r>
            <a:r>
              <a:rPr lang="cs-CZ" sz="2000" dirty="0">
                <a:latin typeface="Consolas" panose="020B0609020204030204" pitchFamily="49" charset="0"/>
              </a:rPr>
              <a:t>R16</a:t>
            </a:r>
            <a:r>
              <a:rPr lang="cs-CZ" sz="2000" b="0" dirty="0">
                <a:latin typeface="Verdana" pitchFamily="34" charset="0"/>
              </a:rPr>
              <a:t>.</a:t>
            </a:r>
            <a:r>
              <a:rPr lang="cs-CZ" sz="2000" dirty="0">
                <a:latin typeface="Consolas" panose="020B0609020204030204" pitchFamily="49" charset="0"/>
              </a:rPr>
              <a:t> </a:t>
            </a:r>
            <a:r>
              <a:rPr lang="cs-CZ" sz="2000" b="0" dirty="0">
                <a:latin typeface="Verdana" pitchFamily="34" charset="0"/>
              </a:rPr>
              <a:t>Vypište sled instrukcí pro </a:t>
            </a:r>
            <a:r>
              <a:rPr lang="cs-CZ" sz="2000" dirty="0">
                <a:latin typeface="Consolas" panose="020B0609020204030204" pitchFamily="49" charset="0"/>
              </a:rPr>
              <a:t>R16=10</a:t>
            </a:r>
            <a:r>
              <a:rPr lang="cs-CZ" sz="2000" b="0" dirty="0">
                <a:latin typeface="Verdana" pitchFamily="34" charset="0"/>
              </a:rPr>
              <a:t> a pro </a:t>
            </a:r>
            <a:r>
              <a:rPr lang="cs-CZ" sz="2000" dirty="0">
                <a:latin typeface="Consolas" panose="020B0609020204030204" pitchFamily="49" charset="0"/>
              </a:rPr>
              <a:t>R16=20.</a:t>
            </a:r>
          </a:p>
          <a:p>
            <a:pPr marL="504000" indent="-504000">
              <a:spcBef>
                <a:spcPts val="0"/>
              </a:spcBef>
              <a:spcAft>
                <a:spcPts val="600"/>
              </a:spcAft>
              <a:buClr>
                <a:srgbClr val="0066FF"/>
              </a:buClr>
              <a:defRPr/>
            </a:pPr>
            <a:r>
              <a:rPr lang="cs-CZ" sz="1800" dirty="0">
                <a:latin typeface="Verdana" pitchFamily="34" charset="0"/>
              </a:rPr>
              <a:t>Řešení</a:t>
            </a:r>
            <a:br>
              <a:rPr lang="cs-CZ" sz="1800" dirty="0">
                <a:latin typeface="Verdana" pitchFamily="34" charset="0"/>
              </a:rPr>
            </a:br>
            <a:r>
              <a:rPr lang="cs-CZ" sz="2000" b="0" dirty="0">
                <a:latin typeface="Verdana" pitchFamily="34" charset="0"/>
              </a:rPr>
              <a:t>Podmínku vyhodnotíme instrukcí </a:t>
            </a:r>
            <a:r>
              <a:rPr lang="cs-CZ" sz="2000" dirty="0">
                <a:latin typeface="Consolas" panose="020B0609020204030204" pitchFamily="49" charset="0"/>
              </a:rPr>
              <a:t>CPI</a:t>
            </a:r>
            <a:r>
              <a:rPr lang="cs-CZ" sz="2000" b="0" dirty="0">
                <a:latin typeface="Verdana" pitchFamily="34" charset="0"/>
              </a:rPr>
              <a:t>, která nastaví bity ve stavovém registru. Podle zadání podmínky volíme vhodný typ instrukce </a:t>
            </a:r>
            <a:r>
              <a:rPr lang="cs-CZ" sz="2000" dirty="0" err="1">
                <a:latin typeface="Consolas" panose="020B0609020204030204" pitchFamily="49" charset="0"/>
              </a:rPr>
              <a:t>BRxx</a:t>
            </a:r>
            <a:r>
              <a:rPr lang="cs-CZ" sz="2000" b="0" dirty="0">
                <a:latin typeface="Verdana" pitchFamily="34" charset="0"/>
              </a:rPr>
              <a:t>.</a:t>
            </a:r>
          </a:p>
        </p:txBody>
      </p:sp>
      <p:sp>
        <p:nvSpPr>
          <p:cNvPr id="14" name="Tlačítko akce: Vlastní 13">
            <a:hlinkClick r:id="" action="ppaction://hlinkshowjump?jump=nextslide" highlightClick="1"/>
          </p:cNvPr>
          <p:cNvSpPr/>
          <p:nvPr/>
        </p:nvSpPr>
        <p:spPr>
          <a:xfrm>
            <a:off x="6840008" y="6300008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15" name="Tlačítko akce: Vlastní 14">
            <a:hlinkClick r:id="" action="ppaction://hlinkshowjump?jump=previousslide" highlightClick="1"/>
          </p:cNvPr>
          <p:cNvSpPr/>
          <p:nvPr/>
        </p:nvSpPr>
        <p:spPr>
          <a:xfrm>
            <a:off x="5760007" y="6300008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16" name="Tlačítko akce: Vlastní 15">
            <a:hlinkClick r:id="rId3" action="ppaction://hlinksldjump" highlightClick="1"/>
          </p:cNvPr>
          <p:cNvSpPr/>
          <p:nvPr/>
        </p:nvSpPr>
        <p:spPr>
          <a:xfrm>
            <a:off x="7920007" y="6300008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17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latin typeface="Arial Black" pitchFamily="34" charset="0"/>
            </a:endParaRPr>
          </a:p>
        </p:txBody>
      </p:sp>
      <p:sp>
        <p:nvSpPr>
          <p:cNvPr id="18" name="Zástupný symbol pro číslo snímku 5"/>
          <p:cNvSpPr txBox="1">
            <a:spLocks/>
          </p:cNvSpPr>
          <p:nvPr/>
        </p:nvSpPr>
        <p:spPr bwMode="auto">
          <a:xfrm>
            <a:off x="6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63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26001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Box 66"/>
          <p:cNvSpPr txBox="1">
            <a:spLocks noChangeArrowheads="1"/>
          </p:cNvSpPr>
          <p:nvPr/>
        </p:nvSpPr>
        <p:spPr bwMode="auto">
          <a:xfrm>
            <a:off x="540000" y="908720"/>
            <a:ext cx="8100000" cy="2456396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square" lIns="90000" tIns="180000" rIns="90000" bIns="180000">
            <a:spAutoFit/>
          </a:bodyPr>
          <a:lstStyle/>
          <a:p>
            <a:pPr eaLnBrk="1" hangingPunct="1">
              <a:defRPr/>
            </a:pPr>
            <a:r>
              <a:rPr lang="cs-CZ" sz="2800" b="0" dirty="0">
                <a:latin typeface="Consolas" panose="020B0609020204030204" pitchFamily="49" charset="0"/>
                <a:cs typeface="Consolas" panose="020B0609020204030204" pitchFamily="49" charset="0"/>
              </a:rPr>
              <a:t>	R16=10		Z	R16</a:t>
            </a:r>
            <a:r>
              <a:rPr lang="en-US" sz="2800" b="0" dirty="0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endParaRPr lang="cs-CZ" sz="2800" b="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eaLnBrk="1" hangingPunct="1">
              <a:defRPr/>
            </a:pPr>
            <a:r>
              <a:rPr lang="cs-CZ" sz="2800" dirty="0">
                <a:solidFill>
                  <a:srgbClr val="0000FF"/>
                </a:solidFill>
                <a:latin typeface="Consolas"/>
              </a:rPr>
              <a:t>	</a:t>
            </a:r>
            <a:r>
              <a:rPr lang="cs-CZ" sz="2000" dirty="0">
                <a:latin typeface="Consolas" panose="020B0609020204030204" pitchFamily="49" charset="0"/>
                <a:cs typeface="Consolas" panose="020B0609020204030204" pitchFamily="49" charset="0"/>
              </a:rPr>
              <a:t>CPI 	R16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r>
              <a:rPr lang="cs-CZ" sz="2000" dirty="0">
                <a:latin typeface="Consolas" panose="020B0609020204030204" pitchFamily="49" charset="0"/>
                <a:cs typeface="Consolas" panose="020B0609020204030204" pitchFamily="49" charset="0"/>
              </a:rPr>
              <a:t>20		0	10</a:t>
            </a:r>
          </a:p>
          <a:p>
            <a:pPr eaLnBrk="1" hangingPunct="1">
              <a:defRPr/>
            </a:pP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cs-CZ" sz="2000" dirty="0">
                <a:latin typeface="Consolas" panose="020B0609020204030204" pitchFamily="49" charset="0"/>
                <a:cs typeface="Consolas" panose="020B0609020204030204" pitchFamily="49" charset="0"/>
              </a:rPr>
              <a:t>BREQ 	N1</a:t>
            </a:r>
          </a:p>
          <a:p>
            <a:pPr eaLnBrk="1" hangingPunct="1">
              <a:defRPr/>
            </a:pPr>
            <a:r>
              <a:rPr lang="cs-CZ" sz="2000" dirty="0">
                <a:solidFill>
                  <a:srgbClr val="008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cs-CZ" sz="2000" dirty="0">
                <a:latin typeface="Consolas" panose="020B0609020204030204" pitchFamily="49" charset="0"/>
                <a:cs typeface="Consolas" panose="020B0609020204030204" pitchFamily="49" charset="0"/>
              </a:rPr>
              <a:t>DEC	R16			9</a:t>
            </a:r>
          </a:p>
          <a:p>
            <a:pPr eaLnBrk="1" hangingPunct="1">
              <a:defRPr/>
            </a:pPr>
            <a:r>
              <a:rPr lang="cs-CZ" sz="2000" dirty="0">
                <a:latin typeface="Consolas" panose="020B0609020204030204" pitchFamily="49" charset="0"/>
                <a:cs typeface="Consolas" panose="020B0609020204030204" pitchFamily="49" charset="0"/>
              </a:rPr>
              <a:t>	INC	R16			10</a:t>
            </a:r>
          </a:p>
          <a:p>
            <a:pPr eaLnBrk="1" hangingPunct="1">
              <a:defRPr/>
            </a:pPr>
            <a:r>
              <a:rPr lang="cs-CZ" sz="2000" dirty="0">
                <a:latin typeface="Consolas" panose="020B0609020204030204" pitchFamily="49" charset="0"/>
                <a:cs typeface="Consolas" panose="020B0609020204030204" pitchFamily="49" charset="0"/>
              </a:rPr>
              <a:t>	…</a:t>
            </a:r>
          </a:p>
        </p:txBody>
      </p:sp>
      <p:sp>
        <p:nvSpPr>
          <p:cNvPr id="12" name="Rectangle 2"/>
          <p:cNvSpPr>
            <a:spLocks noGrp="1" noChangeArrowheads="1"/>
          </p:cNvSpPr>
          <p:nvPr>
            <p:ph type="title"/>
          </p:nvPr>
        </p:nvSpPr>
        <p:spPr>
          <a:xfrm>
            <a:off x="720000" y="72000"/>
            <a:ext cx="7772400" cy="400110"/>
          </a:xfrm>
          <a:noFill/>
          <a:ln/>
        </p:spPr>
        <p:txBody>
          <a:bodyPr>
            <a:spAutoFit/>
          </a:bodyPr>
          <a:lstStyle/>
          <a:p>
            <a:pPr lvl="0">
              <a:defRPr/>
            </a:pPr>
            <a:r>
              <a:rPr lang="cs-CZ" sz="20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</a:rPr>
              <a:t>Branch</a:t>
            </a:r>
            <a:endParaRPr lang="cs-CZ" sz="2000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 pitchFamily="34" charset="0"/>
              <a:ea typeface="+mn-ea"/>
              <a:cs typeface="+mn-cs"/>
            </a:endParaRPr>
          </a:p>
        </p:txBody>
      </p:sp>
      <p:sp>
        <p:nvSpPr>
          <p:cNvPr id="14" name="Tlačítko akce: Vlastní 13">
            <a:hlinkClick r:id="" action="ppaction://hlinkshowjump?jump=nextslide" highlightClick="1"/>
          </p:cNvPr>
          <p:cNvSpPr/>
          <p:nvPr/>
        </p:nvSpPr>
        <p:spPr>
          <a:xfrm>
            <a:off x="6840008" y="6300008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15" name="Tlačítko akce: Vlastní 14">
            <a:hlinkClick r:id="" action="ppaction://hlinkshowjump?jump=previousslide" highlightClick="1"/>
          </p:cNvPr>
          <p:cNvSpPr/>
          <p:nvPr/>
        </p:nvSpPr>
        <p:spPr>
          <a:xfrm>
            <a:off x="5760007" y="6300008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16" name="Tlačítko akce: Vlastní 15">
            <a:hlinkClick r:id="rId3" action="ppaction://hlinksldjump" highlightClick="1"/>
          </p:cNvPr>
          <p:cNvSpPr/>
          <p:nvPr/>
        </p:nvSpPr>
        <p:spPr>
          <a:xfrm>
            <a:off x="7920007" y="6300008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17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latin typeface="Arial Black" pitchFamily="34" charset="0"/>
            </a:endParaRPr>
          </a:p>
        </p:txBody>
      </p:sp>
      <p:sp>
        <p:nvSpPr>
          <p:cNvPr id="18" name="Zástupný symbol pro číslo snímku 5"/>
          <p:cNvSpPr txBox="1">
            <a:spLocks/>
          </p:cNvSpPr>
          <p:nvPr/>
        </p:nvSpPr>
        <p:spPr bwMode="auto">
          <a:xfrm>
            <a:off x="6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64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10" name="Text Box 66"/>
          <p:cNvSpPr txBox="1">
            <a:spLocks noChangeArrowheads="1"/>
          </p:cNvSpPr>
          <p:nvPr/>
        </p:nvSpPr>
        <p:spPr bwMode="auto">
          <a:xfrm>
            <a:off x="540000" y="3573016"/>
            <a:ext cx="8100000" cy="2148620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square" lIns="90000" tIns="180000" rIns="90000" bIns="180000">
            <a:spAutoFit/>
          </a:bodyPr>
          <a:lstStyle/>
          <a:p>
            <a:pPr eaLnBrk="1" hangingPunct="1">
              <a:defRPr/>
            </a:pPr>
            <a:r>
              <a:rPr lang="cs-CZ" sz="2800" b="0" dirty="0">
                <a:latin typeface="Consolas" panose="020B0609020204030204" pitchFamily="49" charset="0"/>
                <a:cs typeface="Consolas" panose="020B0609020204030204" pitchFamily="49" charset="0"/>
              </a:rPr>
              <a:t>	R16=20		Z	R16</a:t>
            </a:r>
            <a:r>
              <a:rPr lang="en-US" sz="2800" b="0" dirty="0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endParaRPr lang="cs-CZ" sz="2800" b="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eaLnBrk="1" hangingPunct="1">
              <a:defRPr/>
            </a:pPr>
            <a:r>
              <a:rPr lang="cs-CZ" sz="2800" dirty="0">
                <a:solidFill>
                  <a:srgbClr val="0000FF"/>
                </a:solidFill>
                <a:latin typeface="Consolas"/>
              </a:rPr>
              <a:t>	</a:t>
            </a:r>
            <a:r>
              <a:rPr lang="cs-CZ" sz="2000" dirty="0">
                <a:latin typeface="Consolas" panose="020B0609020204030204" pitchFamily="49" charset="0"/>
                <a:cs typeface="Consolas" panose="020B0609020204030204" pitchFamily="49" charset="0"/>
              </a:rPr>
              <a:t>CPI 	R16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r>
              <a:rPr lang="cs-CZ" sz="2000" dirty="0">
                <a:latin typeface="Consolas" panose="020B0609020204030204" pitchFamily="49" charset="0"/>
                <a:cs typeface="Consolas" panose="020B0609020204030204" pitchFamily="49" charset="0"/>
              </a:rPr>
              <a:t>20		1	20</a:t>
            </a:r>
          </a:p>
          <a:p>
            <a:pPr eaLnBrk="1" hangingPunct="1">
              <a:defRPr/>
            </a:pP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cs-CZ" sz="2000" dirty="0">
                <a:latin typeface="Consolas" panose="020B0609020204030204" pitchFamily="49" charset="0"/>
                <a:cs typeface="Consolas" panose="020B0609020204030204" pitchFamily="49" charset="0"/>
              </a:rPr>
              <a:t>BREQ 	N1</a:t>
            </a:r>
          </a:p>
          <a:p>
            <a:pPr eaLnBrk="1" hangingPunct="1">
              <a:defRPr/>
            </a:pPr>
            <a:r>
              <a:rPr lang="cs-CZ" sz="2000" dirty="0">
                <a:solidFill>
                  <a:srgbClr val="008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cs-CZ" sz="2000" dirty="0">
                <a:latin typeface="Consolas" panose="020B0609020204030204" pitchFamily="49" charset="0"/>
                <a:cs typeface="Consolas" panose="020B0609020204030204" pitchFamily="49" charset="0"/>
              </a:rPr>
              <a:t>INC	R16			21</a:t>
            </a:r>
          </a:p>
          <a:p>
            <a:pPr eaLnBrk="1" hangingPunct="1">
              <a:defRPr/>
            </a:pPr>
            <a:r>
              <a:rPr lang="cs-CZ" sz="2000" dirty="0">
                <a:latin typeface="Consolas" panose="020B0609020204030204" pitchFamily="49" charset="0"/>
                <a:cs typeface="Consolas" panose="020B0609020204030204" pitchFamily="49" charset="0"/>
              </a:rPr>
              <a:t>	…</a:t>
            </a:r>
          </a:p>
        </p:txBody>
      </p:sp>
    </p:spTree>
    <p:extLst>
      <p:ext uri="{BB962C8B-B14F-4D97-AF65-F5344CB8AC3E}">
        <p14:creationId xmlns:p14="http://schemas.microsoft.com/office/powerpoint/2010/main" val="23332616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5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7" dur="5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lačítko akce: Vlastní 8">
            <a:hlinkClick r:id="" action="ppaction://hlinkshowjump?jump=nextslide" highlightClick="1"/>
          </p:cNvPr>
          <p:cNvSpPr/>
          <p:nvPr/>
        </p:nvSpPr>
        <p:spPr>
          <a:xfrm>
            <a:off x="6840008" y="6300008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11" name="Tlačítko akce: Vlastní 10">
            <a:hlinkClick r:id="" action="ppaction://hlinkshowjump?jump=previousslide" highlightClick="1"/>
          </p:cNvPr>
          <p:cNvSpPr/>
          <p:nvPr/>
        </p:nvSpPr>
        <p:spPr>
          <a:xfrm>
            <a:off x="5760007" y="6300008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12" name="Tlačítko akce: Vlastní 11">
            <a:hlinkClick r:id="rId3" action="ppaction://hlinksldjump" highlightClick="1"/>
          </p:cNvPr>
          <p:cNvSpPr/>
          <p:nvPr/>
        </p:nvSpPr>
        <p:spPr>
          <a:xfrm>
            <a:off x="7920007" y="6300008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13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latin typeface="Arial Black" pitchFamily="34" charset="0"/>
            </a:endParaRPr>
          </a:p>
        </p:txBody>
      </p:sp>
      <p:sp>
        <p:nvSpPr>
          <p:cNvPr id="14" name="Zástupný symbol pro číslo snímku 5"/>
          <p:cNvSpPr txBox="1">
            <a:spLocks/>
          </p:cNvSpPr>
          <p:nvPr/>
        </p:nvSpPr>
        <p:spPr bwMode="auto">
          <a:xfrm>
            <a:off x="6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65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pic>
        <p:nvPicPr>
          <p:cNvPr id="4" name="Obrázek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0000" y="1080000"/>
            <a:ext cx="3921350" cy="4680520"/>
          </a:xfrm>
          <a:prstGeom prst="rect">
            <a:avLst/>
          </a:prstGeom>
        </p:spPr>
      </p:pic>
      <p:sp>
        <p:nvSpPr>
          <p:cNvPr id="10" name="Rectangle 3"/>
          <p:cNvSpPr>
            <a:spLocks noGrp="1" noChangeArrowheads="1"/>
          </p:cNvSpPr>
          <p:nvPr>
            <p:ph type="title"/>
          </p:nvPr>
        </p:nvSpPr>
        <p:spPr>
          <a:xfrm>
            <a:off x="468000" y="288002"/>
            <a:ext cx="8676000" cy="720000"/>
          </a:xfrm>
        </p:spPr>
        <p:txBody>
          <a:bodyPr/>
          <a:lstStyle/>
          <a:p>
            <a:pPr>
              <a:defRPr/>
            </a:pPr>
            <a:r>
              <a:rPr lang="cs-CZ" sz="4000" b="1" kern="1200" dirty="0">
                <a:latin typeface="Verdana" pitchFamily="34" charset="0"/>
              </a:rPr>
              <a:t>Podmíněný skok - </a:t>
            </a:r>
            <a:r>
              <a:rPr lang="cs-CZ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cs typeface="Consolas" panose="020B0609020204030204" pitchFamily="49" charset="0"/>
              </a:rPr>
              <a:t>SKIP</a:t>
            </a:r>
            <a:endParaRPr lang="cs-CZ" sz="4000" b="1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0594986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946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360001" y="1080003"/>
            <a:ext cx="8784000" cy="2585323"/>
          </a:xfrm>
        </p:spPr>
        <p:txBody>
          <a:bodyPr wrap="square">
            <a:spAutoFit/>
          </a:bodyPr>
          <a:lstStyle/>
          <a:p>
            <a:pPr marL="504000" indent="-504000" eaLnBrk="0" hangingPunct="0">
              <a:spcBef>
                <a:spcPct val="0"/>
              </a:spcBef>
              <a:spcAft>
                <a:spcPts val="2400"/>
              </a:spcAft>
              <a:buSzPct val="100000"/>
              <a:defRPr/>
            </a:pPr>
            <a:r>
              <a:rPr lang="cs-CZ" sz="2800" kern="1200" dirty="0">
                <a:latin typeface="Verdana" pitchFamily="34" charset="0"/>
              </a:rPr>
              <a:t>Jako </a:t>
            </a:r>
            <a:r>
              <a:rPr lang="cs-CZ" sz="2800" b="1" kern="1200" dirty="0">
                <a:latin typeface="Verdana" pitchFamily="34" charset="0"/>
              </a:rPr>
              <a:t>podmínka</a:t>
            </a:r>
            <a:r>
              <a:rPr lang="cs-CZ" sz="2800" kern="1200" dirty="0">
                <a:latin typeface="Verdana" pitchFamily="34" charset="0"/>
              </a:rPr>
              <a:t> se používá logická hodnota</a:t>
            </a:r>
          </a:p>
          <a:p>
            <a:pPr marL="504000" indent="-504000" eaLnBrk="0" hangingPunct="0">
              <a:spcBef>
                <a:spcPct val="0"/>
              </a:spcBef>
              <a:spcAft>
                <a:spcPts val="1800"/>
              </a:spcAft>
              <a:buSzPct val="100000"/>
              <a:buFont typeface="Wingdings" panose="05000000000000000000" pitchFamily="2" charset="2"/>
              <a:buChar char="ü"/>
              <a:defRPr/>
            </a:pPr>
            <a:r>
              <a:rPr lang="cs-CZ" sz="2800" kern="1200" dirty="0">
                <a:latin typeface="Verdana" pitchFamily="34" charset="0"/>
              </a:rPr>
              <a:t>určitého bitu </a:t>
            </a:r>
            <a:r>
              <a:rPr lang="cs-CZ" sz="2800" b="1" kern="1200" dirty="0">
                <a:latin typeface="Verdana" pitchFamily="34" charset="0"/>
              </a:rPr>
              <a:t>registru</a:t>
            </a:r>
            <a:r>
              <a:rPr lang="cs-CZ" sz="2800" kern="1200" dirty="0">
                <a:latin typeface="Verdana" pitchFamily="34" charset="0"/>
              </a:rPr>
              <a:t> (</a:t>
            </a:r>
            <a:r>
              <a:rPr lang="cs-CZ" sz="2800" kern="1200" dirty="0">
                <a:latin typeface="Consolas" panose="020B0609020204030204" pitchFamily="49" charset="0"/>
              </a:rPr>
              <a:t>R0-R31</a:t>
            </a:r>
            <a:r>
              <a:rPr lang="cs-CZ" sz="2800" kern="1200" dirty="0">
                <a:latin typeface="Verdana" pitchFamily="34" charset="0"/>
              </a:rPr>
              <a:t>) nebo</a:t>
            </a:r>
          </a:p>
          <a:p>
            <a:pPr marL="504000" indent="-504000" eaLnBrk="0" hangingPunct="0">
              <a:spcBef>
                <a:spcPct val="0"/>
              </a:spcBef>
              <a:spcAft>
                <a:spcPts val="1800"/>
              </a:spcAft>
              <a:buSzPct val="100000"/>
              <a:buFont typeface="Wingdings" panose="05000000000000000000" pitchFamily="2" charset="2"/>
              <a:buChar char="ü"/>
              <a:defRPr/>
            </a:pPr>
            <a:r>
              <a:rPr lang="cs-CZ" sz="2800" kern="1200" dirty="0">
                <a:latin typeface="Verdana" pitchFamily="34" charset="0"/>
              </a:rPr>
              <a:t>určitého bitu </a:t>
            </a:r>
            <a:r>
              <a:rPr lang="cs-CZ" sz="2800" b="1" kern="1200" dirty="0">
                <a:latin typeface="Verdana" pitchFamily="34" charset="0"/>
              </a:rPr>
              <a:t>I/O registru</a:t>
            </a:r>
            <a:r>
              <a:rPr lang="cs-CZ" sz="2800" kern="1200" dirty="0">
                <a:latin typeface="Verdana" pitchFamily="34" charset="0"/>
              </a:rPr>
              <a:t> (</a:t>
            </a:r>
            <a:r>
              <a:rPr lang="cs-CZ" sz="2800" kern="1200" dirty="0">
                <a:latin typeface="Consolas" panose="020B0609020204030204" pitchFamily="49" charset="0"/>
              </a:rPr>
              <a:t>0-63</a:t>
            </a:r>
            <a:r>
              <a:rPr lang="cs-CZ" sz="2800" kern="1200" dirty="0">
                <a:latin typeface="Verdana" pitchFamily="34" charset="0"/>
              </a:rPr>
              <a:t>) nebo</a:t>
            </a:r>
          </a:p>
          <a:p>
            <a:pPr marL="504000" indent="-504000" eaLnBrk="0" hangingPunct="0">
              <a:spcBef>
                <a:spcPct val="0"/>
              </a:spcBef>
              <a:spcAft>
                <a:spcPts val="1800"/>
              </a:spcAft>
              <a:buSzPct val="100000"/>
              <a:buFont typeface="Wingdings" panose="05000000000000000000" pitchFamily="2" charset="2"/>
              <a:buChar char="ü"/>
              <a:defRPr/>
            </a:pPr>
            <a:r>
              <a:rPr lang="cs-CZ" sz="2800" b="1" kern="1200" dirty="0">
                <a:latin typeface="Verdana" pitchFamily="34" charset="0"/>
              </a:rPr>
              <a:t>rovnost dvou registrů</a:t>
            </a:r>
            <a:r>
              <a:rPr lang="cs-CZ" sz="2800" kern="1200" dirty="0">
                <a:latin typeface="Verdana" pitchFamily="34" charset="0"/>
              </a:rPr>
              <a:t> (</a:t>
            </a:r>
            <a:r>
              <a:rPr lang="cs-CZ" sz="2800" kern="1200" dirty="0">
                <a:latin typeface="Consolas" panose="020B0609020204030204" pitchFamily="49" charset="0"/>
              </a:rPr>
              <a:t>R0-R31</a:t>
            </a:r>
            <a:r>
              <a:rPr lang="cs-CZ" sz="2800" kern="1200" dirty="0">
                <a:latin typeface="Verdana" pitchFamily="34" charset="0"/>
              </a:rPr>
              <a:t>) </a:t>
            </a:r>
          </a:p>
        </p:txBody>
      </p:sp>
      <p:sp>
        <p:nvSpPr>
          <p:cNvPr id="10" name="Rectangle 2"/>
          <p:cNvSpPr>
            <a:spLocks noGrp="1" noChangeArrowheads="1"/>
          </p:cNvSpPr>
          <p:nvPr>
            <p:ph type="title"/>
          </p:nvPr>
        </p:nvSpPr>
        <p:spPr>
          <a:xfrm>
            <a:off x="720000" y="72000"/>
            <a:ext cx="7772400" cy="400110"/>
          </a:xfrm>
          <a:noFill/>
          <a:ln/>
        </p:spPr>
        <p:txBody>
          <a:bodyPr>
            <a:spAutoFit/>
          </a:bodyPr>
          <a:lstStyle/>
          <a:p>
            <a:pPr lvl="0">
              <a:defRPr/>
            </a:pPr>
            <a:r>
              <a:rPr lang="cs-CZ" sz="20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ea typeface="+mn-ea"/>
                <a:cs typeface="+mn-cs"/>
              </a:rPr>
              <a:t>Skip</a:t>
            </a:r>
          </a:p>
        </p:txBody>
      </p:sp>
      <p:sp>
        <p:nvSpPr>
          <p:cNvPr id="9" name="Tlačítko akce: Vlastní 8">
            <a:hlinkClick r:id="" action="ppaction://hlinkshowjump?jump=nextslide" highlightClick="1"/>
          </p:cNvPr>
          <p:cNvSpPr/>
          <p:nvPr/>
        </p:nvSpPr>
        <p:spPr>
          <a:xfrm>
            <a:off x="6840008" y="6300008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11" name="Tlačítko akce: Vlastní 10">
            <a:hlinkClick r:id="" action="ppaction://hlinkshowjump?jump=previousslide" highlightClick="1"/>
          </p:cNvPr>
          <p:cNvSpPr/>
          <p:nvPr/>
        </p:nvSpPr>
        <p:spPr>
          <a:xfrm>
            <a:off x="5760007" y="6300008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12" name="Tlačítko akce: Vlastní 11">
            <a:hlinkClick r:id="rId3" action="ppaction://hlinksldjump" highlightClick="1"/>
          </p:cNvPr>
          <p:cNvSpPr/>
          <p:nvPr/>
        </p:nvSpPr>
        <p:spPr>
          <a:xfrm>
            <a:off x="7920007" y="6300008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13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latin typeface="Arial Black" pitchFamily="34" charset="0"/>
            </a:endParaRPr>
          </a:p>
        </p:txBody>
      </p:sp>
      <p:sp>
        <p:nvSpPr>
          <p:cNvPr id="14" name="Zástupný symbol pro číslo snímku 5"/>
          <p:cNvSpPr txBox="1">
            <a:spLocks/>
          </p:cNvSpPr>
          <p:nvPr/>
        </p:nvSpPr>
        <p:spPr bwMode="auto">
          <a:xfrm>
            <a:off x="6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66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248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9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109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9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109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9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109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94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1094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946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360001" y="1080003"/>
            <a:ext cx="8784000" cy="3139321"/>
          </a:xfrm>
        </p:spPr>
        <p:txBody>
          <a:bodyPr wrap="square">
            <a:spAutoFit/>
          </a:bodyPr>
          <a:lstStyle/>
          <a:p>
            <a:pPr marL="504000" indent="-504000" eaLnBrk="0" hangingPunct="0">
              <a:spcBef>
                <a:spcPct val="0"/>
              </a:spcBef>
              <a:spcAft>
                <a:spcPts val="1800"/>
              </a:spcAft>
              <a:buSzPct val="100000"/>
              <a:defRPr/>
            </a:pPr>
            <a:r>
              <a:rPr lang="cs-CZ" sz="2800" kern="1200" dirty="0">
                <a:latin typeface="Verdana" pitchFamily="34" charset="0"/>
              </a:rPr>
              <a:t>Instrukce neobsahuje </a:t>
            </a:r>
            <a:r>
              <a:rPr lang="cs-CZ" sz="2800" b="1" kern="1200" dirty="0">
                <a:latin typeface="Verdana" pitchFamily="34" charset="0"/>
              </a:rPr>
              <a:t>žádnou adresu</a:t>
            </a:r>
          </a:p>
          <a:p>
            <a:pPr marL="504000" indent="-504000" eaLnBrk="0" hangingPunct="0">
              <a:spcBef>
                <a:spcPct val="0"/>
              </a:spcBef>
              <a:spcAft>
                <a:spcPts val="1800"/>
              </a:spcAft>
              <a:buSzPct val="100000"/>
              <a:defRPr/>
            </a:pPr>
            <a:r>
              <a:rPr lang="cs-CZ" sz="2800" b="1" kern="1200" dirty="0">
                <a:latin typeface="Verdana" pitchFamily="34" charset="0"/>
              </a:rPr>
              <a:t>Je-li </a:t>
            </a:r>
            <a:r>
              <a:rPr lang="cs-CZ" sz="2800" kern="1200" dirty="0">
                <a:latin typeface="Verdana" pitchFamily="34" charset="0"/>
              </a:rPr>
              <a:t>podmínka splněna, </a:t>
            </a:r>
            <a:r>
              <a:rPr lang="cs-CZ" sz="2800" b="1" kern="1200" dirty="0">
                <a:latin typeface="Verdana" pitchFamily="34" charset="0"/>
              </a:rPr>
              <a:t>přeskočí</a:t>
            </a:r>
            <a:r>
              <a:rPr lang="cs-CZ" sz="2800" kern="1200" dirty="0">
                <a:latin typeface="Verdana" pitchFamily="34" charset="0"/>
              </a:rPr>
              <a:t> se </a:t>
            </a:r>
            <a:r>
              <a:rPr lang="cs-CZ" sz="2800" b="1" kern="1200" dirty="0">
                <a:latin typeface="Verdana" pitchFamily="34" charset="0"/>
              </a:rPr>
              <a:t>následující</a:t>
            </a:r>
            <a:r>
              <a:rPr lang="cs-CZ" sz="2800" kern="1200" dirty="0">
                <a:latin typeface="Verdana" pitchFamily="34" charset="0"/>
              </a:rPr>
              <a:t> instrukce </a:t>
            </a:r>
            <a:r>
              <a:rPr lang="cs-CZ" sz="2000" kern="1200" dirty="0">
                <a:latin typeface="Verdana" pitchFamily="34" charset="0"/>
              </a:rPr>
              <a:t>(k </a:t>
            </a:r>
            <a:r>
              <a:rPr lang="cs-CZ" sz="2000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</a:rPr>
              <a:t>PC</a:t>
            </a:r>
            <a:r>
              <a:rPr lang="cs-CZ" sz="2000" kern="1200" dirty="0">
                <a:latin typeface="Verdana" pitchFamily="34" charset="0"/>
              </a:rPr>
              <a:t> se přičte délka následující instrukce)</a:t>
            </a:r>
            <a:r>
              <a:rPr lang="cs-CZ" sz="2800" kern="1200" dirty="0">
                <a:latin typeface="Verdana" pitchFamily="34" charset="0"/>
              </a:rPr>
              <a:t> </a:t>
            </a:r>
          </a:p>
          <a:p>
            <a:pPr marL="504000" indent="-504000" eaLnBrk="0" hangingPunct="0">
              <a:spcBef>
                <a:spcPct val="0"/>
              </a:spcBef>
              <a:spcAft>
                <a:spcPts val="1800"/>
              </a:spcAft>
              <a:buSzPct val="100000"/>
              <a:defRPr/>
            </a:pPr>
            <a:r>
              <a:rPr lang="cs-CZ" sz="2800" kern="1200" dirty="0">
                <a:latin typeface="Verdana" pitchFamily="34" charset="0"/>
              </a:rPr>
              <a:t>Není-li podmínka splněna, </a:t>
            </a:r>
            <a:r>
              <a:rPr lang="cs-CZ" sz="2800" b="1" kern="1200" dirty="0">
                <a:latin typeface="Verdana" pitchFamily="34" charset="0"/>
              </a:rPr>
              <a:t>vykoná</a:t>
            </a:r>
            <a:r>
              <a:rPr lang="cs-CZ" sz="2800" kern="1200" dirty="0">
                <a:latin typeface="Verdana" pitchFamily="34" charset="0"/>
              </a:rPr>
              <a:t> se </a:t>
            </a:r>
            <a:r>
              <a:rPr lang="cs-CZ" sz="2800" b="1" kern="1200" dirty="0">
                <a:latin typeface="Verdana" pitchFamily="34" charset="0"/>
              </a:rPr>
              <a:t>následující</a:t>
            </a:r>
            <a:r>
              <a:rPr lang="cs-CZ" sz="2800" kern="1200" dirty="0">
                <a:latin typeface="Verdana" pitchFamily="34" charset="0"/>
              </a:rPr>
              <a:t> instrukce </a:t>
            </a:r>
          </a:p>
        </p:txBody>
      </p:sp>
      <p:sp>
        <p:nvSpPr>
          <p:cNvPr id="10" name="Rectangle 2"/>
          <p:cNvSpPr>
            <a:spLocks noGrp="1" noChangeArrowheads="1"/>
          </p:cNvSpPr>
          <p:nvPr>
            <p:ph type="title"/>
          </p:nvPr>
        </p:nvSpPr>
        <p:spPr>
          <a:xfrm>
            <a:off x="720000" y="72000"/>
            <a:ext cx="7772400" cy="400110"/>
          </a:xfrm>
          <a:noFill/>
          <a:ln/>
        </p:spPr>
        <p:txBody>
          <a:bodyPr>
            <a:spAutoFit/>
          </a:bodyPr>
          <a:lstStyle/>
          <a:p>
            <a:pPr lvl="0">
              <a:defRPr/>
            </a:pPr>
            <a:r>
              <a:rPr lang="cs-CZ" sz="20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ea typeface="+mn-ea"/>
                <a:cs typeface="+mn-cs"/>
              </a:rPr>
              <a:t>Skip</a:t>
            </a:r>
          </a:p>
        </p:txBody>
      </p:sp>
      <p:sp>
        <p:nvSpPr>
          <p:cNvPr id="9" name="Tlačítko akce: Vlastní 8">
            <a:hlinkClick r:id="" action="ppaction://hlinkshowjump?jump=nextslide" highlightClick="1"/>
          </p:cNvPr>
          <p:cNvSpPr/>
          <p:nvPr/>
        </p:nvSpPr>
        <p:spPr>
          <a:xfrm>
            <a:off x="6840008" y="6300008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11" name="Tlačítko akce: Vlastní 10">
            <a:hlinkClick r:id="" action="ppaction://hlinkshowjump?jump=previousslide" highlightClick="1"/>
          </p:cNvPr>
          <p:cNvSpPr/>
          <p:nvPr/>
        </p:nvSpPr>
        <p:spPr>
          <a:xfrm>
            <a:off x="5760007" y="6300008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12" name="Tlačítko akce: Vlastní 11">
            <a:hlinkClick r:id="rId3" action="ppaction://hlinksldjump" highlightClick="1"/>
          </p:cNvPr>
          <p:cNvSpPr/>
          <p:nvPr/>
        </p:nvSpPr>
        <p:spPr>
          <a:xfrm>
            <a:off x="7920007" y="6300008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13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latin typeface="Arial Black" pitchFamily="34" charset="0"/>
            </a:endParaRPr>
          </a:p>
        </p:txBody>
      </p:sp>
      <p:sp>
        <p:nvSpPr>
          <p:cNvPr id="14" name="Zástupný symbol pro číslo snímku 5"/>
          <p:cNvSpPr txBox="1">
            <a:spLocks/>
          </p:cNvSpPr>
          <p:nvPr/>
        </p:nvSpPr>
        <p:spPr bwMode="auto">
          <a:xfrm>
            <a:off x="6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67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76317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9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109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9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109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9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109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Box 66"/>
          <p:cNvSpPr txBox="1">
            <a:spLocks noChangeArrowheads="1"/>
          </p:cNvSpPr>
          <p:nvPr/>
        </p:nvSpPr>
        <p:spPr bwMode="auto">
          <a:xfrm>
            <a:off x="540000" y="3643870"/>
            <a:ext cx="8100000" cy="2394841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square" lIns="90000" tIns="180000" rIns="90000" bIns="180000">
            <a:spAutoFit/>
          </a:bodyPr>
          <a:lstStyle/>
          <a:p>
            <a:pPr eaLnBrk="1" hangingPunct="1">
              <a:defRPr/>
            </a:pPr>
            <a:r>
              <a:rPr lang="en-US" sz="2800" b="0" dirty="0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cs-CZ" sz="2800" dirty="0">
                <a:solidFill>
                  <a:srgbClr val="0000FF"/>
                </a:solidFill>
                <a:latin typeface="Consolas"/>
              </a:rPr>
              <a:t>SBRC	</a:t>
            </a:r>
            <a:r>
              <a:rPr lang="cs-CZ" sz="2800" dirty="0">
                <a:latin typeface="Consolas" panose="020B0609020204030204" pitchFamily="49" charset="0"/>
                <a:cs typeface="Consolas" panose="020B0609020204030204" pitchFamily="49" charset="0"/>
              </a:rPr>
              <a:t>R16</a:t>
            </a:r>
            <a:r>
              <a:rPr 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r>
              <a:rPr lang="cs-CZ" sz="2800" dirty="0">
                <a:latin typeface="Consolas" panose="020B0609020204030204" pitchFamily="49" charset="0"/>
                <a:cs typeface="Consolas" panose="020B0609020204030204" pitchFamily="49" charset="0"/>
              </a:rPr>
              <a:t>7   	</a:t>
            </a:r>
            <a:r>
              <a:rPr lang="cs-CZ" dirty="0">
                <a:solidFill>
                  <a:srgbClr val="008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r>
              <a:rPr lang="cs-CZ" dirty="0" err="1">
                <a:solidFill>
                  <a:srgbClr val="008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if</a:t>
            </a:r>
            <a:r>
              <a:rPr lang="cs-CZ" dirty="0">
                <a:solidFill>
                  <a:srgbClr val="008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(R16.7=0) skip</a:t>
            </a:r>
            <a:endParaRPr lang="en-US" dirty="0">
              <a:solidFill>
                <a:srgbClr val="008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eaLnBrk="1" hangingPunct="1">
              <a:spcAft>
                <a:spcPts val="1200"/>
              </a:spcAft>
              <a:defRPr/>
            </a:pPr>
            <a:r>
              <a:rPr lang="en-US" sz="2800" b="0" dirty="0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cs-CZ" sz="2800" dirty="0">
                <a:solidFill>
                  <a:srgbClr val="0000FF"/>
                </a:solidFill>
                <a:latin typeface="Consolas"/>
              </a:rPr>
              <a:t>RJMP </a:t>
            </a:r>
            <a:r>
              <a:rPr lang="cs-CZ" sz="2800" dirty="0">
                <a:latin typeface="Consolas" panose="020B0609020204030204" pitchFamily="49" charset="0"/>
                <a:cs typeface="Consolas" panose="020B0609020204030204" pitchFamily="49" charset="0"/>
              </a:rPr>
              <a:t>N1  		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r>
              <a:rPr lang="cs-CZ" dirty="0">
                <a:solidFill>
                  <a:srgbClr val="008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pokračuj na N1</a:t>
            </a:r>
          </a:p>
          <a:p>
            <a:pPr eaLnBrk="1" hangingPunct="1">
              <a:spcAft>
                <a:spcPts val="1200"/>
              </a:spcAft>
              <a:defRPr/>
            </a:pPr>
            <a:r>
              <a:rPr lang="cs-CZ" dirty="0">
                <a:solidFill>
                  <a:srgbClr val="008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cs-CZ" sz="2800" dirty="0">
                <a:solidFill>
                  <a:srgbClr val="0000FF"/>
                </a:solidFill>
                <a:latin typeface="Consolas"/>
              </a:rPr>
              <a:t>DEC</a:t>
            </a:r>
            <a:r>
              <a:rPr lang="cs-CZ" sz="2800" dirty="0">
                <a:latin typeface="Consolas" panose="020B0609020204030204" pitchFamily="49" charset="0"/>
                <a:cs typeface="Consolas" panose="020B0609020204030204" pitchFamily="49" charset="0"/>
              </a:rPr>
              <a:t>	R1</a:t>
            </a:r>
          </a:p>
          <a:p>
            <a:pPr eaLnBrk="1" hangingPunct="1">
              <a:spcAft>
                <a:spcPts val="1200"/>
              </a:spcAft>
              <a:defRPr/>
            </a:pPr>
            <a:r>
              <a:rPr lang="cs-CZ" sz="2800" dirty="0">
                <a:latin typeface="Consolas" panose="020B0609020204030204" pitchFamily="49" charset="0"/>
                <a:cs typeface="Consolas" panose="020B0609020204030204" pitchFamily="49" charset="0"/>
              </a:rPr>
              <a:t>N1:	</a:t>
            </a:r>
            <a:r>
              <a:rPr lang="cs-CZ" sz="2800" dirty="0">
                <a:solidFill>
                  <a:srgbClr val="0000FF"/>
                </a:solidFill>
                <a:latin typeface="Consolas"/>
              </a:rPr>
              <a:t>DEC</a:t>
            </a:r>
            <a:r>
              <a:rPr lang="cs-CZ" sz="2800" dirty="0">
                <a:latin typeface="Consolas" panose="020B0609020204030204" pitchFamily="49" charset="0"/>
                <a:cs typeface="Consolas" panose="020B0609020204030204" pitchFamily="49" charset="0"/>
              </a:rPr>
              <a:t>	R0</a:t>
            </a:r>
          </a:p>
        </p:txBody>
      </p:sp>
      <p:sp>
        <p:nvSpPr>
          <p:cNvPr id="12" name="Rectangle 2"/>
          <p:cNvSpPr>
            <a:spLocks noGrp="1" noChangeArrowheads="1"/>
          </p:cNvSpPr>
          <p:nvPr>
            <p:ph type="title"/>
          </p:nvPr>
        </p:nvSpPr>
        <p:spPr>
          <a:xfrm>
            <a:off x="720000" y="72000"/>
            <a:ext cx="7772400" cy="400110"/>
          </a:xfrm>
          <a:noFill/>
          <a:ln/>
        </p:spPr>
        <p:txBody>
          <a:bodyPr>
            <a:spAutoFit/>
          </a:bodyPr>
          <a:lstStyle/>
          <a:p>
            <a:pPr lvl="0">
              <a:defRPr/>
            </a:pPr>
            <a:r>
              <a:rPr lang="cs-CZ" sz="20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</a:rPr>
              <a:t>Skip</a:t>
            </a:r>
            <a:endParaRPr lang="cs-CZ" sz="2000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 pitchFamily="34" charset="0"/>
              <a:ea typeface="+mn-ea"/>
              <a:cs typeface="+mn-cs"/>
            </a:endParaRPr>
          </a:p>
        </p:txBody>
      </p:sp>
      <p:sp>
        <p:nvSpPr>
          <p:cNvPr id="13" name="Text Box 73"/>
          <p:cNvSpPr txBox="1">
            <a:spLocks noChangeArrowheads="1"/>
          </p:cNvSpPr>
          <p:nvPr/>
        </p:nvSpPr>
        <p:spPr bwMode="auto">
          <a:xfrm>
            <a:off x="360007" y="1080000"/>
            <a:ext cx="8784000" cy="23412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90000" tIns="46800" rIns="90000" bIns="46800">
            <a:spAutoFit/>
          </a:bodyPr>
          <a:lstStyle/>
          <a:p>
            <a:pPr marL="504000" indent="-504000">
              <a:spcBef>
                <a:spcPts val="0"/>
              </a:spcBef>
              <a:spcAft>
                <a:spcPts val="600"/>
              </a:spcAft>
              <a:buClr>
                <a:srgbClr val="0066FF"/>
              </a:buClr>
              <a:defRPr/>
            </a:pPr>
            <a:r>
              <a:rPr lang="cs-CZ" sz="1800" dirty="0">
                <a:latin typeface="Verdana" pitchFamily="34" charset="0"/>
              </a:rPr>
              <a:t>Příklad použití instrukce typu SKIP </a:t>
            </a:r>
          </a:p>
          <a:p>
            <a:pPr marL="504000" indent="-504000">
              <a:spcBef>
                <a:spcPts val="0"/>
              </a:spcBef>
              <a:spcAft>
                <a:spcPts val="600"/>
              </a:spcAft>
              <a:buClr>
                <a:srgbClr val="0066FF"/>
              </a:buClr>
              <a:defRPr/>
            </a:pPr>
            <a:r>
              <a:rPr lang="cs-CZ" sz="2000" dirty="0">
                <a:latin typeface="Verdana" pitchFamily="34" charset="0"/>
              </a:rPr>
              <a:t>	</a:t>
            </a:r>
            <a:r>
              <a:rPr lang="cs-CZ" sz="2000" b="0" dirty="0">
                <a:latin typeface="Verdana" pitchFamily="34" charset="0"/>
              </a:rPr>
              <a:t>Skoč na návěští N1, je-li hodnota 7.bitu 1 v registru </a:t>
            </a:r>
            <a:r>
              <a:rPr lang="cs-CZ" sz="2000" dirty="0">
                <a:latin typeface="Consolas" panose="020B0609020204030204" pitchFamily="49" charset="0"/>
              </a:rPr>
              <a:t>R16. </a:t>
            </a:r>
            <a:r>
              <a:rPr lang="cs-CZ" sz="2000" b="0" dirty="0">
                <a:latin typeface="Verdana" pitchFamily="34" charset="0"/>
              </a:rPr>
              <a:t>Vypište sled instrukcí pro </a:t>
            </a:r>
            <a:r>
              <a:rPr lang="cs-CZ" sz="2000" dirty="0">
                <a:latin typeface="Consolas" panose="020B0609020204030204" pitchFamily="49" charset="0"/>
              </a:rPr>
              <a:t>R16=0b10001100</a:t>
            </a:r>
            <a:r>
              <a:rPr lang="cs-CZ" sz="2000" b="0" dirty="0">
                <a:latin typeface="Verdana" pitchFamily="34" charset="0"/>
              </a:rPr>
              <a:t> a pro </a:t>
            </a:r>
            <a:r>
              <a:rPr lang="cs-CZ" sz="2000" dirty="0">
                <a:latin typeface="Consolas" panose="020B0609020204030204" pitchFamily="49" charset="0"/>
              </a:rPr>
              <a:t>R16=0b01001111.</a:t>
            </a:r>
          </a:p>
          <a:p>
            <a:pPr marL="504000" indent="-504000">
              <a:spcBef>
                <a:spcPts val="0"/>
              </a:spcBef>
              <a:spcAft>
                <a:spcPts val="600"/>
              </a:spcAft>
              <a:buClr>
                <a:srgbClr val="0066FF"/>
              </a:buClr>
              <a:defRPr/>
            </a:pPr>
            <a:r>
              <a:rPr lang="cs-CZ" sz="1800" dirty="0">
                <a:latin typeface="Verdana" pitchFamily="34" charset="0"/>
              </a:rPr>
              <a:t>Řešení</a:t>
            </a:r>
            <a:br>
              <a:rPr lang="cs-CZ" sz="1800" dirty="0">
                <a:latin typeface="Verdana" pitchFamily="34" charset="0"/>
              </a:rPr>
            </a:br>
            <a:r>
              <a:rPr lang="cs-CZ" sz="2000" b="0" dirty="0">
                <a:latin typeface="Verdana" pitchFamily="34" charset="0"/>
              </a:rPr>
              <a:t>Podmínku vyhodnotíme instrukcí </a:t>
            </a:r>
            <a:r>
              <a:rPr lang="cs-CZ" sz="2000" dirty="0">
                <a:latin typeface="Consolas" panose="020B0609020204030204" pitchFamily="49" charset="0"/>
              </a:rPr>
              <a:t>SBRC</a:t>
            </a:r>
            <a:r>
              <a:rPr lang="cs-CZ" sz="2000" b="0" dirty="0">
                <a:latin typeface="Verdana" pitchFamily="34" charset="0"/>
              </a:rPr>
              <a:t>, která testuje bit </a:t>
            </a:r>
            <a:r>
              <a:rPr lang="cs-CZ" sz="2000" dirty="0">
                <a:latin typeface="Consolas" panose="020B0609020204030204" pitchFamily="49" charset="0"/>
              </a:rPr>
              <a:t>R16.7==0</a:t>
            </a:r>
            <a:r>
              <a:rPr lang="cs-CZ" sz="2000" b="0" dirty="0">
                <a:latin typeface="Verdana" pitchFamily="34" charset="0"/>
              </a:rPr>
              <a:t>. Je-li splněna přeskočí </a:t>
            </a:r>
            <a:r>
              <a:rPr lang="cs-CZ" sz="2000" dirty="0">
                <a:latin typeface="Consolas" panose="020B0609020204030204" pitchFamily="49" charset="0"/>
              </a:rPr>
              <a:t>RJMP</a:t>
            </a:r>
            <a:r>
              <a:rPr lang="cs-CZ" sz="2000" b="0" dirty="0">
                <a:latin typeface="Verdana" pitchFamily="34" charset="0"/>
              </a:rPr>
              <a:t>.</a:t>
            </a:r>
          </a:p>
        </p:txBody>
      </p:sp>
      <p:sp>
        <p:nvSpPr>
          <p:cNvPr id="14" name="Tlačítko akce: Vlastní 13">
            <a:hlinkClick r:id="" action="ppaction://hlinkshowjump?jump=nextslide" highlightClick="1"/>
          </p:cNvPr>
          <p:cNvSpPr/>
          <p:nvPr/>
        </p:nvSpPr>
        <p:spPr>
          <a:xfrm>
            <a:off x="6840008" y="6300008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15" name="Tlačítko akce: Vlastní 14">
            <a:hlinkClick r:id="" action="ppaction://hlinkshowjump?jump=previousslide" highlightClick="1"/>
          </p:cNvPr>
          <p:cNvSpPr/>
          <p:nvPr/>
        </p:nvSpPr>
        <p:spPr>
          <a:xfrm>
            <a:off x="5760007" y="6300008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16" name="Tlačítko akce: Vlastní 15">
            <a:hlinkClick r:id="rId3" action="ppaction://hlinksldjump" highlightClick="1"/>
          </p:cNvPr>
          <p:cNvSpPr/>
          <p:nvPr/>
        </p:nvSpPr>
        <p:spPr>
          <a:xfrm>
            <a:off x="7920007" y="6300008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17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latin typeface="Arial Black" pitchFamily="34" charset="0"/>
            </a:endParaRPr>
          </a:p>
        </p:txBody>
      </p:sp>
      <p:sp>
        <p:nvSpPr>
          <p:cNvPr id="18" name="Zástupný symbol pro číslo snímku 5"/>
          <p:cNvSpPr txBox="1">
            <a:spLocks/>
          </p:cNvSpPr>
          <p:nvPr/>
        </p:nvSpPr>
        <p:spPr bwMode="auto">
          <a:xfrm>
            <a:off x="6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68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465955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Box 66"/>
          <p:cNvSpPr txBox="1">
            <a:spLocks noChangeArrowheads="1"/>
          </p:cNvSpPr>
          <p:nvPr/>
        </p:nvSpPr>
        <p:spPr bwMode="auto">
          <a:xfrm>
            <a:off x="540000" y="908720"/>
            <a:ext cx="8100000" cy="2148620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square" lIns="90000" tIns="180000" rIns="90000" bIns="180000">
            <a:spAutoFit/>
          </a:bodyPr>
          <a:lstStyle/>
          <a:p>
            <a:pPr eaLnBrk="1" hangingPunct="1">
              <a:defRPr/>
            </a:pPr>
            <a:r>
              <a:rPr lang="cs-CZ" sz="2800" b="0" dirty="0">
                <a:latin typeface="Consolas" panose="020B0609020204030204" pitchFamily="49" charset="0"/>
                <a:cs typeface="Consolas" panose="020B0609020204030204" pitchFamily="49" charset="0"/>
              </a:rPr>
              <a:t>	R16=0b</a:t>
            </a:r>
            <a:r>
              <a:rPr lang="cs-CZ" sz="28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  <a:r>
              <a:rPr lang="cs-CZ" sz="2800" b="0" dirty="0">
                <a:latin typeface="Consolas" panose="020B0609020204030204" pitchFamily="49" charset="0"/>
                <a:cs typeface="Consolas" panose="020B0609020204030204" pitchFamily="49" charset="0"/>
              </a:rPr>
              <a:t>0001100 	R16.7=1</a:t>
            </a:r>
            <a:r>
              <a:rPr lang="en-US" sz="2800" b="0" dirty="0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endParaRPr lang="cs-CZ" sz="2800" b="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eaLnBrk="1" hangingPunct="1">
              <a:defRPr/>
            </a:pPr>
            <a:r>
              <a:rPr lang="cs-CZ" sz="2800" dirty="0">
                <a:solidFill>
                  <a:srgbClr val="0000FF"/>
                </a:solidFill>
                <a:latin typeface="Consolas"/>
              </a:rPr>
              <a:t>	</a:t>
            </a:r>
            <a:r>
              <a:rPr lang="pt-BR" sz="2000" dirty="0">
                <a:latin typeface="Consolas" panose="020B0609020204030204" pitchFamily="49" charset="0"/>
                <a:cs typeface="Consolas" panose="020B0609020204030204" pitchFamily="49" charset="0"/>
              </a:rPr>
              <a:t>SBRC	R16,7   	</a:t>
            </a:r>
            <a:endParaRPr lang="cs-CZ" sz="20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eaLnBrk="1" hangingPunct="1">
              <a:defRPr/>
            </a:pPr>
            <a:r>
              <a:rPr lang="pt-BR" sz="2000" dirty="0">
                <a:latin typeface="Consolas" panose="020B0609020204030204" pitchFamily="49" charset="0"/>
                <a:cs typeface="Consolas" panose="020B0609020204030204" pitchFamily="49" charset="0"/>
              </a:rPr>
              <a:t>	RJMP </a:t>
            </a:r>
            <a:r>
              <a:rPr lang="cs-CZ" sz="2000" dirty="0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pt-BR" sz="2000" dirty="0">
                <a:latin typeface="Consolas" panose="020B0609020204030204" pitchFamily="49" charset="0"/>
                <a:cs typeface="Consolas" panose="020B0609020204030204" pitchFamily="49" charset="0"/>
              </a:rPr>
              <a:t>N1  </a:t>
            </a:r>
          </a:p>
          <a:p>
            <a:pPr eaLnBrk="1" hangingPunct="1">
              <a:defRPr/>
            </a:pPr>
            <a:r>
              <a:rPr lang="cs-CZ" sz="2000" dirty="0">
                <a:latin typeface="Consolas" panose="020B0609020204030204" pitchFamily="49" charset="0"/>
                <a:cs typeface="Consolas" panose="020B0609020204030204" pitchFamily="49" charset="0"/>
              </a:rPr>
              <a:t>N1:</a:t>
            </a:r>
            <a:r>
              <a:rPr lang="pt-BR" sz="2000" dirty="0">
                <a:latin typeface="Consolas" panose="020B0609020204030204" pitchFamily="49" charset="0"/>
                <a:cs typeface="Consolas" panose="020B0609020204030204" pitchFamily="49" charset="0"/>
              </a:rPr>
              <a:t>	DEC	R0</a:t>
            </a:r>
          </a:p>
          <a:p>
            <a:pPr eaLnBrk="1" hangingPunct="1">
              <a:defRPr/>
            </a:pPr>
            <a:r>
              <a:rPr lang="cs-CZ" sz="2000" dirty="0">
                <a:latin typeface="Consolas" panose="020B0609020204030204" pitchFamily="49" charset="0"/>
                <a:cs typeface="Consolas" panose="020B0609020204030204" pitchFamily="49" charset="0"/>
              </a:rPr>
              <a:t>	…</a:t>
            </a:r>
          </a:p>
        </p:txBody>
      </p:sp>
      <p:sp>
        <p:nvSpPr>
          <p:cNvPr id="12" name="Rectangle 2"/>
          <p:cNvSpPr>
            <a:spLocks noGrp="1" noChangeArrowheads="1"/>
          </p:cNvSpPr>
          <p:nvPr>
            <p:ph type="title"/>
          </p:nvPr>
        </p:nvSpPr>
        <p:spPr>
          <a:xfrm>
            <a:off x="720000" y="72000"/>
            <a:ext cx="7772400" cy="400110"/>
          </a:xfrm>
          <a:noFill/>
          <a:ln/>
        </p:spPr>
        <p:txBody>
          <a:bodyPr>
            <a:spAutoFit/>
          </a:bodyPr>
          <a:lstStyle/>
          <a:p>
            <a:pPr lvl="0">
              <a:defRPr/>
            </a:pPr>
            <a:r>
              <a:rPr lang="cs-CZ" sz="20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</a:rPr>
              <a:t>Skip</a:t>
            </a:r>
            <a:endParaRPr lang="cs-CZ" sz="2000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 pitchFamily="34" charset="0"/>
              <a:ea typeface="+mn-ea"/>
              <a:cs typeface="+mn-cs"/>
            </a:endParaRPr>
          </a:p>
        </p:txBody>
      </p:sp>
      <p:sp>
        <p:nvSpPr>
          <p:cNvPr id="14" name="Tlačítko akce: Vlastní 13">
            <a:hlinkClick r:id="" action="ppaction://hlinkshowjump?jump=nextslide" highlightClick="1"/>
          </p:cNvPr>
          <p:cNvSpPr/>
          <p:nvPr/>
        </p:nvSpPr>
        <p:spPr>
          <a:xfrm>
            <a:off x="6840008" y="6300008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15" name="Tlačítko akce: Vlastní 14">
            <a:hlinkClick r:id="" action="ppaction://hlinkshowjump?jump=previousslide" highlightClick="1"/>
          </p:cNvPr>
          <p:cNvSpPr/>
          <p:nvPr/>
        </p:nvSpPr>
        <p:spPr>
          <a:xfrm>
            <a:off x="5760007" y="6300008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16" name="Tlačítko akce: Vlastní 15">
            <a:hlinkClick r:id="rId3" action="ppaction://hlinksldjump" highlightClick="1"/>
          </p:cNvPr>
          <p:cNvSpPr/>
          <p:nvPr/>
        </p:nvSpPr>
        <p:spPr>
          <a:xfrm>
            <a:off x="7920007" y="6300008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17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latin typeface="Arial Black" pitchFamily="34" charset="0"/>
            </a:endParaRPr>
          </a:p>
        </p:txBody>
      </p:sp>
      <p:sp>
        <p:nvSpPr>
          <p:cNvPr id="18" name="Zástupný symbol pro číslo snímku 5"/>
          <p:cNvSpPr txBox="1">
            <a:spLocks/>
          </p:cNvSpPr>
          <p:nvPr/>
        </p:nvSpPr>
        <p:spPr bwMode="auto">
          <a:xfrm>
            <a:off x="6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69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10" name="Text Box 66"/>
          <p:cNvSpPr txBox="1">
            <a:spLocks noChangeArrowheads="1"/>
          </p:cNvSpPr>
          <p:nvPr/>
        </p:nvSpPr>
        <p:spPr bwMode="auto">
          <a:xfrm>
            <a:off x="540000" y="3573016"/>
            <a:ext cx="8100000" cy="2148620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square" lIns="90000" tIns="180000" rIns="90000" bIns="180000">
            <a:spAutoFit/>
          </a:bodyPr>
          <a:lstStyle/>
          <a:p>
            <a:pPr eaLnBrk="1" hangingPunct="1">
              <a:defRPr/>
            </a:pPr>
            <a:r>
              <a:rPr lang="cs-CZ" sz="2800" b="0" dirty="0">
                <a:latin typeface="Consolas" panose="020B0609020204030204" pitchFamily="49" charset="0"/>
                <a:cs typeface="Consolas" panose="020B0609020204030204" pitchFamily="49" charset="0"/>
              </a:rPr>
              <a:t>	R16=0b</a:t>
            </a:r>
            <a:r>
              <a:rPr lang="cs-CZ" sz="2800" dirty="0">
                <a:solidFill>
                  <a:srgbClr val="FF0000"/>
                </a:solidFill>
                <a:latin typeface="Consolas" panose="020B0609020204030204" pitchFamily="49" charset="0"/>
              </a:rPr>
              <a:t>0</a:t>
            </a:r>
            <a:r>
              <a:rPr lang="cs-CZ" sz="2800" b="0" dirty="0">
                <a:latin typeface="Consolas" panose="020B0609020204030204" pitchFamily="49" charset="0"/>
              </a:rPr>
              <a:t>1001111		</a:t>
            </a:r>
            <a:r>
              <a:rPr lang="cs-CZ" sz="2800" b="0" dirty="0">
                <a:latin typeface="Consolas" panose="020B0609020204030204" pitchFamily="49" charset="0"/>
                <a:cs typeface="Consolas" panose="020B0609020204030204" pitchFamily="49" charset="0"/>
              </a:rPr>
              <a:t>R16.7=0</a:t>
            </a:r>
            <a:r>
              <a:rPr lang="en-US" sz="2800" b="0" dirty="0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cs-CZ" sz="2800" b="0" dirty="0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</a:p>
          <a:p>
            <a:pPr eaLnBrk="1" hangingPunct="1">
              <a:defRPr/>
            </a:pPr>
            <a:r>
              <a:rPr lang="cs-CZ" sz="2800" dirty="0">
                <a:solidFill>
                  <a:srgbClr val="0000FF"/>
                </a:solidFill>
                <a:latin typeface="Consolas"/>
              </a:rPr>
              <a:t>	</a:t>
            </a:r>
            <a:r>
              <a:rPr lang="cs-CZ" sz="2000" dirty="0">
                <a:latin typeface="Consolas" panose="020B0609020204030204" pitchFamily="49" charset="0"/>
                <a:cs typeface="Consolas" panose="020B0609020204030204" pitchFamily="49" charset="0"/>
              </a:rPr>
              <a:t>SBRC 	R16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r>
              <a:rPr lang="cs-CZ" sz="2000" dirty="0">
                <a:latin typeface="Consolas" panose="020B0609020204030204" pitchFamily="49" charset="0"/>
                <a:cs typeface="Consolas" panose="020B0609020204030204" pitchFamily="49" charset="0"/>
              </a:rPr>
              <a:t>7	</a:t>
            </a:r>
          </a:p>
          <a:p>
            <a:pPr eaLnBrk="1" hangingPunct="1">
              <a:defRPr/>
            </a:pP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cs-CZ" sz="2000" dirty="0">
                <a:latin typeface="Consolas" panose="020B0609020204030204" pitchFamily="49" charset="0"/>
                <a:cs typeface="Consolas" panose="020B0609020204030204" pitchFamily="49" charset="0"/>
              </a:rPr>
              <a:t>DEC 	R1</a:t>
            </a:r>
          </a:p>
          <a:p>
            <a:pPr eaLnBrk="1" hangingPunct="1">
              <a:defRPr/>
            </a:pPr>
            <a:r>
              <a:rPr lang="cs-CZ" sz="2000" dirty="0">
                <a:latin typeface="Consolas" panose="020B0609020204030204" pitchFamily="49" charset="0"/>
                <a:cs typeface="Consolas" panose="020B0609020204030204" pitchFamily="49" charset="0"/>
              </a:rPr>
              <a:t>N1:	DEC	R0			</a:t>
            </a:r>
          </a:p>
          <a:p>
            <a:pPr eaLnBrk="1" hangingPunct="1">
              <a:defRPr/>
            </a:pPr>
            <a:r>
              <a:rPr lang="cs-CZ" sz="2000" dirty="0">
                <a:latin typeface="Consolas" panose="020B0609020204030204" pitchFamily="49" charset="0"/>
                <a:cs typeface="Consolas" panose="020B0609020204030204" pitchFamily="49" charset="0"/>
              </a:rPr>
              <a:t>	…</a:t>
            </a:r>
          </a:p>
        </p:txBody>
      </p:sp>
    </p:spTree>
    <p:extLst>
      <p:ext uri="{BB962C8B-B14F-4D97-AF65-F5344CB8AC3E}">
        <p14:creationId xmlns:p14="http://schemas.microsoft.com/office/powerpoint/2010/main" val="31176431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5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946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360001" y="1080003"/>
            <a:ext cx="8784000" cy="3431709"/>
          </a:xfrm>
        </p:spPr>
        <p:txBody>
          <a:bodyPr wrap="square">
            <a:spAutoFit/>
          </a:bodyPr>
          <a:lstStyle/>
          <a:p>
            <a:pPr marL="504000" indent="-504000" eaLnBrk="0" hangingPunct="0">
              <a:spcBef>
                <a:spcPct val="0"/>
              </a:spcBef>
              <a:spcAft>
                <a:spcPts val="1800"/>
              </a:spcAft>
              <a:buSzPct val="100000"/>
              <a:defRPr/>
            </a:pPr>
            <a:r>
              <a:rPr lang="cs-CZ" b="1" kern="1200" dirty="0">
                <a:latin typeface="Verdana" pitchFamily="34" charset="0"/>
              </a:rPr>
              <a:t>Relativní skok - </a:t>
            </a:r>
            <a:r>
              <a:rPr lang="cs-CZ" sz="2800" b="1" kern="1200" dirty="0">
                <a:latin typeface="Consolas" panose="020B0609020204030204" pitchFamily="49" charset="0"/>
              </a:rPr>
              <a:t>RJMP</a:t>
            </a:r>
          </a:p>
          <a:p>
            <a:pPr marL="504000" indent="-504000" eaLnBrk="0" hangingPunct="0">
              <a:spcBef>
                <a:spcPct val="0"/>
              </a:spcBef>
              <a:spcAft>
                <a:spcPts val="1800"/>
              </a:spcAft>
              <a:buSzPct val="100000"/>
              <a:buFont typeface="Wingdings" panose="05000000000000000000" pitchFamily="2" charset="2"/>
              <a:buChar char="ü"/>
              <a:defRPr/>
            </a:pPr>
            <a:r>
              <a:rPr lang="cs-CZ" sz="2800" kern="1200" dirty="0">
                <a:latin typeface="Verdana" pitchFamily="34" charset="0"/>
              </a:rPr>
              <a:t>Adresa skoku je </a:t>
            </a:r>
            <a:r>
              <a:rPr lang="cs-CZ" sz="2800" b="1" kern="1200" dirty="0">
                <a:latin typeface="Verdana" pitchFamily="34" charset="0"/>
              </a:rPr>
              <a:t>součtem</a:t>
            </a:r>
            <a:r>
              <a:rPr lang="cs-CZ" sz="2800" kern="1200" dirty="0">
                <a:latin typeface="Verdana" pitchFamily="34" charset="0"/>
              </a:rPr>
              <a:t> </a:t>
            </a:r>
            <a:r>
              <a:rPr lang="cs-CZ" sz="2800" b="1" kern="1200" dirty="0">
                <a:latin typeface="Verdana" pitchFamily="34" charset="0"/>
              </a:rPr>
              <a:t>okamžité</a:t>
            </a:r>
            <a:r>
              <a:rPr lang="cs-CZ" sz="2800" kern="1200" dirty="0">
                <a:latin typeface="Verdana" pitchFamily="34" charset="0"/>
              </a:rPr>
              <a:t> hodnoty </a:t>
            </a:r>
            <a:r>
              <a:rPr lang="cs-CZ" sz="2800" b="1" kern="1200" dirty="0">
                <a:latin typeface="Verdana" pitchFamily="34" charset="0"/>
              </a:rPr>
              <a:t>registru</a:t>
            </a:r>
            <a:r>
              <a:rPr lang="cs-CZ" sz="2800" kern="1200" dirty="0">
                <a:latin typeface="Verdana" pitchFamily="34" charset="0"/>
              </a:rPr>
              <a:t> </a:t>
            </a:r>
            <a:r>
              <a:rPr lang="cs-CZ" sz="2800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</a:rPr>
              <a:t>PC</a:t>
            </a:r>
            <a:r>
              <a:rPr lang="cs-CZ" sz="2800" kern="1200" dirty="0">
                <a:latin typeface="Verdana" pitchFamily="34" charset="0"/>
              </a:rPr>
              <a:t> a </a:t>
            </a:r>
            <a:r>
              <a:rPr lang="cs-CZ" sz="2800" b="1" kern="1200" dirty="0">
                <a:latin typeface="Verdana" pitchFamily="34" charset="0"/>
              </a:rPr>
              <a:t>operandu</a:t>
            </a:r>
            <a:r>
              <a:rPr lang="cs-CZ" sz="2800" kern="1200" dirty="0">
                <a:latin typeface="Verdana" pitchFamily="34" charset="0"/>
              </a:rPr>
              <a:t> </a:t>
            </a:r>
          </a:p>
          <a:p>
            <a:pPr marL="504000" indent="-504000" eaLnBrk="0" hangingPunct="0">
              <a:spcBef>
                <a:spcPct val="0"/>
              </a:spcBef>
              <a:spcAft>
                <a:spcPts val="1800"/>
              </a:spcAft>
              <a:buSzPct val="100000"/>
              <a:buFont typeface="Wingdings" panose="05000000000000000000" pitchFamily="2" charset="2"/>
              <a:buChar char="ü"/>
              <a:defRPr/>
            </a:pPr>
            <a:r>
              <a:rPr lang="cs-CZ" sz="2800" kern="1200" dirty="0">
                <a:latin typeface="Verdana" pitchFamily="34" charset="0"/>
              </a:rPr>
              <a:t>Operand má délku </a:t>
            </a:r>
            <a:r>
              <a:rPr lang="cs-CZ" sz="2800" b="1" kern="1200" dirty="0">
                <a:latin typeface="Verdana" pitchFamily="34" charset="0"/>
              </a:rPr>
              <a:t>12 bitů </a:t>
            </a:r>
            <a:r>
              <a:rPr lang="cs-CZ" sz="2000" kern="1200" dirty="0">
                <a:latin typeface="Verdana" pitchFamily="34" charset="0"/>
              </a:rPr>
              <a:t>(pouze JUMP)</a:t>
            </a:r>
            <a:r>
              <a:rPr lang="cs-CZ" sz="2800" kern="1200" dirty="0">
                <a:latin typeface="Verdana" pitchFamily="34" charset="0"/>
              </a:rPr>
              <a:t>, rozsah adresy je </a:t>
            </a:r>
            <a:r>
              <a:rPr lang="cs-CZ" sz="2800" b="1" kern="1200" dirty="0">
                <a:latin typeface="Consolas" panose="020B0609020204030204" pitchFamily="49" charset="0"/>
              </a:rPr>
              <a:t>-2K </a:t>
            </a:r>
            <a:r>
              <a:rPr lang="cs-CZ" sz="2800" kern="1200" dirty="0">
                <a:latin typeface="Verdana" pitchFamily="34" charset="0"/>
              </a:rPr>
              <a:t>až </a:t>
            </a:r>
            <a:r>
              <a:rPr lang="cs-CZ" sz="2800" b="1" kern="1200" dirty="0">
                <a:latin typeface="Consolas" panose="020B0609020204030204" pitchFamily="49" charset="0"/>
              </a:rPr>
              <a:t>2K</a:t>
            </a:r>
          </a:p>
          <a:p>
            <a:pPr marL="504000" indent="-504000" eaLnBrk="0" hangingPunct="0">
              <a:spcBef>
                <a:spcPct val="0"/>
              </a:spcBef>
              <a:spcAft>
                <a:spcPts val="1800"/>
              </a:spcAft>
              <a:buSzPct val="100000"/>
              <a:buFont typeface="Wingdings" panose="05000000000000000000" pitchFamily="2" charset="2"/>
              <a:buChar char="ü"/>
              <a:defRPr/>
            </a:pPr>
            <a:r>
              <a:rPr lang="cs-CZ" sz="2800" kern="1200" dirty="0">
                <a:latin typeface="Verdana" pitchFamily="34" charset="0"/>
              </a:rPr>
              <a:t>Délka instrukce </a:t>
            </a:r>
            <a:r>
              <a:rPr lang="cs-CZ" sz="2800" b="1" kern="1200" dirty="0">
                <a:latin typeface="Verdana" pitchFamily="34" charset="0"/>
              </a:rPr>
              <a:t>1 slovo</a:t>
            </a:r>
          </a:p>
        </p:txBody>
      </p:sp>
      <p:sp>
        <p:nvSpPr>
          <p:cNvPr id="9" name="Tlačítko akce: Vlastní 8">
            <a:hlinkClick r:id="" action="ppaction://hlinkshowjump?jump=nextslide" highlightClick="1"/>
          </p:cNvPr>
          <p:cNvSpPr/>
          <p:nvPr/>
        </p:nvSpPr>
        <p:spPr>
          <a:xfrm>
            <a:off x="6840008" y="6300008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11" name="Tlačítko akce: Vlastní 10">
            <a:hlinkClick r:id="" action="ppaction://hlinkshowjump?jump=previousslide" highlightClick="1"/>
          </p:cNvPr>
          <p:cNvSpPr/>
          <p:nvPr/>
        </p:nvSpPr>
        <p:spPr>
          <a:xfrm>
            <a:off x="5760007" y="6300008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12" name="Tlačítko akce: Vlastní 11">
            <a:hlinkClick r:id="rId3" action="ppaction://hlinksldjump" highlightClick="1"/>
          </p:cNvPr>
          <p:cNvSpPr/>
          <p:nvPr/>
        </p:nvSpPr>
        <p:spPr>
          <a:xfrm>
            <a:off x="7920007" y="6300008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13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latin typeface="Arial Black" pitchFamily="34" charset="0"/>
            </a:endParaRPr>
          </a:p>
        </p:txBody>
      </p:sp>
      <p:sp>
        <p:nvSpPr>
          <p:cNvPr id="14" name="Zástupný symbol pro číslo snímku 5"/>
          <p:cNvSpPr txBox="1">
            <a:spLocks/>
          </p:cNvSpPr>
          <p:nvPr/>
        </p:nvSpPr>
        <p:spPr bwMode="auto">
          <a:xfrm>
            <a:off x="6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70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10" name="Rectangle 3"/>
          <p:cNvSpPr>
            <a:spLocks noGrp="1" noChangeArrowheads="1"/>
          </p:cNvSpPr>
          <p:nvPr>
            <p:ph type="title"/>
          </p:nvPr>
        </p:nvSpPr>
        <p:spPr>
          <a:xfrm>
            <a:off x="468000" y="288002"/>
            <a:ext cx="8676000" cy="720000"/>
          </a:xfrm>
        </p:spPr>
        <p:txBody>
          <a:bodyPr/>
          <a:lstStyle/>
          <a:p>
            <a:pPr>
              <a:defRPr/>
            </a:pPr>
            <a:r>
              <a:rPr lang="cs-CZ" sz="4000" b="1" kern="1200" dirty="0">
                <a:latin typeface="Verdana" pitchFamily="34" charset="0"/>
              </a:rPr>
              <a:t>Nepodmíněný skok - </a:t>
            </a:r>
            <a:r>
              <a:rPr lang="cs-CZ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cs typeface="Consolas" panose="020B0609020204030204" pitchFamily="49" charset="0"/>
              </a:rPr>
              <a:t>JUMP</a:t>
            </a:r>
            <a:endParaRPr lang="cs-CZ" sz="4000" b="1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3776901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9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109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9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109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9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109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94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1094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946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360001" y="1080003"/>
            <a:ext cx="8784000" cy="2339102"/>
          </a:xfrm>
        </p:spPr>
        <p:txBody>
          <a:bodyPr wrap="square">
            <a:spAutoFit/>
          </a:bodyPr>
          <a:lstStyle/>
          <a:p>
            <a:pPr marL="504000" indent="-504000" eaLnBrk="0" hangingPunct="0">
              <a:spcBef>
                <a:spcPct val="0"/>
              </a:spcBef>
              <a:spcAft>
                <a:spcPts val="1800"/>
              </a:spcAft>
              <a:buSzPct val="100000"/>
              <a:defRPr/>
            </a:pPr>
            <a:r>
              <a:rPr lang="cs-CZ" b="1" kern="1200" dirty="0">
                <a:latin typeface="Verdana" pitchFamily="34" charset="0"/>
              </a:rPr>
              <a:t>Absolutní skok - </a:t>
            </a:r>
            <a:r>
              <a:rPr lang="cs-CZ" sz="2800" b="1" kern="1200" dirty="0">
                <a:latin typeface="Consolas" panose="020B0609020204030204" pitchFamily="49" charset="0"/>
              </a:rPr>
              <a:t>JMP</a:t>
            </a:r>
          </a:p>
          <a:p>
            <a:pPr marL="504000" indent="-504000" eaLnBrk="0" hangingPunct="0">
              <a:spcBef>
                <a:spcPct val="0"/>
              </a:spcBef>
              <a:spcAft>
                <a:spcPts val="1800"/>
              </a:spcAft>
              <a:buSzPct val="100000"/>
              <a:buFont typeface="Wingdings" panose="05000000000000000000" pitchFamily="2" charset="2"/>
              <a:buChar char="ü"/>
              <a:defRPr/>
            </a:pPr>
            <a:r>
              <a:rPr lang="cs-CZ" sz="2800" kern="1200" dirty="0">
                <a:latin typeface="Verdana" pitchFamily="34" charset="0"/>
              </a:rPr>
              <a:t>Instrukce osahuje adresu </a:t>
            </a:r>
            <a:r>
              <a:rPr lang="cs-CZ" sz="2800" b="1" kern="1200" dirty="0">
                <a:latin typeface="Verdana" pitchFamily="34" charset="0"/>
              </a:rPr>
              <a:t>celého</a:t>
            </a:r>
            <a:r>
              <a:rPr lang="cs-CZ" sz="2800" kern="1200" dirty="0">
                <a:latin typeface="Verdana" pitchFamily="34" charset="0"/>
              </a:rPr>
              <a:t> adresního prostoru (</a:t>
            </a:r>
            <a:r>
              <a:rPr lang="cs-CZ" sz="2800" b="1" kern="1200" dirty="0">
                <a:latin typeface="Verdana" pitchFamily="34" charset="0"/>
              </a:rPr>
              <a:t>22 bitů </a:t>
            </a:r>
            <a:r>
              <a:rPr lang="cs-CZ" sz="2800" b="1" kern="1200" dirty="0">
                <a:latin typeface="Consolas" panose="020B0609020204030204" pitchFamily="49" charset="0"/>
              </a:rPr>
              <a:t>0-4M</a:t>
            </a:r>
            <a:r>
              <a:rPr lang="cs-CZ" sz="2800" kern="1200" dirty="0">
                <a:latin typeface="Verdana" pitchFamily="34" charset="0"/>
              </a:rPr>
              <a:t>)</a:t>
            </a:r>
            <a:endParaRPr lang="cs-CZ" sz="2000" kern="1200" dirty="0">
              <a:latin typeface="Verdana" pitchFamily="34" charset="0"/>
            </a:endParaRPr>
          </a:p>
          <a:p>
            <a:pPr marL="504000" indent="-504000" eaLnBrk="0" hangingPunct="0">
              <a:spcBef>
                <a:spcPct val="0"/>
              </a:spcBef>
              <a:spcAft>
                <a:spcPts val="1800"/>
              </a:spcAft>
              <a:buSzPct val="100000"/>
              <a:buFont typeface="Wingdings" panose="05000000000000000000" pitchFamily="2" charset="2"/>
              <a:buChar char="ü"/>
              <a:defRPr/>
            </a:pPr>
            <a:r>
              <a:rPr lang="cs-CZ" sz="2800" kern="1200" dirty="0">
                <a:latin typeface="Verdana" pitchFamily="34" charset="0"/>
              </a:rPr>
              <a:t>Délka je </a:t>
            </a:r>
            <a:r>
              <a:rPr lang="cs-CZ" sz="2800" b="1" kern="1200" dirty="0">
                <a:latin typeface="Verdana" pitchFamily="34" charset="0"/>
              </a:rPr>
              <a:t>2 slova</a:t>
            </a:r>
            <a:endParaRPr lang="cs-CZ" sz="2800" kern="1200" dirty="0">
              <a:latin typeface="Verdana" pitchFamily="34" charset="0"/>
            </a:endParaRPr>
          </a:p>
        </p:txBody>
      </p:sp>
      <p:sp>
        <p:nvSpPr>
          <p:cNvPr id="9" name="Tlačítko akce: Vlastní 8">
            <a:hlinkClick r:id="" action="ppaction://hlinkshowjump?jump=nextslide" highlightClick="1"/>
          </p:cNvPr>
          <p:cNvSpPr/>
          <p:nvPr/>
        </p:nvSpPr>
        <p:spPr>
          <a:xfrm>
            <a:off x="6840008" y="6300008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11" name="Tlačítko akce: Vlastní 10">
            <a:hlinkClick r:id="" action="ppaction://hlinkshowjump?jump=previousslide" highlightClick="1"/>
          </p:cNvPr>
          <p:cNvSpPr/>
          <p:nvPr/>
        </p:nvSpPr>
        <p:spPr>
          <a:xfrm>
            <a:off x="5760007" y="6300008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12" name="Tlačítko akce: Vlastní 11">
            <a:hlinkClick r:id="rId3" action="ppaction://hlinksldjump" highlightClick="1"/>
          </p:cNvPr>
          <p:cNvSpPr/>
          <p:nvPr/>
        </p:nvSpPr>
        <p:spPr>
          <a:xfrm>
            <a:off x="7920007" y="6300008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13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latin typeface="Arial Black" pitchFamily="34" charset="0"/>
            </a:endParaRPr>
          </a:p>
        </p:txBody>
      </p:sp>
      <p:sp>
        <p:nvSpPr>
          <p:cNvPr id="14" name="Zástupný symbol pro číslo snímku 5"/>
          <p:cNvSpPr txBox="1">
            <a:spLocks/>
          </p:cNvSpPr>
          <p:nvPr/>
        </p:nvSpPr>
        <p:spPr bwMode="auto">
          <a:xfrm>
            <a:off x="6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71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10" name="Rectangle 2"/>
          <p:cNvSpPr>
            <a:spLocks noGrp="1" noChangeArrowheads="1"/>
          </p:cNvSpPr>
          <p:nvPr>
            <p:ph type="title"/>
          </p:nvPr>
        </p:nvSpPr>
        <p:spPr>
          <a:xfrm>
            <a:off x="720000" y="72000"/>
            <a:ext cx="7772400" cy="400110"/>
          </a:xfrm>
          <a:noFill/>
          <a:ln/>
        </p:spPr>
        <p:txBody>
          <a:bodyPr>
            <a:spAutoFit/>
          </a:bodyPr>
          <a:lstStyle/>
          <a:p>
            <a:pPr lvl="0">
              <a:defRPr/>
            </a:pPr>
            <a:r>
              <a:rPr lang="cs-CZ" sz="20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ea typeface="+mn-ea"/>
                <a:cs typeface="+mn-cs"/>
              </a:rPr>
              <a:t>Jump</a:t>
            </a:r>
          </a:p>
        </p:txBody>
      </p:sp>
    </p:spTree>
    <p:extLst>
      <p:ext uri="{BB962C8B-B14F-4D97-AF65-F5344CB8AC3E}">
        <p14:creationId xmlns:p14="http://schemas.microsoft.com/office/powerpoint/2010/main" val="5602100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9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109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9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109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946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360001" y="1080003"/>
            <a:ext cx="8784000" cy="1908215"/>
          </a:xfrm>
        </p:spPr>
        <p:txBody>
          <a:bodyPr wrap="square">
            <a:spAutoFit/>
          </a:bodyPr>
          <a:lstStyle/>
          <a:p>
            <a:pPr marL="504000" indent="-504000" eaLnBrk="0" hangingPunct="0">
              <a:spcBef>
                <a:spcPct val="0"/>
              </a:spcBef>
              <a:spcAft>
                <a:spcPts val="1800"/>
              </a:spcAft>
              <a:buSzPct val="100000"/>
              <a:defRPr/>
            </a:pPr>
            <a:r>
              <a:rPr lang="cs-CZ" b="1" kern="1200" dirty="0">
                <a:latin typeface="Verdana" pitchFamily="34" charset="0"/>
              </a:rPr>
              <a:t>Nepřímý skok - </a:t>
            </a:r>
            <a:r>
              <a:rPr lang="cs-CZ" sz="2800" b="1" kern="1200" dirty="0">
                <a:latin typeface="Consolas" panose="020B0609020204030204" pitchFamily="49" charset="0"/>
              </a:rPr>
              <a:t>IJMP</a:t>
            </a:r>
          </a:p>
          <a:p>
            <a:pPr marL="504000" indent="-504000" eaLnBrk="0" hangingPunct="0">
              <a:spcBef>
                <a:spcPct val="0"/>
              </a:spcBef>
              <a:spcAft>
                <a:spcPts val="1800"/>
              </a:spcAft>
              <a:buSzPct val="100000"/>
              <a:buFont typeface="Wingdings" panose="05000000000000000000" pitchFamily="2" charset="2"/>
              <a:buChar char="ü"/>
              <a:defRPr/>
            </a:pPr>
            <a:r>
              <a:rPr lang="cs-CZ" sz="2800" kern="1200" dirty="0">
                <a:latin typeface="Verdana" pitchFamily="34" charset="0"/>
              </a:rPr>
              <a:t>Adresa návěští se uloží do registru </a:t>
            </a:r>
            <a:r>
              <a:rPr lang="cs-CZ" sz="2800" b="1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Z</a:t>
            </a:r>
            <a:endParaRPr lang="en-US" sz="2800" b="1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anose="020B0609020204030204" pitchFamily="49" charset="0"/>
            </a:endParaRPr>
          </a:p>
          <a:p>
            <a:pPr marL="504000" indent="-504000" eaLnBrk="0" hangingPunct="0">
              <a:spcBef>
                <a:spcPct val="0"/>
              </a:spcBef>
              <a:spcAft>
                <a:spcPts val="1800"/>
              </a:spcAft>
              <a:buSzPct val="100000"/>
              <a:buFont typeface="Wingdings" panose="05000000000000000000" pitchFamily="2" charset="2"/>
              <a:buChar char="ü"/>
              <a:defRPr/>
            </a:pPr>
            <a:r>
              <a:rPr lang="cs-CZ" sz="2800" kern="1200" dirty="0">
                <a:latin typeface="Verdana" pitchFamily="34" charset="0"/>
              </a:rPr>
              <a:t>Délka je </a:t>
            </a:r>
            <a:r>
              <a:rPr lang="en-US" sz="2800" b="1" kern="1200" dirty="0">
                <a:latin typeface="Verdana" pitchFamily="34" charset="0"/>
              </a:rPr>
              <a:t>1</a:t>
            </a:r>
            <a:r>
              <a:rPr lang="cs-CZ" sz="2800" b="1" kern="1200" dirty="0">
                <a:latin typeface="Verdana" pitchFamily="34" charset="0"/>
              </a:rPr>
              <a:t> slov</a:t>
            </a:r>
            <a:r>
              <a:rPr lang="en-US" sz="2800" b="1" kern="1200" dirty="0">
                <a:latin typeface="Verdana" pitchFamily="34" charset="0"/>
              </a:rPr>
              <a:t>o</a:t>
            </a:r>
            <a:endParaRPr lang="cs-CZ" sz="2800" kern="1200" dirty="0">
              <a:latin typeface="Verdana" pitchFamily="34" charset="0"/>
            </a:endParaRPr>
          </a:p>
        </p:txBody>
      </p:sp>
      <p:sp>
        <p:nvSpPr>
          <p:cNvPr id="9" name="Tlačítko akce: Vlastní 8">
            <a:hlinkClick r:id="" action="ppaction://hlinkshowjump?jump=nextslide" highlightClick="1"/>
          </p:cNvPr>
          <p:cNvSpPr/>
          <p:nvPr/>
        </p:nvSpPr>
        <p:spPr>
          <a:xfrm>
            <a:off x="6840008" y="6300008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11" name="Tlačítko akce: Vlastní 10">
            <a:hlinkClick r:id="" action="ppaction://hlinkshowjump?jump=previousslide" highlightClick="1"/>
          </p:cNvPr>
          <p:cNvSpPr/>
          <p:nvPr/>
        </p:nvSpPr>
        <p:spPr>
          <a:xfrm>
            <a:off x="5760007" y="6300008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12" name="Tlačítko akce: Vlastní 11">
            <a:hlinkClick r:id="rId3" action="ppaction://hlinksldjump" highlightClick="1"/>
          </p:cNvPr>
          <p:cNvSpPr/>
          <p:nvPr/>
        </p:nvSpPr>
        <p:spPr>
          <a:xfrm>
            <a:off x="7920007" y="6300008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13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latin typeface="Arial Black" pitchFamily="34" charset="0"/>
            </a:endParaRPr>
          </a:p>
        </p:txBody>
      </p:sp>
      <p:sp>
        <p:nvSpPr>
          <p:cNvPr id="14" name="Zástupný symbol pro číslo snímku 5"/>
          <p:cNvSpPr txBox="1">
            <a:spLocks/>
          </p:cNvSpPr>
          <p:nvPr/>
        </p:nvSpPr>
        <p:spPr bwMode="auto">
          <a:xfrm>
            <a:off x="6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72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8" name="Rectangle 2"/>
          <p:cNvSpPr>
            <a:spLocks noGrp="1" noChangeArrowheads="1"/>
          </p:cNvSpPr>
          <p:nvPr>
            <p:ph type="title"/>
          </p:nvPr>
        </p:nvSpPr>
        <p:spPr>
          <a:xfrm>
            <a:off x="720000" y="72000"/>
            <a:ext cx="7772400" cy="400110"/>
          </a:xfrm>
          <a:noFill/>
          <a:ln/>
        </p:spPr>
        <p:txBody>
          <a:bodyPr>
            <a:spAutoFit/>
          </a:bodyPr>
          <a:lstStyle/>
          <a:p>
            <a:pPr lvl="0">
              <a:defRPr/>
            </a:pPr>
            <a:r>
              <a:rPr lang="cs-CZ" sz="20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ea typeface="+mn-ea"/>
                <a:cs typeface="+mn-cs"/>
              </a:rPr>
              <a:t>Jump</a:t>
            </a:r>
          </a:p>
        </p:txBody>
      </p:sp>
    </p:spTree>
    <p:extLst>
      <p:ext uri="{BB962C8B-B14F-4D97-AF65-F5344CB8AC3E}">
        <p14:creationId xmlns:p14="http://schemas.microsoft.com/office/powerpoint/2010/main" val="26816977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9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109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9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109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Obdélník 17"/>
          <p:cNvSpPr/>
          <p:nvPr/>
        </p:nvSpPr>
        <p:spPr>
          <a:xfrm>
            <a:off x="360000" y="1800000"/>
            <a:ext cx="4068000" cy="567811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square" lIns="288000" tIns="144000" rIns="90000" bIns="144000">
            <a:spAutoFit/>
          </a:bodyPr>
          <a:lstStyle/>
          <a:p>
            <a:pPr eaLnBrk="1" hangingPunct="1"/>
            <a:r>
              <a:rPr lang="cs-CZ" sz="1800" b="0" dirty="0">
                <a:latin typeface="Consolas" panose="020B0609020204030204" pitchFamily="49" charset="0"/>
                <a:cs typeface="Consolas" panose="020B0609020204030204" pitchFamily="49" charset="0"/>
              </a:rPr>
              <a:t>Pokračuj na návěští OPAKUJ</a:t>
            </a:r>
          </a:p>
        </p:txBody>
      </p:sp>
      <p:sp>
        <p:nvSpPr>
          <p:cNvPr id="9" name="Obdélník 8"/>
          <p:cNvSpPr/>
          <p:nvPr/>
        </p:nvSpPr>
        <p:spPr>
          <a:xfrm>
            <a:off x="4860000" y="1800000"/>
            <a:ext cx="4068000" cy="2058953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square" lIns="90000" tIns="288000" rIns="90000" bIns="288000">
            <a:spAutoFit/>
          </a:bodyPr>
          <a:lstStyle/>
          <a:p>
            <a:r>
              <a:rPr lang="cs-CZ" dirty="0">
                <a:latin typeface="Consolas" panose="020B0609020204030204" pitchFamily="49" charset="0"/>
                <a:cs typeface="Consolas" panose="020B0609020204030204" pitchFamily="49" charset="0"/>
              </a:rPr>
              <a:t>OPAKUJ:</a:t>
            </a:r>
          </a:p>
          <a:p>
            <a:r>
              <a:rPr lang="cs-CZ" dirty="0">
                <a:latin typeface="Consolas" panose="020B0609020204030204" pitchFamily="49" charset="0"/>
                <a:cs typeface="Consolas" panose="020B0609020204030204" pitchFamily="49" charset="0"/>
              </a:rPr>
              <a:t>	…</a:t>
            </a:r>
          </a:p>
          <a:p>
            <a:r>
              <a:rPr lang="cs-CZ" dirty="0">
                <a:latin typeface="Consolas" panose="020B0609020204030204" pitchFamily="49" charset="0"/>
                <a:cs typeface="Consolas" panose="020B0609020204030204" pitchFamily="49" charset="0"/>
              </a:rPr>
              <a:t>	…</a:t>
            </a:r>
            <a:r>
              <a:rPr lang="cs-CZ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</a:p>
          <a:p>
            <a:r>
              <a:rPr lang="cs-CZ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RJMP	</a:t>
            </a:r>
            <a:r>
              <a:rPr lang="cs-CZ" dirty="0">
                <a:latin typeface="Consolas" panose="020B0609020204030204" pitchFamily="49" charset="0"/>
                <a:cs typeface="Consolas" panose="020B0609020204030204" pitchFamily="49" charset="0"/>
              </a:rPr>
              <a:t>OPAKUJ</a:t>
            </a:r>
          </a:p>
        </p:txBody>
      </p:sp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8000" y="2600825"/>
            <a:ext cx="2195848" cy="30426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2" name="Tlačítko akce: Vlastní 11">
            <a:hlinkClick r:id="" action="ppaction://hlinkshowjump?jump=nextslide" highlightClick="1"/>
          </p:cNvPr>
          <p:cNvSpPr/>
          <p:nvPr/>
        </p:nvSpPr>
        <p:spPr>
          <a:xfrm>
            <a:off x="6840008" y="6300008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13" name="Tlačítko akce: Vlastní 12">
            <a:hlinkClick r:id="" action="ppaction://hlinkshowjump?jump=previousslide" highlightClick="1"/>
          </p:cNvPr>
          <p:cNvSpPr/>
          <p:nvPr/>
        </p:nvSpPr>
        <p:spPr>
          <a:xfrm>
            <a:off x="5760007" y="6300008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14" name="Tlačítko akce: Vlastní 13">
            <a:hlinkClick r:id="rId4" action="ppaction://hlinksldjump" highlightClick="1"/>
          </p:cNvPr>
          <p:cNvSpPr/>
          <p:nvPr/>
        </p:nvSpPr>
        <p:spPr>
          <a:xfrm>
            <a:off x="7920007" y="6300008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15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latin typeface="Arial Black" pitchFamily="34" charset="0"/>
            </a:endParaRPr>
          </a:p>
        </p:txBody>
      </p:sp>
      <p:sp>
        <p:nvSpPr>
          <p:cNvPr id="16" name="Zástupný symbol pro číslo snímku 5"/>
          <p:cNvSpPr txBox="1">
            <a:spLocks/>
          </p:cNvSpPr>
          <p:nvPr/>
        </p:nvSpPr>
        <p:spPr bwMode="auto">
          <a:xfrm>
            <a:off x="6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73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17" name="TextovéPole 16"/>
          <p:cNvSpPr txBox="1"/>
          <p:nvPr/>
        </p:nvSpPr>
        <p:spPr bwMode="auto">
          <a:xfrm>
            <a:off x="360000" y="1800000"/>
            <a:ext cx="288000" cy="276999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algn="ctr" rtl="0" fontAlgn="base">
              <a:spcBef>
                <a:spcPct val="0"/>
              </a:spcBef>
              <a:spcAft>
                <a:spcPct val="0"/>
              </a:spcAft>
            </a:pPr>
            <a:r>
              <a:rPr lang="cs-CZ" sz="1200" dirty="0">
                <a:solidFill>
                  <a:schemeClr val="bg1"/>
                </a:solidFill>
                <a:latin typeface="Arial"/>
                <a:ea typeface="+mn-ea"/>
                <a:cs typeface="+mn-cs"/>
              </a:rPr>
              <a:t>16</a:t>
            </a:r>
          </a:p>
        </p:txBody>
      </p:sp>
      <p:pic>
        <p:nvPicPr>
          <p:cNvPr id="4" name="Obrázek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0000" y="1073250"/>
            <a:ext cx="8460000" cy="544669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9" name="Rectangle 2"/>
          <p:cNvSpPr>
            <a:spLocks noGrp="1" noChangeArrowheads="1"/>
          </p:cNvSpPr>
          <p:nvPr>
            <p:ph type="title"/>
          </p:nvPr>
        </p:nvSpPr>
        <p:spPr>
          <a:xfrm>
            <a:off x="720000" y="72000"/>
            <a:ext cx="7772400" cy="400110"/>
          </a:xfrm>
          <a:noFill/>
          <a:ln/>
        </p:spPr>
        <p:txBody>
          <a:bodyPr>
            <a:spAutoFit/>
          </a:bodyPr>
          <a:lstStyle/>
          <a:p>
            <a:pPr lvl="0">
              <a:defRPr/>
            </a:pPr>
            <a:r>
              <a:rPr lang="cs-CZ" sz="20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ea typeface="+mn-ea"/>
                <a:cs typeface="+mn-cs"/>
              </a:rPr>
              <a:t>Jump</a:t>
            </a:r>
          </a:p>
        </p:txBody>
      </p:sp>
    </p:spTree>
    <p:extLst>
      <p:ext uri="{BB962C8B-B14F-4D97-AF65-F5344CB8AC3E}">
        <p14:creationId xmlns:p14="http://schemas.microsoft.com/office/powerpoint/2010/main" val="20783537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0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9" grpId="0" animBg="1"/>
      <p:bldP spid="15" grpId="0" animBg="1"/>
      <p:bldP spid="16" grpId="0"/>
      <p:bldP spid="17" grpId="0" animBg="1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947" name="Rectangle 3"/>
          <p:cNvSpPr>
            <a:spLocks noGrp="1" noChangeArrowheads="1"/>
          </p:cNvSpPr>
          <p:nvPr>
            <p:ph type="title"/>
          </p:nvPr>
        </p:nvSpPr>
        <p:spPr>
          <a:xfrm>
            <a:off x="468000" y="288002"/>
            <a:ext cx="8676000" cy="720000"/>
          </a:xfrm>
        </p:spPr>
        <p:txBody>
          <a:bodyPr/>
          <a:lstStyle/>
          <a:p>
            <a:pPr>
              <a:defRPr/>
            </a:pPr>
            <a:r>
              <a:rPr lang="cs-CZ" sz="40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Podprogramy</a:t>
            </a:r>
          </a:p>
        </p:txBody>
      </p:sp>
      <p:sp>
        <p:nvSpPr>
          <p:cNvPr id="11" name="Tlačítko akce: Vlastní 10">
            <a:hlinkClick r:id="" action="ppaction://hlinkshowjump?jump=nextslide" highlightClick="1"/>
          </p:cNvPr>
          <p:cNvSpPr/>
          <p:nvPr/>
        </p:nvSpPr>
        <p:spPr>
          <a:xfrm>
            <a:off x="6840008" y="6300008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12" name="Tlačítko akce: Vlastní 11">
            <a:hlinkClick r:id="" action="ppaction://hlinkshowjump?jump=previousslide" highlightClick="1"/>
          </p:cNvPr>
          <p:cNvSpPr/>
          <p:nvPr/>
        </p:nvSpPr>
        <p:spPr>
          <a:xfrm>
            <a:off x="5760007" y="6300008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13" name="Tlačítko akce: Vlastní 12">
            <a:hlinkClick r:id="rId3" action="ppaction://hlinksldjump" highlightClick="1"/>
          </p:cNvPr>
          <p:cNvSpPr/>
          <p:nvPr/>
        </p:nvSpPr>
        <p:spPr>
          <a:xfrm>
            <a:off x="7920007" y="6300008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14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latin typeface="Arial Black" pitchFamily="34" charset="0"/>
            </a:endParaRPr>
          </a:p>
        </p:txBody>
      </p:sp>
      <p:sp>
        <p:nvSpPr>
          <p:cNvPr id="15" name="Zástupný symbol pro číslo snímku 5"/>
          <p:cNvSpPr txBox="1">
            <a:spLocks/>
          </p:cNvSpPr>
          <p:nvPr/>
        </p:nvSpPr>
        <p:spPr bwMode="auto">
          <a:xfrm>
            <a:off x="6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74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graphicFrame>
        <p:nvGraphicFramePr>
          <p:cNvPr id="9" name="Diagram 8"/>
          <p:cNvGraphicFramePr/>
          <p:nvPr>
            <p:extLst>
              <p:ext uri="{D42A27DB-BD31-4B8C-83A1-F6EECF244321}">
                <p14:modId xmlns:p14="http://schemas.microsoft.com/office/powerpoint/2010/main" val="2828508605"/>
              </p:ext>
            </p:extLst>
          </p:nvPr>
        </p:nvGraphicFramePr>
        <p:xfrm>
          <a:off x="1619672" y="1340768"/>
          <a:ext cx="5904656" cy="424847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25089945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graphicEl>
                                              <a:dgm id="{F7D09AA6-3622-402F-81AD-5EFF38C4940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>
                                            <p:graphicEl>
                                              <a:dgm id="{F7D09AA6-3622-402F-81AD-5EFF38C4940B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graphicEl>
                                              <a:dgm id="{70015F12-A535-4F72-9524-01829781943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>
                                            <p:graphicEl>
                                              <a:dgm id="{70015F12-A535-4F72-9524-01829781943D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graphicEl>
                                              <a:dgm id="{42D6D441-2228-4F3C-AB49-56629C9648F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">
                                            <p:graphicEl>
                                              <a:dgm id="{42D6D441-2228-4F3C-AB49-56629C9648F9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graphicEl>
                                              <a:dgm id="{ED5DE656-74C7-4D55-8B67-19B1A4D9623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9">
                                            <p:graphicEl>
                                              <a:dgm id="{ED5DE656-74C7-4D55-8B67-19B1A4D96230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graphicEl>
                                              <a:dgm id="{E0F63D3E-1E2B-461C-9EBC-50342962954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9">
                                            <p:graphicEl>
                                              <a:dgm id="{E0F63D3E-1E2B-461C-9EBC-50342962954E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graphicEl>
                                              <a:dgm id="{540676F3-A6E1-4417-9718-06C2BFB865C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9">
                                            <p:graphicEl>
                                              <a:dgm id="{540676F3-A6E1-4417-9718-06C2BFB865C7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graphicEl>
                                              <a:dgm id="{AA7E86D8-BC14-4CBC-9855-B1AFE7CAF40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9">
                                            <p:graphicEl>
                                              <a:dgm id="{AA7E86D8-BC14-4CBC-9855-B1AFE7CAF403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/>
      <p:bldGraphic spid="9" grpId="0">
        <p:bldSub>
          <a:bldDgm bld="lvlOne"/>
        </p:bldSub>
      </p:bldGraphic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2"/>
          <p:cNvSpPr>
            <a:spLocks noGrp="1" noChangeArrowheads="1"/>
          </p:cNvSpPr>
          <p:nvPr>
            <p:ph type="title"/>
          </p:nvPr>
        </p:nvSpPr>
        <p:spPr>
          <a:xfrm>
            <a:off x="720000" y="72000"/>
            <a:ext cx="7772400" cy="400110"/>
          </a:xfrm>
          <a:noFill/>
          <a:ln/>
        </p:spPr>
        <p:txBody>
          <a:bodyPr>
            <a:spAutoFit/>
          </a:bodyPr>
          <a:lstStyle/>
          <a:p>
            <a:pPr lvl="0">
              <a:defRPr/>
            </a:pPr>
            <a:r>
              <a:rPr lang="cs-CZ" sz="20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ea typeface="+mn-ea"/>
                <a:cs typeface="+mn-cs"/>
              </a:rPr>
              <a:t>Podprogramy</a:t>
            </a:r>
          </a:p>
        </p:txBody>
      </p:sp>
      <p:sp>
        <p:nvSpPr>
          <p:cNvPr id="9" name="Tlačítko akce: Vlastní 8">
            <a:hlinkClick r:id="" action="ppaction://hlinkshowjump?jump=nextslide" highlightClick="1"/>
          </p:cNvPr>
          <p:cNvSpPr/>
          <p:nvPr/>
        </p:nvSpPr>
        <p:spPr>
          <a:xfrm>
            <a:off x="6840008" y="6300008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11" name="Tlačítko akce: Vlastní 10">
            <a:hlinkClick r:id="" action="ppaction://hlinkshowjump?jump=previousslide" highlightClick="1"/>
          </p:cNvPr>
          <p:cNvSpPr/>
          <p:nvPr/>
        </p:nvSpPr>
        <p:spPr>
          <a:xfrm>
            <a:off x="5760007" y="6300008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12" name="Tlačítko akce: Vlastní 11">
            <a:hlinkClick r:id="rId3" action="ppaction://hlinksldjump" highlightClick="1"/>
          </p:cNvPr>
          <p:cNvSpPr/>
          <p:nvPr/>
        </p:nvSpPr>
        <p:spPr>
          <a:xfrm>
            <a:off x="7920007" y="6300008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13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latin typeface="Arial Black" pitchFamily="34" charset="0"/>
            </a:endParaRPr>
          </a:p>
        </p:txBody>
      </p:sp>
      <p:sp>
        <p:nvSpPr>
          <p:cNvPr id="14" name="Zástupný symbol pro číslo snímku 5"/>
          <p:cNvSpPr txBox="1">
            <a:spLocks/>
          </p:cNvSpPr>
          <p:nvPr/>
        </p:nvSpPr>
        <p:spPr bwMode="auto">
          <a:xfrm>
            <a:off x="6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75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pic>
        <p:nvPicPr>
          <p:cNvPr id="4" name="Obrázek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9990" y="1072226"/>
            <a:ext cx="5760000" cy="50597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17809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2"/>
          <p:cNvSpPr txBox="1">
            <a:spLocks noChangeArrowheads="1"/>
          </p:cNvSpPr>
          <p:nvPr/>
        </p:nvSpPr>
        <p:spPr bwMode="auto">
          <a:xfrm>
            <a:off x="360001" y="1080002"/>
            <a:ext cx="8784000" cy="44012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504000" lvl="8" indent="-504000" eaLnBrk="0" hangingPunct="0">
              <a:spcBef>
                <a:spcPct val="0"/>
              </a:spcBef>
              <a:spcAft>
                <a:spcPts val="1800"/>
              </a:spcAft>
              <a:buSzPct val="100000"/>
              <a:buFont typeface="Wingdings" pitchFamily="2" charset="2"/>
              <a:buChar char="n"/>
              <a:defRPr/>
            </a:pPr>
            <a:r>
              <a:rPr lang="cs-CZ" sz="2800" dirty="0">
                <a:latin typeface="Verdana" pitchFamily="34" charset="0"/>
              </a:rPr>
              <a:t>Funkce podprogramu</a:t>
            </a:r>
          </a:p>
          <a:p>
            <a:pPr marL="504000" indent="-504000" eaLnBrk="0" hangingPunct="0">
              <a:spcBef>
                <a:spcPct val="0"/>
              </a:spcBef>
              <a:spcAft>
                <a:spcPts val="1800"/>
              </a:spcAft>
              <a:buSzPct val="100000"/>
              <a:buFont typeface="Wingdings" panose="05000000000000000000" pitchFamily="2" charset="2"/>
              <a:buChar char="ü"/>
              <a:defRPr/>
            </a:pPr>
            <a:r>
              <a:rPr lang="cs-CZ" sz="2400" b="0" dirty="0">
                <a:latin typeface="Verdana" pitchFamily="34" charset="0"/>
              </a:rPr>
              <a:t>Vykonáním instrukce </a:t>
            </a:r>
            <a:r>
              <a:rPr lang="cs-CZ" sz="2400" dirty="0">
                <a:latin typeface="Verdana" pitchFamily="34" charset="0"/>
              </a:rPr>
              <a:t>CALL</a:t>
            </a:r>
            <a:r>
              <a:rPr lang="cs-CZ" sz="2400" b="0" dirty="0">
                <a:latin typeface="Verdana" pitchFamily="34" charset="0"/>
              </a:rPr>
              <a:t> se program dostane na </a:t>
            </a:r>
            <a:r>
              <a:rPr lang="cs-CZ" sz="2400" dirty="0">
                <a:latin typeface="Verdana" pitchFamily="34" charset="0"/>
              </a:rPr>
              <a:t>vyšší</a:t>
            </a:r>
            <a:r>
              <a:rPr lang="cs-CZ" sz="2400" b="0" dirty="0">
                <a:latin typeface="Verdana" pitchFamily="34" charset="0"/>
              </a:rPr>
              <a:t> úroveň</a:t>
            </a:r>
          </a:p>
          <a:p>
            <a:pPr marL="504000" indent="-504000" eaLnBrk="0" hangingPunct="0">
              <a:spcBef>
                <a:spcPct val="0"/>
              </a:spcBef>
              <a:spcAft>
                <a:spcPts val="1800"/>
              </a:spcAft>
              <a:buSzPct val="100000"/>
              <a:buFont typeface="Wingdings" panose="05000000000000000000" pitchFamily="2" charset="2"/>
              <a:buChar char="ü"/>
              <a:defRPr/>
            </a:pPr>
            <a:r>
              <a:rPr lang="cs-CZ" sz="2400" b="0" dirty="0">
                <a:latin typeface="Verdana" pitchFamily="34" charset="0"/>
              </a:rPr>
              <a:t>Vykonáním instrukce </a:t>
            </a:r>
            <a:r>
              <a:rPr lang="cs-CZ" sz="2400" dirty="0">
                <a:latin typeface="Verdana" pitchFamily="34" charset="0"/>
              </a:rPr>
              <a:t>RET</a:t>
            </a:r>
            <a:r>
              <a:rPr lang="cs-CZ" sz="2400" b="0" dirty="0">
                <a:latin typeface="Verdana" pitchFamily="34" charset="0"/>
              </a:rPr>
              <a:t> se program dostane zpět na </a:t>
            </a:r>
            <a:r>
              <a:rPr lang="cs-CZ" sz="2400" dirty="0">
                <a:latin typeface="Verdana" pitchFamily="34" charset="0"/>
              </a:rPr>
              <a:t>nižší</a:t>
            </a:r>
            <a:r>
              <a:rPr lang="cs-CZ" sz="2400" b="0" dirty="0">
                <a:latin typeface="Verdana" pitchFamily="34" charset="0"/>
              </a:rPr>
              <a:t> úroveň a zároveň se </a:t>
            </a:r>
            <a:r>
              <a:rPr lang="cs-CZ" sz="2400" dirty="0">
                <a:latin typeface="Verdana" pitchFamily="34" charset="0"/>
              </a:rPr>
              <a:t>vrátí</a:t>
            </a:r>
            <a:r>
              <a:rPr lang="cs-CZ" sz="2400" b="0" dirty="0">
                <a:latin typeface="Verdana" pitchFamily="34" charset="0"/>
              </a:rPr>
              <a:t> </a:t>
            </a:r>
            <a:r>
              <a:rPr lang="cs-CZ" sz="2400" dirty="0">
                <a:latin typeface="Verdana" pitchFamily="34" charset="0"/>
              </a:rPr>
              <a:t>za</a:t>
            </a:r>
            <a:r>
              <a:rPr lang="cs-CZ" sz="2400" b="0" dirty="0">
                <a:latin typeface="Verdana" pitchFamily="34" charset="0"/>
              </a:rPr>
              <a:t> instrukci, která jej volala</a:t>
            </a:r>
          </a:p>
          <a:p>
            <a:pPr marL="504000" indent="-504000" eaLnBrk="0" hangingPunct="0">
              <a:spcBef>
                <a:spcPct val="0"/>
              </a:spcBef>
              <a:spcAft>
                <a:spcPts val="1800"/>
              </a:spcAft>
              <a:buSzPct val="100000"/>
              <a:buFont typeface="Wingdings" panose="05000000000000000000" pitchFamily="2" charset="2"/>
              <a:buChar char="ü"/>
              <a:defRPr/>
            </a:pPr>
            <a:r>
              <a:rPr lang="cs-CZ" sz="2400" b="0" dirty="0">
                <a:latin typeface="Verdana" pitchFamily="34" charset="0"/>
              </a:rPr>
              <a:t>Procesor si musí zapamatovat </a:t>
            </a:r>
            <a:r>
              <a:rPr lang="cs-CZ" sz="2400" dirty="0">
                <a:latin typeface="Verdana" pitchFamily="34" charset="0"/>
              </a:rPr>
              <a:t>návratovou adresu</a:t>
            </a:r>
          </a:p>
          <a:p>
            <a:pPr marL="504000" indent="-504000" eaLnBrk="0" hangingPunct="0">
              <a:spcBef>
                <a:spcPct val="0"/>
              </a:spcBef>
              <a:spcAft>
                <a:spcPts val="1800"/>
              </a:spcAft>
              <a:buSzPct val="100000"/>
              <a:buFont typeface="Wingdings" panose="05000000000000000000" pitchFamily="2" charset="2"/>
              <a:buChar char="ü"/>
              <a:defRPr/>
            </a:pPr>
            <a:r>
              <a:rPr lang="cs-CZ" sz="2400" dirty="0">
                <a:latin typeface="Verdana" pitchFamily="34" charset="0"/>
              </a:rPr>
              <a:t>Návratová adresa</a:t>
            </a:r>
            <a:r>
              <a:rPr lang="cs-CZ" sz="2400" b="0" dirty="0">
                <a:latin typeface="Verdana" pitchFamily="34" charset="0"/>
              </a:rPr>
              <a:t> je uložena v tzv. </a:t>
            </a:r>
            <a:r>
              <a:rPr lang="cs-CZ" sz="2400" dirty="0">
                <a:latin typeface="Verdana" pitchFamily="34" charset="0"/>
              </a:rPr>
              <a:t>zásobníku</a:t>
            </a:r>
            <a:r>
              <a:rPr lang="cs-CZ" sz="2400" b="0" dirty="0">
                <a:latin typeface="Verdana" pitchFamily="34" charset="0"/>
              </a:rPr>
              <a:t>, který je uložen na </a:t>
            </a:r>
            <a:r>
              <a:rPr lang="cs-CZ" sz="2400" dirty="0">
                <a:latin typeface="Verdana" pitchFamily="34" charset="0"/>
              </a:rPr>
              <a:t>konci paměti SRAM</a:t>
            </a:r>
          </a:p>
        </p:txBody>
      </p:sp>
      <p:sp>
        <p:nvSpPr>
          <p:cNvPr id="11" name="Tlačítko akce: Vlastní 10">
            <a:hlinkClick r:id="" action="ppaction://hlinkshowjump?jump=nextslide" highlightClick="1"/>
          </p:cNvPr>
          <p:cNvSpPr/>
          <p:nvPr/>
        </p:nvSpPr>
        <p:spPr>
          <a:xfrm>
            <a:off x="6840008" y="6300008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12" name="Tlačítko akce: Vlastní 11">
            <a:hlinkClick r:id="" action="ppaction://hlinkshowjump?jump=previousslide" highlightClick="1"/>
          </p:cNvPr>
          <p:cNvSpPr/>
          <p:nvPr/>
        </p:nvSpPr>
        <p:spPr>
          <a:xfrm>
            <a:off x="5760007" y="6300008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13" name="Tlačítko akce: Vlastní 12">
            <a:hlinkClick r:id="rId3" action="ppaction://hlinksldjump" highlightClick="1"/>
          </p:cNvPr>
          <p:cNvSpPr/>
          <p:nvPr/>
        </p:nvSpPr>
        <p:spPr>
          <a:xfrm>
            <a:off x="7920007" y="6300008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14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latin typeface="Arial Black" pitchFamily="34" charset="0"/>
            </a:endParaRPr>
          </a:p>
        </p:txBody>
      </p:sp>
      <p:sp>
        <p:nvSpPr>
          <p:cNvPr id="15" name="Zástupný symbol pro číslo snímku 5"/>
          <p:cNvSpPr txBox="1">
            <a:spLocks/>
          </p:cNvSpPr>
          <p:nvPr/>
        </p:nvSpPr>
        <p:spPr bwMode="auto">
          <a:xfrm>
            <a:off x="6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76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9" name="Rectangle 2"/>
          <p:cNvSpPr>
            <a:spLocks noGrp="1" noChangeArrowheads="1"/>
          </p:cNvSpPr>
          <p:nvPr>
            <p:ph type="title"/>
          </p:nvPr>
        </p:nvSpPr>
        <p:spPr>
          <a:xfrm>
            <a:off x="720000" y="72000"/>
            <a:ext cx="7772400" cy="400110"/>
          </a:xfrm>
          <a:noFill/>
          <a:ln/>
        </p:spPr>
        <p:txBody>
          <a:bodyPr>
            <a:spAutoFit/>
          </a:bodyPr>
          <a:lstStyle/>
          <a:p>
            <a:pPr lvl="0">
              <a:defRPr/>
            </a:pPr>
            <a:r>
              <a:rPr lang="cs-CZ" sz="20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ea typeface="+mn-ea"/>
                <a:cs typeface="+mn-cs"/>
              </a:rPr>
              <a:t>Podprogramy</a:t>
            </a:r>
          </a:p>
        </p:txBody>
      </p:sp>
    </p:spTree>
    <p:extLst>
      <p:ext uri="{BB962C8B-B14F-4D97-AF65-F5344CB8AC3E}">
        <p14:creationId xmlns:p14="http://schemas.microsoft.com/office/powerpoint/2010/main" val="35290913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3" name="Rectangle 3"/>
          <p:cNvSpPr>
            <a:spLocks noGrp="1" noChangeArrowheads="1"/>
          </p:cNvSpPr>
          <p:nvPr>
            <p:ph sz="half" idx="1"/>
          </p:nvPr>
        </p:nvSpPr>
        <p:spPr>
          <a:xfrm>
            <a:off x="360002" y="1080003"/>
            <a:ext cx="8784000" cy="2693045"/>
          </a:xfrm>
        </p:spPr>
        <p:txBody>
          <a:bodyPr wrap="square">
            <a:spAutoFit/>
          </a:bodyPr>
          <a:lstStyle/>
          <a:p>
            <a:pPr marL="504000" lvl="8" indent="-504000" eaLnBrk="0" hangingPunct="0">
              <a:spcBef>
                <a:spcPct val="0"/>
              </a:spcBef>
              <a:spcAft>
                <a:spcPts val="1800"/>
              </a:spcAft>
              <a:buSzPct val="100000"/>
              <a:buFont typeface="Wingdings" pitchFamily="2" charset="2"/>
              <a:buChar char="n"/>
              <a:defRPr/>
            </a:pPr>
            <a:r>
              <a:rPr lang="cs-CZ" sz="2800" b="1" kern="1200" dirty="0">
                <a:latin typeface="Verdana" pitchFamily="34" charset="0"/>
                <a:ea typeface="+mn-ea"/>
                <a:cs typeface="+mn-cs"/>
              </a:rPr>
              <a:t>Zásobník</a:t>
            </a:r>
          </a:p>
          <a:p>
            <a:pPr marL="504000" indent="-504000" eaLnBrk="0" hangingPunct="0">
              <a:spcBef>
                <a:spcPct val="0"/>
              </a:spcBef>
              <a:spcAft>
                <a:spcPts val="1800"/>
              </a:spcAft>
              <a:buSzPct val="100000"/>
              <a:buFont typeface="Wingdings" panose="05000000000000000000" pitchFamily="2" charset="2"/>
              <a:buChar char="ü"/>
              <a:defRPr/>
            </a:pPr>
            <a:r>
              <a:rPr lang="cs-CZ" sz="2400" kern="1200" dirty="0">
                <a:latin typeface="Verdana" pitchFamily="34" charset="0"/>
              </a:rPr>
              <a:t>Paměť je typu </a:t>
            </a:r>
            <a:r>
              <a:rPr lang="cs-CZ" sz="2400" b="1" kern="1200" dirty="0">
                <a:latin typeface="Verdana" pitchFamily="34" charset="0"/>
              </a:rPr>
              <a:t>LIFO</a:t>
            </a:r>
          </a:p>
          <a:p>
            <a:pPr marL="504000" indent="-504000" eaLnBrk="0" hangingPunct="0">
              <a:spcBef>
                <a:spcPct val="0"/>
              </a:spcBef>
              <a:spcAft>
                <a:spcPts val="1800"/>
              </a:spcAft>
              <a:buSzPct val="100000"/>
              <a:buFont typeface="Wingdings" panose="05000000000000000000" pitchFamily="2" charset="2"/>
              <a:buChar char="ü"/>
              <a:defRPr/>
            </a:pPr>
            <a:r>
              <a:rPr lang="cs-CZ" sz="2400" kern="1200" dirty="0">
                <a:latin typeface="Verdana" pitchFamily="34" charset="0"/>
              </a:rPr>
              <a:t>Zásobník je umístěn na </a:t>
            </a:r>
            <a:r>
              <a:rPr lang="cs-CZ" sz="2400" b="1" kern="1200" dirty="0">
                <a:latin typeface="Verdana" pitchFamily="34" charset="0"/>
              </a:rPr>
              <a:t>konci</a:t>
            </a:r>
            <a:r>
              <a:rPr lang="cs-CZ" sz="2400" kern="1200" dirty="0">
                <a:latin typeface="Verdana" pitchFamily="34" charset="0"/>
              </a:rPr>
              <a:t> paměti </a:t>
            </a:r>
            <a:r>
              <a:rPr lang="cs-CZ" sz="2400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</a:rPr>
              <a:t>SRAM</a:t>
            </a:r>
          </a:p>
          <a:p>
            <a:pPr marL="504000" indent="-504000" eaLnBrk="0" hangingPunct="0">
              <a:spcBef>
                <a:spcPct val="0"/>
              </a:spcBef>
              <a:spcAft>
                <a:spcPts val="1800"/>
              </a:spcAft>
              <a:buSzPct val="100000"/>
              <a:buFont typeface="Wingdings" panose="05000000000000000000" pitchFamily="2" charset="2"/>
              <a:buChar char="ü"/>
              <a:defRPr/>
            </a:pPr>
            <a:r>
              <a:rPr lang="cs-CZ" sz="2400" kern="1200" dirty="0">
                <a:latin typeface="Verdana" pitchFamily="34" charset="0"/>
              </a:rPr>
              <a:t>Na </a:t>
            </a:r>
            <a:r>
              <a:rPr lang="cs-CZ" sz="2400" b="1" kern="1200" dirty="0">
                <a:latin typeface="Verdana" pitchFamily="34" charset="0"/>
              </a:rPr>
              <a:t>vrchol</a:t>
            </a:r>
            <a:r>
              <a:rPr lang="cs-CZ" sz="2400" kern="1200" dirty="0">
                <a:latin typeface="Verdana" pitchFamily="34" charset="0"/>
              </a:rPr>
              <a:t> zásobníku ukazuje registr </a:t>
            </a:r>
            <a:r>
              <a:rPr lang="cs-CZ" sz="2400" b="1" kern="1200" dirty="0">
                <a:latin typeface="Verdana" pitchFamily="34" charset="0"/>
              </a:rPr>
              <a:t>Stack Pointer</a:t>
            </a:r>
            <a:r>
              <a:rPr lang="cs-CZ" sz="2400" kern="1200" dirty="0">
                <a:latin typeface="Verdana" pitchFamily="34" charset="0"/>
              </a:rPr>
              <a:t>  (</a:t>
            </a:r>
            <a:r>
              <a:rPr lang="cs-CZ" sz="2400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</a:rPr>
              <a:t>SP</a:t>
            </a:r>
            <a:r>
              <a:rPr lang="cs-CZ" sz="2400" kern="1200" dirty="0">
                <a:latin typeface="Verdana" pitchFamily="34" charset="0"/>
              </a:rPr>
              <a:t>) </a:t>
            </a:r>
          </a:p>
        </p:txBody>
      </p:sp>
      <p:sp>
        <p:nvSpPr>
          <p:cNvPr id="4" name="Tlačítko akce: Vlastní 3">
            <a:hlinkClick r:id="" action="ppaction://hlinkshowjump?jump=nextslide" highlightClick="1"/>
          </p:cNvPr>
          <p:cNvSpPr/>
          <p:nvPr/>
        </p:nvSpPr>
        <p:spPr>
          <a:xfrm>
            <a:off x="6840003" y="6300004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5" name="Tlačítko akce: Vlastní 4">
            <a:hlinkClick r:id="" action="ppaction://hlinkshowjump?jump=previousslide" highlightClick="1"/>
          </p:cNvPr>
          <p:cNvSpPr/>
          <p:nvPr/>
        </p:nvSpPr>
        <p:spPr>
          <a:xfrm>
            <a:off x="5760002" y="6300004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6" name="Tlačítko akce: Vlastní 5">
            <a:hlinkClick r:id="rId3" action="ppaction://hlinksldjump" highlightClick="1"/>
          </p:cNvPr>
          <p:cNvSpPr/>
          <p:nvPr/>
        </p:nvSpPr>
        <p:spPr>
          <a:xfrm>
            <a:off x="7920002" y="6300004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7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latin typeface="Arial Black" pitchFamily="34" charset="0"/>
            </a:endParaRPr>
          </a:p>
        </p:txBody>
      </p:sp>
      <p:sp>
        <p:nvSpPr>
          <p:cNvPr id="8" name="Zástupný symbol pro číslo snímku 5"/>
          <p:cNvSpPr txBox="1">
            <a:spLocks/>
          </p:cNvSpPr>
          <p:nvPr/>
        </p:nvSpPr>
        <p:spPr bwMode="auto">
          <a:xfrm>
            <a:off x="2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77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9" name="Rectangle 2"/>
          <p:cNvSpPr>
            <a:spLocks noGrp="1" noChangeArrowheads="1"/>
          </p:cNvSpPr>
          <p:nvPr>
            <p:ph type="title"/>
          </p:nvPr>
        </p:nvSpPr>
        <p:spPr>
          <a:xfrm>
            <a:off x="720000" y="72000"/>
            <a:ext cx="7772400" cy="400110"/>
          </a:xfrm>
          <a:noFill/>
          <a:ln/>
        </p:spPr>
        <p:txBody>
          <a:bodyPr>
            <a:spAutoFit/>
          </a:bodyPr>
          <a:lstStyle/>
          <a:p>
            <a:pPr lvl="0">
              <a:defRPr/>
            </a:pPr>
            <a:r>
              <a:rPr lang="cs-CZ" sz="2000" noProof="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ea typeface="+mn-ea"/>
                <a:cs typeface="+mn-cs"/>
              </a:rPr>
              <a:t>Podprogramy</a:t>
            </a:r>
          </a:p>
        </p:txBody>
      </p:sp>
    </p:spTree>
    <p:extLst>
      <p:ext uri="{BB962C8B-B14F-4D97-AF65-F5344CB8AC3E}">
        <p14:creationId xmlns:p14="http://schemas.microsoft.com/office/powerpoint/2010/main" val="34574506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07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07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07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/>
    </p:bld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2"/>
          <p:cNvSpPr txBox="1">
            <a:spLocks noChangeArrowheads="1"/>
          </p:cNvSpPr>
          <p:nvPr/>
        </p:nvSpPr>
        <p:spPr bwMode="auto">
          <a:xfrm>
            <a:off x="360001" y="1080002"/>
            <a:ext cx="8784000" cy="2323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504000" lvl="8" indent="-504000" eaLnBrk="0" hangingPunct="0">
              <a:spcBef>
                <a:spcPct val="0"/>
              </a:spcBef>
              <a:spcAft>
                <a:spcPts val="1800"/>
              </a:spcAft>
              <a:buSzPct val="100000"/>
              <a:buFont typeface="Wingdings" pitchFamily="2" charset="2"/>
              <a:buChar char="n"/>
              <a:defRPr/>
            </a:pPr>
            <a:r>
              <a:rPr lang="cs-CZ" sz="2800" dirty="0">
                <a:latin typeface="Verdana" pitchFamily="34" charset="0"/>
              </a:rPr>
              <a:t>Instrukce </a:t>
            </a:r>
            <a:r>
              <a:rPr lang="cs-CZ" sz="2800" dirty="0">
                <a:latin typeface="Consolas" panose="020B0609020204030204" pitchFamily="49" charset="0"/>
              </a:rPr>
              <a:t>CALL</a:t>
            </a:r>
            <a:r>
              <a:rPr lang="cs-CZ" sz="2800" dirty="0">
                <a:latin typeface="Verdana" pitchFamily="34" charset="0"/>
              </a:rPr>
              <a:t> - činnost</a:t>
            </a:r>
          </a:p>
          <a:p>
            <a:pPr marL="504000" indent="-504000" eaLnBrk="0" hangingPunct="0">
              <a:spcBef>
                <a:spcPct val="0"/>
              </a:spcBef>
              <a:spcAft>
                <a:spcPts val="1800"/>
              </a:spcAft>
              <a:buSzPct val="100000"/>
              <a:buFont typeface="+mj-lt"/>
              <a:buAutoNum type="arabicPeriod"/>
              <a:defRPr/>
            </a:pPr>
            <a:r>
              <a:rPr lang="cs-CZ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</a:rPr>
              <a:t>PC</a:t>
            </a:r>
            <a:r>
              <a:rPr lang="cs-CZ" sz="2400" b="0" dirty="0">
                <a:latin typeface="Verdana" pitchFamily="34" charset="0"/>
              </a:rPr>
              <a:t> – program pokračuje na adrese </a:t>
            </a:r>
            <a:r>
              <a:rPr lang="cs-CZ" sz="2400" dirty="0">
                <a:latin typeface="Verdana" pitchFamily="34" charset="0"/>
              </a:rPr>
              <a:t>operandu</a:t>
            </a:r>
          </a:p>
          <a:p>
            <a:pPr marL="504000" indent="-504000" eaLnBrk="0" hangingPunct="0">
              <a:spcBef>
                <a:spcPct val="0"/>
              </a:spcBef>
              <a:spcAft>
                <a:spcPts val="1800"/>
              </a:spcAft>
              <a:buSzPct val="100000"/>
              <a:buFont typeface="+mj-lt"/>
              <a:buAutoNum type="arabicPeriod"/>
              <a:defRPr/>
            </a:pPr>
            <a:r>
              <a:rPr lang="cs-CZ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</a:rPr>
              <a:t>SRAM</a:t>
            </a:r>
            <a:r>
              <a:rPr lang="cs-CZ" sz="2400" b="0" dirty="0">
                <a:latin typeface="Verdana" pitchFamily="34" charset="0"/>
              </a:rPr>
              <a:t> – uložení </a:t>
            </a:r>
            <a:r>
              <a:rPr lang="cs-CZ" sz="2400" dirty="0">
                <a:latin typeface="Verdana" pitchFamily="34" charset="0"/>
              </a:rPr>
              <a:t>vlastní návratové adresy </a:t>
            </a:r>
            <a:r>
              <a:rPr lang="cs-CZ" sz="2400" b="0" dirty="0">
                <a:latin typeface="Verdana" pitchFamily="34" charset="0"/>
              </a:rPr>
              <a:t>(2 byty)</a:t>
            </a:r>
          </a:p>
          <a:p>
            <a:pPr marL="504000" indent="-504000" eaLnBrk="0" hangingPunct="0">
              <a:spcBef>
                <a:spcPct val="0"/>
              </a:spcBef>
              <a:spcAft>
                <a:spcPts val="1800"/>
              </a:spcAft>
              <a:buSzPct val="100000"/>
              <a:buFont typeface="+mj-lt"/>
              <a:buAutoNum type="arabicPeriod"/>
              <a:defRPr/>
            </a:pPr>
            <a:r>
              <a:rPr lang="cs-CZ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</a:rPr>
              <a:t>SP</a:t>
            </a:r>
            <a:r>
              <a:rPr lang="cs-CZ" sz="2400" b="0" dirty="0">
                <a:latin typeface="Verdana" pitchFamily="34" charset="0"/>
              </a:rPr>
              <a:t> – </a:t>
            </a:r>
            <a:r>
              <a:rPr lang="cs-CZ" sz="2400" dirty="0">
                <a:latin typeface="Verdana" pitchFamily="34" charset="0"/>
              </a:rPr>
              <a:t>odečte</a:t>
            </a:r>
            <a:r>
              <a:rPr lang="cs-CZ" sz="2400" b="0" dirty="0">
                <a:latin typeface="Verdana" pitchFamily="34" charset="0"/>
              </a:rPr>
              <a:t> 2</a:t>
            </a:r>
          </a:p>
        </p:txBody>
      </p:sp>
      <p:sp>
        <p:nvSpPr>
          <p:cNvPr id="11" name="Tlačítko akce: Vlastní 10">
            <a:hlinkClick r:id="" action="ppaction://hlinkshowjump?jump=nextslide" highlightClick="1"/>
          </p:cNvPr>
          <p:cNvSpPr/>
          <p:nvPr/>
        </p:nvSpPr>
        <p:spPr>
          <a:xfrm>
            <a:off x="6840008" y="6300008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12" name="Tlačítko akce: Vlastní 11">
            <a:hlinkClick r:id="" action="ppaction://hlinkshowjump?jump=previousslide" highlightClick="1"/>
          </p:cNvPr>
          <p:cNvSpPr/>
          <p:nvPr/>
        </p:nvSpPr>
        <p:spPr>
          <a:xfrm>
            <a:off x="5760007" y="6300008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13" name="Tlačítko akce: Vlastní 12">
            <a:hlinkClick r:id="rId3" action="ppaction://hlinksldjump" highlightClick="1"/>
          </p:cNvPr>
          <p:cNvSpPr/>
          <p:nvPr/>
        </p:nvSpPr>
        <p:spPr>
          <a:xfrm>
            <a:off x="7920007" y="6300008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14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latin typeface="Arial Black" pitchFamily="34" charset="0"/>
            </a:endParaRPr>
          </a:p>
        </p:txBody>
      </p:sp>
      <p:sp>
        <p:nvSpPr>
          <p:cNvPr id="15" name="Zástupný symbol pro číslo snímku 5"/>
          <p:cNvSpPr txBox="1">
            <a:spLocks/>
          </p:cNvSpPr>
          <p:nvPr/>
        </p:nvSpPr>
        <p:spPr bwMode="auto">
          <a:xfrm>
            <a:off x="6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78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9" name="Rectangle 2"/>
          <p:cNvSpPr>
            <a:spLocks noGrp="1" noChangeArrowheads="1"/>
          </p:cNvSpPr>
          <p:nvPr>
            <p:ph type="title"/>
          </p:nvPr>
        </p:nvSpPr>
        <p:spPr>
          <a:xfrm>
            <a:off x="720000" y="72000"/>
            <a:ext cx="7772400" cy="400110"/>
          </a:xfrm>
          <a:noFill/>
          <a:ln/>
        </p:spPr>
        <p:txBody>
          <a:bodyPr>
            <a:spAutoFit/>
          </a:bodyPr>
          <a:lstStyle/>
          <a:p>
            <a:pPr lvl="0">
              <a:defRPr/>
            </a:pPr>
            <a:r>
              <a:rPr lang="cs-CZ" sz="2000" noProof="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ea typeface="+mn-ea"/>
                <a:cs typeface="+mn-cs"/>
              </a:rPr>
              <a:t>Podprogramy</a:t>
            </a:r>
          </a:p>
        </p:txBody>
      </p:sp>
    </p:spTree>
    <p:extLst>
      <p:ext uri="{BB962C8B-B14F-4D97-AF65-F5344CB8AC3E}">
        <p14:creationId xmlns:p14="http://schemas.microsoft.com/office/powerpoint/2010/main" val="13048085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/>
    </p:bld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2"/>
          <p:cNvSpPr txBox="1">
            <a:spLocks noChangeArrowheads="1"/>
          </p:cNvSpPr>
          <p:nvPr/>
        </p:nvSpPr>
        <p:spPr bwMode="auto">
          <a:xfrm>
            <a:off x="360001" y="1080002"/>
            <a:ext cx="8784000" cy="20928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504000" lvl="8" indent="-504000" eaLnBrk="0" hangingPunct="0">
              <a:spcBef>
                <a:spcPct val="0"/>
              </a:spcBef>
              <a:spcAft>
                <a:spcPts val="1800"/>
              </a:spcAft>
              <a:buSzPct val="100000"/>
              <a:buFont typeface="Wingdings" pitchFamily="2" charset="2"/>
              <a:buChar char="n"/>
              <a:defRPr/>
            </a:pPr>
            <a:r>
              <a:rPr lang="cs-CZ" sz="2800" dirty="0">
                <a:latin typeface="Verdana" pitchFamily="34" charset="0"/>
              </a:rPr>
              <a:t>Instrukce </a:t>
            </a:r>
            <a:r>
              <a:rPr lang="cs-CZ" sz="2800" dirty="0">
                <a:latin typeface="Consolas" panose="020B0609020204030204" pitchFamily="49" charset="0"/>
              </a:rPr>
              <a:t>RET</a:t>
            </a:r>
            <a:r>
              <a:rPr lang="cs-CZ" sz="2800" dirty="0">
                <a:latin typeface="Verdana" pitchFamily="34" charset="0"/>
              </a:rPr>
              <a:t> - činnost</a:t>
            </a:r>
          </a:p>
          <a:p>
            <a:pPr marL="504000" indent="-504000" eaLnBrk="0" hangingPunct="0">
              <a:spcBef>
                <a:spcPct val="0"/>
              </a:spcBef>
              <a:spcAft>
                <a:spcPts val="1800"/>
              </a:spcAft>
              <a:buSzPct val="100000"/>
              <a:buFont typeface="+mj-lt"/>
              <a:buAutoNum type="arabicPeriod"/>
              <a:defRPr/>
            </a:pPr>
            <a:r>
              <a:rPr lang="cs-CZ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</a:rPr>
              <a:t>PC</a:t>
            </a:r>
            <a:r>
              <a:rPr lang="cs-CZ" sz="2400" b="0" dirty="0">
                <a:latin typeface="Verdana" pitchFamily="34" charset="0"/>
              </a:rPr>
              <a:t> – program pokračuje na adrese, která se přečte z adresy, na kterou </a:t>
            </a:r>
            <a:r>
              <a:rPr lang="cs-CZ" sz="2400" dirty="0">
                <a:latin typeface="Verdana" pitchFamily="34" charset="0"/>
              </a:rPr>
              <a:t>ukazuje</a:t>
            </a:r>
            <a:r>
              <a:rPr lang="cs-CZ" sz="2400" b="0" dirty="0">
                <a:latin typeface="Verdana" pitchFamily="34" charset="0"/>
              </a:rPr>
              <a:t> registr </a:t>
            </a:r>
            <a:r>
              <a:rPr lang="cs-CZ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</a:rPr>
              <a:t>SP</a:t>
            </a:r>
          </a:p>
          <a:p>
            <a:pPr marL="504000" indent="-504000" eaLnBrk="0" hangingPunct="0">
              <a:spcBef>
                <a:spcPct val="0"/>
              </a:spcBef>
              <a:spcAft>
                <a:spcPts val="1800"/>
              </a:spcAft>
              <a:buSzPct val="100000"/>
              <a:buFont typeface="+mj-lt"/>
              <a:buAutoNum type="arabicPeriod"/>
              <a:defRPr/>
            </a:pPr>
            <a:r>
              <a:rPr lang="cs-CZ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</a:rPr>
              <a:t>SP</a:t>
            </a:r>
            <a:r>
              <a:rPr lang="cs-CZ" sz="2400" b="0" dirty="0">
                <a:latin typeface="Verdana" pitchFamily="34" charset="0"/>
              </a:rPr>
              <a:t> – se aktualizuje – </a:t>
            </a:r>
            <a:r>
              <a:rPr lang="cs-CZ" sz="2400" dirty="0">
                <a:latin typeface="Verdana" pitchFamily="34" charset="0"/>
              </a:rPr>
              <a:t>přičte</a:t>
            </a:r>
            <a:r>
              <a:rPr lang="cs-CZ" sz="2400" b="0" dirty="0">
                <a:latin typeface="Verdana" pitchFamily="34" charset="0"/>
              </a:rPr>
              <a:t> se 2</a:t>
            </a:r>
          </a:p>
        </p:txBody>
      </p:sp>
      <p:sp>
        <p:nvSpPr>
          <p:cNvPr id="11" name="Tlačítko akce: Vlastní 10">
            <a:hlinkClick r:id="" action="ppaction://hlinkshowjump?jump=nextslide" highlightClick="1"/>
          </p:cNvPr>
          <p:cNvSpPr/>
          <p:nvPr/>
        </p:nvSpPr>
        <p:spPr>
          <a:xfrm>
            <a:off x="6840008" y="6300008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12" name="Tlačítko akce: Vlastní 11">
            <a:hlinkClick r:id="" action="ppaction://hlinkshowjump?jump=previousslide" highlightClick="1"/>
          </p:cNvPr>
          <p:cNvSpPr/>
          <p:nvPr/>
        </p:nvSpPr>
        <p:spPr>
          <a:xfrm>
            <a:off x="5760007" y="6300008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13" name="Tlačítko akce: Vlastní 12">
            <a:hlinkClick r:id="rId3" action="ppaction://hlinksldjump" highlightClick="1"/>
          </p:cNvPr>
          <p:cNvSpPr/>
          <p:nvPr/>
        </p:nvSpPr>
        <p:spPr>
          <a:xfrm>
            <a:off x="7920007" y="6300008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14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latin typeface="Arial Black" pitchFamily="34" charset="0"/>
            </a:endParaRPr>
          </a:p>
        </p:txBody>
      </p:sp>
      <p:sp>
        <p:nvSpPr>
          <p:cNvPr id="15" name="Zástupný symbol pro číslo snímku 5"/>
          <p:cNvSpPr txBox="1">
            <a:spLocks/>
          </p:cNvSpPr>
          <p:nvPr/>
        </p:nvSpPr>
        <p:spPr bwMode="auto">
          <a:xfrm>
            <a:off x="6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79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9" name="Rectangle 2"/>
          <p:cNvSpPr>
            <a:spLocks noGrp="1" noChangeArrowheads="1"/>
          </p:cNvSpPr>
          <p:nvPr>
            <p:ph type="title"/>
          </p:nvPr>
        </p:nvSpPr>
        <p:spPr>
          <a:xfrm>
            <a:off x="720000" y="72000"/>
            <a:ext cx="7772400" cy="400110"/>
          </a:xfrm>
          <a:noFill/>
          <a:ln/>
        </p:spPr>
        <p:txBody>
          <a:bodyPr>
            <a:spAutoFit/>
          </a:bodyPr>
          <a:lstStyle/>
          <a:p>
            <a:pPr lvl="0">
              <a:defRPr/>
            </a:pPr>
            <a:r>
              <a:rPr lang="cs-CZ" sz="2000" noProof="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ea typeface="+mn-ea"/>
                <a:cs typeface="+mn-cs"/>
              </a:rPr>
              <a:t>Podprogramy</a:t>
            </a:r>
          </a:p>
        </p:txBody>
      </p:sp>
    </p:spTree>
    <p:extLst>
      <p:ext uri="{BB962C8B-B14F-4D97-AF65-F5344CB8AC3E}">
        <p14:creationId xmlns:p14="http://schemas.microsoft.com/office/powerpoint/2010/main" val="12007674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/>
    </p:bld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2"/>
          <p:cNvSpPr>
            <a:spLocks noGrp="1" noChangeArrowheads="1"/>
          </p:cNvSpPr>
          <p:nvPr>
            <p:ph type="title"/>
          </p:nvPr>
        </p:nvSpPr>
        <p:spPr>
          <a:xfrm>
            <a:off x="720000" y="72000"/>
            <a:ext cx="7772400" cy="400110"/>
          </a:xfrm>
          <a:noFill/>
          <a:ln/>
        </p:spPr>
        <p:txBody>
          <a:bodyPr>
            <a:spAutoFit/>
          </a:bodyPr>
          <a:lstStyle/>
          <a:p>
            <a:pPr lvl="0">
              <a:defRPr/>
            </a:pPr>
            <a:r>
              <a:rPr lang="cs-CZ" sz="20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</a:rPr>
              <a:t>Podprogramy</a:t>
            </a:r>
            <a:endParaRPr lang="cs-CZ" sz="2000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 pitchFamily="34" charset="0"/>
              <a:ea typeface="+mn-ea"/>
              <a:cs typeface="+mn-cs"/>
            </a:endParaRPr>
          </a:p>
        </p:txBody>
      </p:sp>
      <p:sp>
        <p:nvSpPr>
          <p:cNvPr id="9" name="Tlačítko akce: Vlastní 8">
            <a:hlinkClick r:id="" action="ppaction://hlinkshowjump?jump=nextslide" highlightClick="1"/>
          </p:cNvPr>
          <p:cNvSpPr/>
          <p:nvPr/>
        </p:nvSpPr>
        <p:spPr>
          <a:xfrm>
            <a:off x="6840008" y="6300008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11" name="Tlačítko akce: Vlastní 10">
            <a:hlinkClick r:id="" action="ppaction://hlinkshowjump?jump=previousslide" highlightClick="1"/>
          </p:cNvPr>
          <p:cNvSpPr/>
          <p:nvPr/>
        </p:nvSpPr>
        <p:spPr>
          <a:xfrm>
            <a:off x="5760007" y="6300008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12" name="Tlačítko akce: Vlastní 11">
            <a:hlinkClick r:id="rId3" action="ppaction://hlinksldjump" highlightClick="1"/>
          </p:cNvPr>
          <p:cNvSpPr/>
          <p:nvPr/>
        </p:nvSpPr>
        <p:spPr>
          <a:xfrm>
            <a:off x="7920007" y="6300008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13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latin typeface="Arial Black" pitchFamily="34" charset="0"/>
            </a:endParaRPr>
          </a:p>
        </p:txBody>
      </p:sp>
      <p:sp>
        <p:nvSpPr>
          <p:cNvPr id="14" name="Zástupný symbol pro číslo snímku 5"/>
          <p:cNvSpPr txBox="1">
            <a:spLocks/>
          </p:cNvSpPr>
          <p:nvPr/>
        </p:nvSpPr>
        <p:spPr bwMode="auto">
          <a:xfrm>
            <a:off x="6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80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pic>
        <p:nvPicPr>
          <p:cNvPr id="3" name="Obrázek 2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35696" y="453501"/>
            <a:ext cx="2016224" cy="6143851"/>
          </a:xfrm>
          <a:prstGeom prst="rect">
            <a:avLst/>
          </a:prstGeom>
        </p:spPr>
      </p:pic>
      <p:sp>
        <p:nvSpPr>
          <p:cNvPr id="15" name="Rectangle 2"/>
          <p:cNvSpPr txBox="1">
            <a:spLocks noChangeArrowheads="1"/>
          </p:cNvSpPr>
          <p:nvPr/>
        </p:nvSpPr>
        <p:spPr bwMode="auto">
          <a:xfrm>
            <a:off x="4860033" y="1080000"/>
            <a:ext cx="3632368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eaLnBrk="0" hangingPunct="0">
              <a:spcBef>
                <a:spcPct val="0"/>
              </a:spcBef>
              <a:spcAft>
                <a:spcPts val="1800"/>
              </a:spcAft>
              <a:buSzPct val="100000"/>
              <a:buNone/>
              <a:defRPr/>
            </a:pPr>
            <a:r>
              <a:rPr lang="cs-CZ" sz="2000" kern="1200" dirty="0">
                <a:latin typeface="Verdana" pitchFamily="34" charset="0"/>
              </a:rPr>
              <a:t>Skutečné</a:t>
            </a:r>
            <a:r>
              <a:rPr lang="cs-CZ" sz="2000" b="0" kern="1200" dirty="0">
                <a:latin typeface="Verdana" pitchFamily="34" charset="0"/>
              </a:rPr>
              <a:t> umístění podprogramu v paměti</a:t>
            </a:r>
          </a:p>
        </p:txBody>
      </p:sp>
    </p:spTree>
    <p:extLst>
      <p:ext uri="{BB962C8B-B14F-4D97-AF65-F5344CB8AC3E}">
        <p14:creationId xmlns:p14="http://schemas.microsoft.com/office/powerpoint/2010/main" val="16981879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/>
    </p:bld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946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360001" y="1080003"/>
            <a:ext cx="8784000" cy="2831544"/>
          </a:xfrm>
        </p:spPr>
        <p:txBody>
          <a:bodyPr wrap="square">
            <a:spAutoFit/>
          </a:bodyPr>
          <a:lstStyle/>
          <a:p>
            <a:pPr marL="504000" indent="-504000" eaLnBrk="0" hangingPunct="0">
              <a:spcBef>
                <a:spcPct val="0"/>
              </a:spcBef>
              <a:spcAft>
                <a:spcPts val="1800"/>
              </a:spcAft>
              <a:buSzPct val="100000"/>
              <a:defRPr/>
            </a:pPr>
            <a:r>
              <a:rPr lang="cs-CZ" b="1" kern="1200" dirty="0">
                <a:latin typeface="Verdana" pitchFamily="34" charset="0"/>
              </a:rPr>
              <a:t>Relativní volání podprogramu – </a:t>
            </a:r>
            <a:r>
              <a:rPr lang="cs-CZ" sz="2800" b="1" kern="1200" dirty="0">
                <a:latin typeface="Consolas" panose="020B0609020204030204" pitchFamily="49" charset="0"/>
              </a:rPr>
              <a:t>RCALL</a:t>
            </a:r>
          </a:p>
          <a:p>
            <a:pPr marL="504000" indent="-504000" eaLnBrk="0" hangingPunct="0">
              <a:spcBef>
                <a:spcPct val="0"/>
              </a:spcBef>
              <a:spcAft>
                <a:spcPts val="1800"/>
              </a:spcAft>
              <a:buSzPct val="100000"/>
              <a:buFont typeface="Wingdings" panose="05000000000000000000" pitchFamily="2" charset="2"/>
              <a:buChar char="ü"/>
              <a:defRPr/>
            </a:pPr>
            <a:r>
              <a:rPr lang="cs-CZ" sz="2800" kern="1200" dirty="0">
                <a:latin typeface="Verdana" pitchFamily="34" charset="0"/>
              </a:rPr>
              <a:t>Operand má délku </a:t>
            </a:r>
            <a:r>
              <a:rPr lang="cs-CZ" sz="2800" b="1" kern="1200" dirty="0">
                <a:latin typeface="Verdana" pitchFamily="34" charset="0"/>
              </a:rPr>
              <a:t>12 bitů </a:t>
            </a:r>
            <a:r>
              <a:rPr lang="cs-CZ" sz="2000" kern="1200" dirty="0">
                <a:latin typeface="Verdana" pitchFamily="34" charset="0"/>
              </a:rPr>
              <a:t>(pouze JUMP)</a:t>
            </a:r>
            <a:r>
              <a:rPr lang="cs-CZ" sz="2800" kern="1200" dirty="0">
                <a:latin typeface="Verdana" pitchFamily="34" charset="0"/>
              </a:rPr>
              <a:t>, rozsah adresy je </a:t>
            </a:r>
            <a:r>
              <a:rPr lang="cs-CZ" sz="2800" b="1" kern="1200" dirty="0">
                <a:latin typeface="Consolas" panose="020B0609020204030204" pitchFamily="49" charset="0"/>
              </a:rPr>
              <a:t>-2K </a:t>
            </a:r>
            <a:r>
              <a:rPr lang="cs-CZ" sz="2800" kern="1200" dirty="0">
                <a:latin typeface="Verdana" pitchFamily="34" charset="0"/>
              </a:rPr>
              <a:t>až </a:t>
            </a:r>
            <a:r>
              <a:rPr lang="cs-CZ" sz="2800" b="1" kern="1200" dirty="0">
                <a:latin typeface="Consolas" panose="020B0609020204030204" pitchFamily="49" charset="0"/>
              </a:rPr>
              <a:t>2K</a:t>
            </a:r>
          </a:p>
          <a:p>
            <a:pPr marL="504000" indent="-504000" eaLnBrk="0" hangingPunct="0">
              <a:spcBef>
                <a:spcPct val="0"/>
              </a:spcBef>
              <a:spcAft>
                <a:spcPts val="1800"/>
              </a:spcAft>
              <a:buSzPct val="100000"/>
              <a:buFont typeface="Wingdings" panose="05000000000000000000" pitchFamily="2" charset="2"/>
              <a:buChar char="ü"/>
              <a:defRPr/>
            </a:pPr>
            <a:r>
              <a:rPr lang="cs-CZ" sz="2800" kern="1200" dirty="0">
                <a:latin typeface="Verdana" pitchFamily="34" charset="0"/>
              </a:rPr>
              <a:t>Délka instrukce </a:t>
            </a:r>
            <a:r>
              <a:rPr lang="cs-CZ" sz="2800" b="1" kern="1200" dirty="0">
                <a:latin typeface="Verdana" pitchFamily="34" charset="0"/>
              </a:rPr>
              <a:t>1 slovo</a:t>
            </a:r>
          </a:p>
        </p:txBody>
      </p:sp>
      <p:sp>
        <p:nvSpPr>
          <p:cNvPr id="9" name="Tlačítko akce: Vlastní 8">
            <a:hlinkClick r:id="" action="ppaction://hlinkshowjump?jump=nextslide" highlightClick="1"/>
          </p:cNvPr>
          <p:cNvSpPr/>
          <p:nvPr/>
        </p:nvSpPr>
        <p:spPr>
          <a:xfrm>
            <a:off x="6840008" y="6300008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11" name="Tlačítko akce: Vlastní 10">
            <a:hlinkClick r:id="" action="ppaction://hlinkshowjump?jump=previousslide" highlightClick="1"/>
          </p:cNvPr>
          <p:cNvSpPr/>
          <p:nvPr/>
        </p:nvSpPr>
        <p:spPr>
          <a:xfrm>
            <a:off x="5760007" y="6300008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12" name="Tlačítko akce: Vlastní 11">
            <a:hlinkClick r:id="rId3" action="ppaction://hlinksldjump" highlightClick="1"/>
          </p:cNvPr>
          <p:cNvSpPr/>
          <p:nvPr/>
        </p:nvSpPr>
        <p:spPr>
          <a:xfrm>
            <a:off x="7920007" y="6300008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13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latin typeface="Arial Black" pitchFamily="34" charset="0"/>
            </a:endParaRPr>
          </a:p>
        </p:txBody>
      </p:sp>
      <p:sp>
        <p:nvSpPr>
          <p:cNvPr id="14" name="Zástupný symbol pro číslo snímku 5"/>
          <p:cNvSpPr txBox="1">
            <a:spLocks/>
          </p:cNvSpPr>
          <p:nvPr/>
        </p:nvSpPr>
        <p:spPr bwMode="auto">
          <a:xfrm>
            <a:off x="6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81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10" name="Rectangle 3"/>
          <p:cNvSpPr>
            <a:spLocks noGrp="1" noChangeArrowheads="1"/>
          </p:cNvSpPr>
          <p:nvPr>
            <p:ph type="title"/>
          </p:nvPr>
        </p:nvSpPr>
        <p:spPr>
          <a:xfrm>
            <a:off x="468000" y="288002"/>
            <a:ext cx="8676000" cy="720000"/>
          </a:xfrm>
        </p:spPr>
        <p:txBody>
          <a:bodyPr/>
          <a:lstStyle/>
          <a:p>
            <a:pPr>
              <a:defRPr/>
            </a:pPr>
            <a:r>
              <a:rPr lang="cs-CZ" sz="40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Instrukce podprogramu</a:t>
            </a:r>
          </a:p>
        </p:txBody>
      </p:sp>
    </p:spTree>
    <p:extLst>
      <p:ext uri="{BB962C8B-B14F-4D97-AF65-F5344CB8AC3E}">
        <p14:creationId xmlns:p14="http://schemas.microsoft.com/office/powerpoint/2010/main" val="1081425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9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109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9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109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/>
    </p:bld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946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360001" y="1080003"/>
            <a:ext cx="8784000" cy="2339102"/>
          </a:xfrm>
        </p:spPr>
        <p:txBody>
          <a:bodyPr wrap="square">
            <a:spAutoFit/>
          </a:bodyPr>
          <a:lstStyle/>
          <a:p>
            <a:pPr marL="504000" indent="-504000" eaLnBrk="0" hangingPunct="0">
              <a:spcBef>
                <a:spcPct val="0"/>
              </a:spcBef>
              <a:spcAft>
                <a:spcPts val="1800"/>
              </a:spcAft>
              <a:buSzPct val="100000"/>
              <a:defRPr/>
            </a:pPr>
            <a:r>
              <a:rPr lang="cs-CZ" b="1" kern="1200" dirty="0">
                <a:latin typeface="Verdana" pitchFamily="34" charset="0"/>
              </a:rPr>
              <a:t>Dlouhé volání podprogramu – </a:t>
            </a:r>
            <a:r>
              <a:rPr lang="cs-CZ" sz="2800" b="1" kern="1200" dirty="0">
                <a:latin typeface="Consolas" panose="020B0609020204030204" pitchFamily="49" charset="0"/>
              </a:rPr>
              <a:t>CALL</a:t>
            </a:r>
          </a:p>
          <a:p>
            <a:pPr marL="504000" indent="-504000" eaLnBrk="0" hangingPunct="0">
              <a:spcBef>
                <a:spcPct val="0"/>
              </a:spcBef>
              <a:spcAft>
                <a:spcPts val="1800"/>
              </a:spcAft>
              <a:buSzPct val="100000"/>
              <a:buFont typeface="Wingdings" panose="05000000000000000000" pitchFamily="2" charset="2"/>
              <a:buChar char="ü"/>
              <a:defRPr/>
            </a:pPr>
            <a:r>
              <a:rPr lang="cs-CZ" sz="2800" kern="1200" dirty="0">
                <a:latin typeface="Verdana" pitchFamily="34" charset="0"/>
              </a:rPr>
              <a:t>Instrukce osahuje adresu </a:t>
            </a:r>
            <a:r>
              <a:rPr lang="cs-CZ" sz="2800" b="1" kern="1200" dirty="0">
                <a:latin typeface="Verdana" pitchFamily="34" charset="0"/>
              </a:rPr>
              <a:t>celého</a:t>
            </a:r>
            <a:r>
              <a:rPr lang="cs-CZ" sz="2800" kern="1200" dirty="0">
                <a:latin typeface="Verdana" pitchFamily="34" charset="0"/>
              </a:rPr>
              <a:t> adresního prostoru (</a:t>
            </a:r>
            <a:r>
              <a:rPr lang="cs-CZ" sz="2800" b="1" kern="1200" dirty="0">
                <a:latin typeface="Verdana" pitchFamily="34" charset="0"/>
              </a:rPr>
              <a:t>22 bitů </a:t>
            </a:r>
            <a:r>
              <a:rPr lang="cs-CZ" sz="2800" b="1" kern="1200" dirty="0">
                <a:latin typeface="Consolas" panose="020B0609020204030204" pitchFamily="49" charset="0"/>
              </a:rPr>
              <a:t>0-4M</a:t>
            </a:r>
            <a:r>
              <a:rPr lang="cs-CZ" sz="2800" kern="1200" dirty="0">
                <a:latin typeface="Verdana" pitchFamily="34" charset="0"/>
              </a:rPr>
              <a:t>)</a:t>
            </a:r>
            <a:endParaRPr lang="cs-CZ" sz="2000" kern="1200" dirty="0">
              <a:latin typeface="Verdana" pitchFamily="34" charset="0"/>
            </a:endParaRPr>
          </a:p>
          <a:p>
            <a:pPr marL="504000" indent="-504000" eaLnBrk="0" hangingPunct="0">
              <a:spcBef>
                <a:spcPct val="0"/>
              </a:spcBef>
              <a:spcAft>
                <a:spcPts val="1800"/>
              </a:spcAft>
              <a:buSzPct val="100000"/>
              <a:buFont typeface="Wingdings" panose="05000000000000000000" pitchFamily="2" charset="2"/>
              <a:buChar char="ü"/>
              <a:defRPr/>
            </a:pPr>
            <a:r>
              <a:rPr lang="cs-CZ" sz="2800" kern="1200" dirty="0">
                <a:latin typeface="Verdana" pitchFamily="34" charset="0"/>
              </a:rPr>
              <a:t>Délka je </a:t>
            </a:r>
            <a:r>
              <a:rPr lang="cs-CZ" sz="2800" b="1" kern="1200" dirty="0">
                <a:latin typeface="Verdana" pitchFamily="34" charset="0"/>
              </a:rPr>
              <a:t>2 slova</a:t>
            </a:r>
            <a:endParaRPr lang="cs-CZ" sz="2800" kern="1200" dirty="0">
              <a:latin typeface="Verdana" pitchFamily="34" charset="0"/>
            </a:endParaRPr>
          </a:p>
        </p:txBody>
      </p:sp>
      <p:sp>
        <p:nvSpPr>
          <p:cNvPr id="9" name="Tlačítko akce: Vlastní 8">
            <a:hlinkClick r:id="" action="ppaction://hlinkshowjump?jump=nextslide" highlightClick="1"/>
          </p:cNvPr>
          <p:cNvSpPr/>
          <p:nvPr/>
        </p:nvSpPr>
        <p:spPr>
          <a:xfrm>
            <a:off x="6840008" y="6300008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11" name="Tlačítko akce: Vlastní 10">
            <a:hlinkClick r:id="" action="ppaction://hlinkshowjump?jump=previousslide" highlightClick="1"/>
          </p:cNvPr>
          <p:cNvSpPr/>
          <p:nvPr/>
        </p:nvSpPr>
        <p:spPr>
          <a:xfrm>
            <a:off x="5760007" y="6300008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12" name="Tlačítko akce: Vlastní 11">
            <a:hlinkClick r:id="rId3" action="ppaction://hlinksldjump" highlightClick="1"/>
          </p:cNvPr>
          <p:cNvSpPr/>
          <p:nvPr/>
        </p:nvSpPr>
        <p:spPr>
          <a:xfrm>
            <a:off x="7920007" y="6300008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13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latin typeface="Arial Black" pitchFamily="34" charset="0"/>
            </a:endParaRPr>
          </a:p>
        </p:txBody>
      </p:sp>
      <p:sp>
        <p:nvSpPr>
          <p:cNvPr id="14" name="Zástupný symbol pro číslo snímku 5"/>
          <p:cNvSpPr txBox="1">
            <a:spLocks/>
          </p:cNvSpPr>
          <p:nvPr/>
        </p:nvSpPr>
        <p:spPr bwMode="auto">
          <a:xfrm>
            <a:off x="6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82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10" name="Rectangle 2"/>
          <p:cNvSpPr>
            <a:spLocks noGrp="1" noChangeArrowheads="1"/>
          </p:cNvSpPr>
          <p:nvPr>
            <p:ph type="title"/>
          </p:nvPr>
        </p:nvSpPr>
        <p:spPr>
          <a:xfrm>
            <a:off x="720000" y="72000"/>
            <a:ext cx="7772400" cy="400110"/>
          </a:xfrm>
          <a:noFill/>
          <a:ln/>
        </p:spPr>
        <p:txBody>
          <a:bodyPr>
            <a:spAutoFit/>
          </a:bodyPr>
          <a:lstStyle/>
          <a:p>
            <a:pPr>
              <a:defRPr/>
            </a:pPr>
            <a:r>
              <a:rPr lang="cs-CZ" sz="20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</a:rPr>
              <a:t>Instrukce podprogramu</a:t>
            </a:r>
          </a:p>
        </p:txBody>
      </p:sp>
    </p:spTree>
    <p:extLst>
      <p:ext uri="{BB962C8B-B14F-4D97-AF65-F5344CB8AC3E}">
        <p14:creationId xmlns:p14="http://schemas.microsoft.com/office/powerpoint/2010/main" val="32583077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9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109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9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109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/>
    </p:bld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946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360001" y="1080003"/>
            <a:ext cx="8784000" cy="1246495"/>
          </a:xfrm>
        </p:spPr>
        <p:txBody>
          <a:bodyPr wrap="square">
            <a:spAutoFit/>
          </a:bodyPr>
          <a:lstStyle/>
          <a:p>
            <a:pPr marL="504000" indent="-504000" eaLnBrk="0" hangingPunct="0">
              <a:spcBef>
                <a:spcPct val="0"/>
              </a:spcBef>
              <a:spcAft>
                <a:spcPts val="1800"/>
              </a:spcAft>
              <a:buSzPct val="100000"/>
              <a:defRPr/>
            </a:pPr>
            <a:r>
              <a:rPr lang="cs-CZ" b="1" kern="1200" dirty="0">
                <a:latin typeface="Verdana" pitchFamily="34" charset="0"/>
              </a:rPr>
              <a:t>Návrat z podprogramu – </a:t>
            </a:r>
            <a:r>
              <a:rPr lang="cs-CZ" sz="2800" b="1" kern="1200" dirty="0">
                <a:latin typeface="Consolas" panose="020B0609020204030204" pitchFamily="49" charset="0"/>
              </a:rPr>
              <a:t>RET</a:t>
            </a:r>
          </a:p>
          <a:p>
            <a:pPr marL="504000" indent="-504000" eaLnBrk="0" hangingPunct="0">
              <a:spcBef>
                <a:spcPct val="0"/>
              </a:spcBef>
              <a:spcAft>
                <a:spcPts val="1800"/>
              </a:spcAft>
              <a:buSzPct val="100000"/>
              <a:buFont typeface="Wingdings" panose="05000000000000000000" pitchFamily="2" charset="2"/>
              <a:buChar char="ü"/>
              <a:defRPr/>
            </a:pPr>
            <a:r>
              <a:rPr lang="cs-CZ" sz="2800" kern="1200" dirty="0">
                <a:latin typeface="Verdana" pitchFamily="34" charset="0"/>
              </a:rPr>
              <a:t>Vyzvedne </a:t>
            </a:r>
            <a:r>
              <a:rPr lang="cs-CZ" sz="2800" b="1" kern="1200" dirty="0">
                <a:latin typeface="Verdana" pitchFamily="34" charset="0"/>
              </a:rPr>
              <a:t>návratovou adresu </a:t>
            </a:r>
            <a:r>
              <a:rPr lang="cs-CZ" sz="2800" kern="1200" dirty="0">
                <a:latin typeface="Verdana" pitchFamily="34" charset="0"/>
              </a:rPr>
              <a:t>ze zásobníku</a:t>
            </a:r>
            <a:endParaRPr lang="cs-CZ" sz="2800" b="1" kern="1200" dirty="0">
              <a:latin typeface="Consolas" panose="020B0609020204030204" pitchFamily="49" charset="0"/>
            </a:endParaRPr>
          </a:p>
        </p:txBody>
      </p:sp>
      <p:sp>
        <p:nvSpPr>
          <p:cNvPr id="9" name="Tlačítko akce: Vlastní 8">
            <a:hlinkClick r:id="" action="ppaction://hlinkshowjump?jump=nextslide" highlightClick="1"/>
          </p:cNvPr>
          <p:cNvSpPr/>
          <p:nvPr/>
        </p:nvSpPr>
        <p:spPr>
          <a:xfrm>
            <a:off x="6840008" y="6300008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11" name="Tlačítko akce: Vlastní 10">
            <a:hlinkClick r:id="" action="ppaction://hlinkshowjump?jump=previousslide" highlightClick="1"/>
          </p:cNvPr>
          <p:cNvSpPr/>
          <p:nvPr/>
        </p:nvSpPr>
        <p:spPr>
          <a:xfrm>
            <a:off x="5760007" y="6300008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12" name="Tlačítko akce: Vlastní 11">
            <a:hlinkClick r:id="rId3" action="ppaction://hlinksldjump" highlightClick="1"/>
          </p:cNvPr>
          <p:cNvSpPr/>
          <p:nvPr/>
        </p:nvSpPr>
        <p:spPr>
          <a:xfrm>
            <a:off x="7920007" y="6300008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13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latin typeface="Arial Black" pitchFamily="34" charset="0"/>
            </a:endParaRPr>
          </a:p>
        </p:txBody>
      </p:sp>
      <p:sp>
        <p:nvSpPr>
          <p:cNvPr id="14" name="Zástupný symbol pro číslo snímku 5"/>
          <p:cNvSpPr txBox="1">
            <a:spLocks/>
          </p:cNvSpPr>
          <p:nvPr/>
        </p:nvSpPr>
        <p:spPr bwMode="auto">
          <a:xfrm>
            <a:off x="6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83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10" name="Rectangle 2"/>
          <p:cNvSpPr>
            <a:spLocks noGrp="1" noChangeArrowheads="1"/>
          </p:cNvSpPr>
          <p:nvPr>
            <p:ph type="title"/>
          </p:nvPr>
        </p:nvSpPr>
        <p:spPr>
          <a:xfrm>
            <a:off x="720000" y="72000"/>
            <a:ext cx="7772400" cy="400110"/>
          </a:xfrm>
          <a:noFill/>
          <a:ln/>
        </p:spPr>
        <p:txBody>
          <a:bodyPr>
            <a:spAutoFit/>
          </a:bodyPr>
          <a:lstStyle/>
          <a:p>
            <a:pPr>
              <a:defRPr/>
            </a:pPr>
            <a:r>
              <a:rPr lang="cs-CZ" sz="20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</a:rPr>
              <a:t>Instrukce podprogramu</a:t>
            </a:r>
          </a:p>
        </p:txBody>
      </p:sp>
    </p:spTree>
    <p:extLst>
      <p:ext uri="{BB962C8B-B14F-4D97-AF65-F5344CB8AC3E}">
        <p14:creationId xmlns:p14="http://schemas.microsoft.com/office/powerpoint/2010/main" val="40996638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9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109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9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109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/>
    </p:bld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946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360001" y="1080003"/>
            <a:ext cx="8784000" cy="2400657"/>
          </a:xfrm>
        </p:spPr>
        <p:txBody>
          <a:bodyPr wrap="square">
            <a:spAutoFit/>
          </a:bodyPr>
          <a:lstStyle/>
          <a:p>
            <a:pPr marL="504000" indent="-504000" eaLnBrk="0" hangingPunct="0">
              <a:spcBef>
                <a:spcPct val="0"/>
              </a:spcBef>
              <a:spcAft>
                <a:spcPts val="1800"/>
              </a:spcAft>
              <a:buSzPct val="100000"/>
              <a:defRPr/>
            </a:pPr>
            <a:r>
              <a:rPr lang="cs-CZ" b="1" kern="1200" dirty="0">
                <a:latin typeface="Verdana" pitchFamily="34" charset="0"/>
              </a:rPr>
              <a:t>Návrat z přerušení – </a:t>
            </a:r>
            <a:r>
              <a:rPr lang="cs-CZ" sz="2800" b="1" kern="1200" dirty="0">
                <a:latin typeface="Consolas" panose="020B0609020204030204" pitchFamily="49" charset="0"/>
              </a:rPr>
              <a:t>RETI</a:t>
            </a:r>
          </a:p>
          <a:p>
            <a:pPr marL="504000" indent="-504000" eaLnBrk="0" hangingPunct="0">
              <a:spcBef>
                <a:spcPct val="0"/>
              </a:spcBef>
              <a:spcAft>
                <a:spcPts val="1800"/>
              </a:spcAft>
              <a:buSzPct val="100000"/>
              <a:buFont typeface="Wingdings" panose="05000000000000000000" pitchFamily="2" charset="2"/>
              <a:buChar char="ü"/>
              <a:defRPr/>
            </a:pPr>
            <a:r>
              <a:rPr lang="cs-CZ" sz="2800" kern="1200" dirty="0">
                <a:latin typeface="Verdana" pitchFamily="34" charset="0"/>
              </a:rPr>
              <a:t>Vyzvedne </a:t>
            </a:r>
            <a:r>
              <a:rPr lang="cs-CZ" sz="2800" b="1" kern="1200" dirty="0">
                <a:latin typeface="Verdana" pitchFamily="34" charset="0"/>
              </a:rPr>
              <a:t>návratovou adresu </a:t>
            </a:r>
            <a:r>
              <a:rPr lang="cs-CZ" sz="2800" kern="1200" dirty="0">
                <a:latin typeface="Verdana" pitchFamily="34" charset="0"/>
              </a:rPr>
              <a:t>ze zásobníku</a:t>
            </a:r>
            <a:endParaRPr lang="cs-CZ" sz="2800" b="1" kern="1200" dirty="0">
              <a:latin typeface="Consolas" panose="020B0609020204030204" pitchFamily="49" charset="0"/>
            </a:endParaRPr>
          </a:p>
          <a:p>
            <a:pPr marL="504000" indent="-504000" eaLnBrk="0" hangingPunct="0">
              <a:spcBef>
                <a:spcPct val="0"/>
              </a:spcBef>
              <a:spcAft>
                <a:spcPts val="1800"/>
              </a:spcAft>
              <a:buSzPct val="100000"/>
              <a:buFont typeface="Wingdings" panose="05000000000000000000" pitchFamily="2" charset="2"/>
              <a:buChar char="ü"/>
              <a:defRPr/>
            </a:pPr>
            <a:r>
              <a:rPr lang="cs-CZ" sz="2800" kern="1200" dirty="0">
                <a:latin typeface="Verdana" pitchFamily="34" charset="0"/>
              </a:rPr>
              <a:t>Nastaví bit </a:t>
            </a:r>
            <a:r>
              <a:rPr lang="cs-CZ" sz="2800" b="1" kern="1200" dirty="0">
                <a:latin typeface="Consolas" panose="020B0609020204030204" pitchFamily="49" charset="0"/>
              </a:rPr>
              <a:t>I</a:t>
            </a:r>
            <a:r>
              <a:rPr lang="cs-CZ" sz="2800" kern="1200" dirty="0">
                <a:latin typeface="Verdana" pitchFamily="34" charset="0"/>
              </a:rPr>
              <a:t> v </a:t>
            </a:r>
            <a:r>
              <a:rPr lang="cs-CZ" sz="2800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</a:rPr>
              <a:t>SREG</a:t>
            </a:r>
            <a:r>
              <a:rPr lang="cs-CZ" sz="2800" kern="1200" dirty="0">
                <a:latin typeface="Verdana" pitchFamily="34" charset="0"/>
              </a:rPr>
              <a:t> na </a:t>
            </a:r>
            <a:r>
              <a:rPr lang="cs-CZ" sz="2800" b="1" kern="1200" dirty="0">
                <a:latin typeface="Consolas" panose="020B0609020204030204" pitchFamily="49" charset="0"/>
              </a:rPr>
              <a:t>1</a:t>
            </a:r>
            <a:r>
              <a:rPr lang="cs-CZ" sz="2800" kern="1200" dirty="0">
                <a:latin typeface="Verdana" pitchFamily="34" charset="0"/>
              </a:rPr>
              <a:t> (</a:t>
            </a:r>
            <a:r>
              <a:rPr lang="cs-CZ" sz="2800" b="1" kern="1200" dirty="0">
                <a:latin typeface="Verdana" pitchFamily="34" charset="0"/>
              </a:rPr>
              <a:t>povolí globální přerušení</a:t>
            </a:r>
            <a:r>
              <a:rPr lang="cs-CZ" sz="2800" kern="1200" dirty="0">
                <a:latin typeface="Verdana" pitchFamily="34" charset="0"/>
              </a:rPr>
              <a:t>)</a:t>
            </a:r>
          </a:p>
        </p:txBody>
      </p:sp>
      <p:sp>
        <p:nvSpPr>
          <p:cNvPr id="9" name="Tlačítko akce: Vlastní 8">
            <a:hlinkClick r:id="" action="ppaction://hlinkshowjump?jump=nextslide" highlightClick="1"/>
          </p:cNvPr>
          <p:cNvSpPr/>
          <p:nvPr/>
        </p:nvSpPr>
        <p:spPr>
          <a:xfrm>
            <a:off x="6840008" y="6300008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11" name="Tlačítko akce: Vlastní 10">
            <a:hlinkClick r:id="" action="ppaction://hlinkshowjump?jump=previousslide" highlightClick="1"/>
          </p:cNvPr>
          <p:cNvSpPr/>
          <p:nvPr/>
        </p:nvSpPr>
        <p:spPr>
          <a:xfrm>
            <a:off x="5760007" y="6300008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12" name="Tlačítko akce: Vlastní 11">
            <a:hlinkClick r:id="rId3" action="ppaction://hlinksldjump" highlightClick="1"/>
          </p:cNvPr>
          <p:cNvSpPr/>
          <p:nvPr/>
        </p:nvSpPr>
        <p:spPr>
          <a:xfrm>
            <a:off x="7920007" y="6300008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13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latin typeface="Arial Black" pitchFamily="34" charset="0"/>
            </a:endParaRPr>
          </a:p>
        </p:txBody>
      </p:sp>
      <p:sp>
        <p:nvSpPr>
          <p:cNvPr id="14" name="Zástupný symbol pro číslo snímku 5"/>
          <p:cNvSpPr txBox="1">
            <a:spLocks/>
          </p:cNvSpPr>
          <p:nvPr/>
        </p:nvSpPr>
        <p:spPr bwMode="auto">
          <a:xfrm>
            <a:off x="6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84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10" name="Rectangle 2"/>
          <p:cNvSpPr>
            <a:spLocks noGrp="1" noChangeArrowheads="1"/>
          </p:cNvSpPr>
          <p:nvPr>
            <p:ph type="title"/>
          </p:nvPr>
        </p:nvSpPr>
        <p:spPr>
          <a:xfrm>
            <a:off x="720000" y="72000"/>
            <a:ext cx="7772400" cy="400110"/>
          </a:xfrm>
          <a:noFill/>
          <a:ln/>
        </p:spPr>
        <p:txBody>
          <a:bodyPr>
            <a:spAutoFit/>
          </a:bodyPr>
          <a:lstStyle/>
          <a:p>
            <a:pPr>
              <a:defRPr/>
            </a:pPr>
            <a:r>
              <a:rPr lang="cs-CZ" sz="20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</a:rPr>
              <a:t>Instrukce podprogramu</a:t>
            </a:r>
          </a:p>
        </p:txBody>
      </p:sp>
    </p:spTree>
    <p:extLst>
      <p:ext uri="{BB962C8B-B14F-4D97-AF65-F5344CB8AC3E}">
        <p14:creationId xmlns:p14="http://schemas.microsoft.com/office/powerpoint/2010/main" val="8571437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9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109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9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109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/>
    </p:bld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050" name="Rectangle 2"/>
          <p:cNvSpPr>
            <a:spLocks noChangeArrowheads="1"/>
          </p:cNvSpPr>
          <p:nvPr/>
        </p:nvSpPr>
        <p:spPr bwMode="auto">
          <a:xfrm>
            <a:off x="360001" y="1080000"/>
            <a:ext cx="8784000" cy="43704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504000" indent="-504000">
              <a:spcAft>
                <a:spcPts val="600"/>
              </a:spcAft>
              <a:buClr>
                <a:schemeClr val="bg2"/>
              </a:buClr>
              <a:buSzPct val="100000"/>
              <a:buFont typeface="Wingdings" pitchFamily="2" charset="2"/>
              <a:buChar char="n"/>
              <a:defRPr/>
            </a:pPr>
            <a:r>
              <a:rPr lang="cs-CZ" sz="2800" dirty="0">
                <a:latin typeface="Verdana" pitchFamily="34" charset="0"/>
              </a:rPr>
              <a:t>Určení typu paměti </a:t>
            </a:r>
            <a:endParaRPr lang="cs-CZ" sz="3200" b="0" dirty="0">
              <a:latin typeface="Verdana" pitchFamily="34" charset="0"/>
            </a:endParaRPr>
          </a:p>
          <a:p>
            <a:pPr>
              <a:spcAft>
                <a:spcPts val="1200"/>
              </a:spcAft>
              <a:buClr>
                <a:schemeClr val="bg2"/>
              </a:buClr>
              <a:buSzPct val="100000"/>
              <a:defRPr/>
            </a:pPr>
            <a:r>
              <a:rPr lang="cs-CZ" sz="3200" b="0" dirty="0">
                <a:latin typeface="Verdana" pitchFamily="34" charset="0"/>
              </a:rPr>
              <a:t>	</a:t>
            </a:r>
            <a:r>
              <a:rPr lang="cs-CZ" b="0" dirty="0">
                <a:latin typeface="Verdana" pitchFamily="34" charset="0"/>
              </a:rPr>
              <a:t>.cseg, .</a:t>
            </a:r>
            <a:r>
              <a:rPr lang="cs-CZ" b="0" dirty="0" err="1">
                <a:latin typeface="Verdana" pitchFamily="34" charset="0"/>
              </a:rPr>
              <a:t>dseg</a:t>
            </a:r>
            <a:r>
              <a:rPr lang="cs-CZ" b="0" dirty="0">
                <a:latin typeface="Verdana" pitchFamily="34" charset="0"/>
              </a:rPr>
              <a:t>, .</a:t>
            </a:r>
            <a:r>
              <a:rPr lang="cs-CZ" b="0" dirty="0" err="1">
                <a:latin typeface="Verdana" pitchFamily="34" charset="0"/>
              </a:rPr>
              <a:t>eseg</a:t>
            </a:r>
            <a:endParaRPr lang="cs-CZ" b="0" dirty="0">
              <a:latin typeface="Verdana" pitchFamily="34" charset="0"/>
            </a:endParaRPr>
          </a:p>
          <a:p>
            <a:pPr marL="504000" indent="-504000">
              <a:spcAft>
                <a:spcPts val="600"/>
              </a:spcAft>
              <a:buClr>
                <a:schemeClr val="bg2"/>
              </a:buClr>
              <a:buSzPct val="100000"/>
              <a:buFont typeface="Wingdings" pitchFamily="2" charset="2"/>
              <a:buChar char="n"/>
              <a:defRPr/>
            </a:pPr>
            <a:r>
              <a:rPr lang="cs-CZ" sz="2800" dirty="0">
                <a:latin typeface="Verdana" pitchFamily="34" charset="0"/>
              </a:rPr>
              <a:t>Definování maker </a:t>
            </a:r>
          </a:p>
          <a:p>
            <a:pPr>
              <a:spcAft>
                <a:spcPts val="1200"/>
              </a:spcAft>
              <a:buClr>
                <a:schemeClr val="bg2"/>
              </a:buClr>
              <a:buSzPct val="100000"/>
              <a:defRPr/>
            </a:pPr>
            <a:r>
              <a:rPr lang="cs-CZ" sz="2800" b="0" dirty="0">
                <a:latin typeface="Verdana" pitchFamily="34" charset="0"/>
              </a:rPr>
              <a:t>	</a:t>
            </a:r>
            <a:r>
              <a:rPr lang="cs-CZ" b="0" dirty="0">
                <a:latin typeface="Verdana" pitchFamily="34" charset="0"/>
              </a:rPr>
              <a:t>.makro, .</a:t>
            </a:r>
            <a:r>
              <a:rPr lang="cs-CZ" b="0" dirty="0" err="1">
                <a:latin typeface="Verdana" pitchFamily="34" charset="0"/>
              </a:rPr>
              <a:t>endmakro</a:t>
            </a:r>
            <a:endParaRPr lang="cs-CZ" b="0" dirty="0">
              <a:latin typeface="Verdana" pitchFamily="34" charset="0"/>
            </a:endParaRPr>
          </a:p>
          <a:p>
            <a:pPr marL="504000" indent="-504000">
              <a:spcAft>
                <a:spcPts val="600"/>
              </a:spcAft>
              <a:buClr>
                <a:schemeClr val="bg2"/>
              </a:buClr>
              <a:buSzPct val="100000"/>
              <a:buFont typeface="Wingdings" pitchFamily="2" charset="2"/>
              <a:buChar char="n"/>
              <a:defRPr/>
            </a:pPr>
            <a:r>
              <a:rPr lang="cs-CZ" sz="2800" dirty="0">
                <a:latin typeface="Verdana" pitchFamily="34" charset="0"/>
              </a:rPr>
              <a:t>Definice proměnných </a:t>
            </a:r>
          </a:p>
          <a:p>
            <a:pPr>
              <a:spcAft>
                <a:spcPts val="1200"/>
              </a:spcAft>
              <a:buClr>
                <a:schemeClr val="bg2"/>
              </a:buClr>
              <a:buSzPct val="100000"/>
              <a:defRPr/>
            </a:pPr>
            <a:r>
              <a:rPr lang="cs-CZ" sz="2800" b="0" dirty="0">
                <a:latin typeface="Verdana" pitchFamily="34" charset="0"/>
              </a:rPr>
              <a:t>	</a:t>
            </a:r>
            <a:r>
              <a:rPr lang="cs-CZ" b="0" dirty="0">
                <a:latin typeface="Verdana" pitchFamily="34" charset="0"/>
              </a:rPr>
              <a:t>.def, .</a:t>
            </a:r>
            <a:r>
              <a:rPr lang="cs-CZ" b="0" dirty="0" err="1">
                <a:latin typeface="Verdana" pitchFamily="34" charset="0"/>
              </a:rPr>
              <a:t>equ</a:t>
            </a:r>
            <a:r>
              <a:rPr lang="cs-CZ" b="0" dirty="0">
                <a:latin typeface="Verdana" pitchFamily="34" charset="0"/>
              </a:rPr>
              <a:t>, .set</a:t>
            </a:r>
          </a:p>
          <a:p>
            <a:pPr marL="504000" indent="-504000">
              <a:spcAft>
                <a:spcPts val="600"/>
              </a:spcAft>
              <a:buClr>
                <a:schemeClr val="bg2"/>
              </a:buClr>
              <a:buSzPct val="100000"/>
              <a:buFont typeface="Wingdings" pitchFamily="2" charset="2"/>
              <a:buChar char="n"/>
              <a:defRPr/>
            </a:pPr>
            <a:r>
              <a:rPr lang="cs-CZ" sz="2800" dirty="0">
                <a:latin typeface="Verdana" pitchFamily="34" charset="0"/>
              </a:rPr>
              <a:t>Vkládání souborů </a:t>
            </a:r>
          </a:p>
          <a:p>
            <a:pPr>
              <a:spcAft>
                <a:spcPts val="1200"/>
              </a:spcAft>
              <a:buClr>
                <a:schemeClr val="bg2"/>
              </a:buClr>
              <a:buSzPct val="100000"/>
              <a:defRPr/>
            </a:pPr>
            <a:r>
              <a:rPr lang="cs-CZ" sz="2800" b="0" dirty="0">
                <a:latin typeface="Verdana" pitchFamily="34" charset="0"/>
              </a:rPr>
              <a:t>	</a:t>
            </a:r>
            <a:r>
              <a:rPr lang="cs-CZ" b="0" dirty="0">
                <a:latin typeface="Verdana" pitchFamily="34" charset="0"/>
              </a:rPr>
              <a:t>.</a:t>
            </a:r>
            <a:r>
              <a:rPr lang="cs-CZ" b="0" dirty="0" err="1">
                <a:latin typeface="Verdana" pitchFamily="34" charset="0"/>
              </a:rPr>
              <a:t>includes</a:t>
            </a:r>
            <a:endParaRPr lang="cs-CZ" b="0" dirty="0">
              <a:latin typeface="Verdana" pitchFamily="34" charset="0"/>
            </a:endParaRPr>
          </a:p>
        </p:txBody>
      </p:sp>
      <p:sp>
        <p:nvSpPr>
          <p:cNvPr id="13" name="Rectangle 3"/>
          <p:cNvSpPr>
            <a:spLocks noGrp="1" noChangeArrowheads="1"/>
          </p:cNvSpPr>
          <p:nvPr>
            <p:ph type="title"/>
          </p:nvPr>
        </p:nvSpPr>
        <p:spPr>
          <a:xfrm>
            <a:off x="468002" y="288002"/>
            <a:ext cx="8104183" cy="720000"/>
          </a:xfrm>
        </p:spPr>
        <p:txBody>
          <a:bodyPr/>
          <a:lstStyle/>
          <a:p>
            <a:pPr>
              <a:defRPr/>
            </a:pPr>
            <a:r>
              <a:rPr lang="cs-CZ" sz="40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Direktivy překladače</a:t>
            </a:r>
          </a:p>
        </p:txBody>
      </p:sp>
      <p:sp>
        <p:nvSpPr>
          <p:cNvPr id="9" name="Tlačítko akce: Vlastní 8">
            <a:hlinkClick r:id="" action="ppaction://hlinkshowjump?jump=nextslide" highlightClick="1"/>
          </p:cNvPr>
          <p:cNvSpPr/>
          <p:nvPr/>
        </p:nvSpPr>
        <p:spPr>
          <a:xfrm>
            <a:off x="6840008" y="6300008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10" name="Tlačítko akce: Vlastní 9">
            <a:hlinkClick r:id="" action="ppaction://hlinkshowjump?jump=previousslide" highlightClick="1"/>
          </p:cNvPr>
          <p:cNvSpPr/>
          <p:nvPr/>
        </p:nvSpPr>
        <p:spPr>
          <a:xfrm>
            <a:off x="5760007" y="6300008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11" name="Tlačítko akce: Vlastní 10">
            <a:hlinkClick r:id="rId3" action="ppaction://hlinksldjump" highlightClick="1"/>
          </p:cNvPr>
          <p:cNvSpPr/>
          <p:nvPr/>
        </p:nvSpPr>
        <p:spPr>
          <a:xfrm>
            <a:off x="7920007" y="6300008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12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latin typeface="Arial Black" pitchFamily="34" charset="0"/>
            </a:endParaRPr>
          </a:p>
        </p:txBody>
      </p:sp>
      <p:sp>
        <p:nvSpPr>
          <p:cNvPr id="14" name="Zástupný symbol pro číslo snímku 5"/>
          <p:cNvSpPr txBox="1">
            <a:spLocks/>
          </p:cNvSpPr>
          <p:nvPr/>
        </p:nvSpPr>
        <p:spPr bwMode="auto">
          <a:xfrm>
            <a:off x="6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85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019241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0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580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05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5805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05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5805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05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5805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05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5805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05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5805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05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5805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05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5805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4" grpId="0"/>
    </p:bld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050" name="Rectangle 2"/>
          <p:cNvSpPr>
            <a:spLocks noChangeArrowheads="1"/>
          </p:cNvSpPr>
          <p:nvPr/>
        </p:nvSpPr>
        <p:spPr bwMode="auto">
          <a:xfrm>
            <a:off x="360001" y="1295403"/>
            <a:ext cx="8784000" cy="45243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cs-CZ" sz="1600" dirty="0">
                <a:latin typeface="Verdana" pitchFamily="34" charset="0"/>
                <a:ea typeface="Verdana" pitchFamily="34" charset="0"/>
                <a:cs typeface="Verdana" pitchFamily="34" charset="0"/>
              </a:rPr>
              <a:t>.byte </a:t>
            </a:r>
            <a:r>
              <a:rPr lang="cs-CZ" sz="16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		Alokace bytu v SRAM</a:t>
            </a:r>
          </a:p>
          <a:p>
            <a:r>
              <a:rPr lang="cs-CZ" sz="1600" dirty="0">
                <a:latin typeface="Verdana" pitchFamily="34" charset="0"/>
                <a:ea typeface="Verdana" pitchFamily="34" charset="0"/>
                <a:cs typeface="Verdana" pitchFamily="34" charset="0"/>
              </a:rPr>
              <a:t>.</a:t>
            </a:r>
            <a:r>
              <a:rPr lang="cs-CZ" sz="160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eseg</a:t>
            </a:r>
            <a:r>
              <a:rPr lang="cs-CZ" sz="1600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cs-CZ" sz="16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		EEPROM segment</a:t>
            </a:r>
          </a:p>
          <a:p>
            <a:r>
              <a:rPr lang="cs-CZ" sz="1600" dirty="0">
                <a:latin typeface="Verdana" pitchFamily="34" charset="0"/>
                <a:ea typeface="Verdana" pitchFamily="34" charset="0"/>
                <a:cs typeface="Verdana" pitchFamily="34" charset="0"/>
              </a:rPr>
              <a:t>.cseg </a:t>
            </a:r>
            <a:r>
              <a:rPr lang="cs-CZ" sz="16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		Flash segment</a:t>
            </a:r>
          </a:p>
          <a:p>
            <a:r>
              <a:rPr lang="cs-CZ" sz="1600" dirty="0">
                <a:latin typeface="Verdana" pitchFamily="34" charset="0"/>
                <a:ea typeface="Verdana" pitchFamily="34" charset="0"/>
                <a:cs typeface="Verdana" pitchFamily="34" charset="0"/>
              </a:rPr>
              <a:t>.exit </a:t>
            </a:r>
            <a:r>
              <a:rPr lang="cs-CZ" sz="16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		Opuštění zdrojového souboru</a:t>
            </a:r>
          </a:p>
          <a:p>
            <a:r>
              <a:rPr lang="cs-CZ" sz="1600" dirty="0">
                <a:latin typeface="Verdana" pitchFamily="34" charset="0"/>
                <a:ea typeface="Verdana" pitchFamily="34" charset="0"/>
                <a:cs typeface="Verdana" pitchFamily="34" charset="0"/>
              </a:rPr>
              <a:t>.</a:t>
            </a:r>
            <a:r>
              <a:rPr lang="cs-CZ" sz="160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db</a:t>
            </a:r>
            <a:r>
              <a:rPr lang="cs-CZ" sz="1600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cs-CZ" sz="16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		Alokace 8bitove hodnoty</a:t>
            </a:r>
          </a:p>
          <a:p>
            <a:r>
              <a:rPr lang="cs-CZ" sz="1600" dirty="0">
                <a:latin typeface="Verdana" pitchFamily="34" charset="0"/>
                <a:ea typeface="Verdana" pitchFamily="34" charset="0"/>
                <a:cs typeface="Verdana" pitchFamily="34" charset="0"/>
              </a:rPr>
              <a:t>.include </a:t>
            </a:r>
            <a:r>
              <a:rPr lang="cs-CZ" sz="16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	Vložení zdrojového souboru</a:t>
            </a:r>
          </a:p>
          <a:p>
            <a:r>
              <a:rPr lang="cs-CZ" sz="1600" dirty="0">
                <a:latin typeface="Verdana" pitchFamily="34" charset="0"/>
                <a:ea typeface="Verdana" pitchFamily="34" charset="0"/>
                <a:cs typeface="Verdana" pitchFamily="34" charset="0"/>
              </a:rPr>
              <a:t>.def </a:t>
            </a:r>
            <a:r>
              <a:rPr lang="cs-CZ" sz="16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		Přejmenování registru</a:t>
            </a:r>
          </a:p>
          <a:p>
            <a:r>
              <a:rPr lang="cs-CZ" sz="1600" dirty="0">
                <a:latin typeface="Verdana" pitchFamily="34" charset="0"/>
                <a:ea typeface="Verdana" pitchFamily="34" charset="0"/>
                <a:cs typeface="Verdana" pitchFamily="34" charset="0"/>
              </a:rPr>
              <a:t>.list </a:t>
            </a:r>
            <a:r>
              <a:rPr lang="cs-CZ" sz="16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		Zapnut generovaní listu</a:t>
            </a:r>
          </a:p>
          <a:p>
            <a:r>
              <a:rPr lang="cs-CZ" sz="1600" dirty="0">
                <a:latin typeface="Verdana" pitchFamily="34" charset="0"/>
                <a:ea typeface="Verdana" pitchFamily="34" charset="0"/>
                <a:cs typeface="Verdana" pitchFamily="34" charset="0"/>
              </a:rPr>
              <a:t>.</a:t>
            </a:r>
            <a:r>
              <a:rPr lang="cs-CZ" sz="160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device</a:t>
            </a:r>
            <a:r>
              <a:rPr lang="cs-CZ" sz="1600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cs-CZ" sz="16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		Definování typu MCU</a:t>
            </a:r>
          </a:p>
          <a:p>
            <a:r>
              <a:rPr lang="cs-CZ" sz="1600" dirty="0">
                <a:latin typeface="Verdana" pitchFamily="34" charset="0"/>
                <a:ea typeface="Verdana" pitchFamily="34" charset="0"/>
                <a:cs typeface="Verdana" pitchFamily="34" charset="0"/>
              </a:rPr>
              <a:t>.</a:t>
            </a:r>
            <a:r>
              <a:rPr lang="cs-CZ" sz="160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listmac</a:t>
            </a:r>
            <a:r>
              <a:rPr lang="cs-CZ" sz="1600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cs-CZ" sz="16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	Zapnutí generovaní info o makru</a:t>
            </a:r>
          </a:p>
          <a:p>
            <a:r>
              <a:rPr lang="cs-CZ" sz="1600" dirty="0">
                <a:latin typeface="Verdana" pitchFamily="34" charset="0"/>
                <a:ea typeface="Verdana" pitchFamily="34" charset="0"/>
                <a:cs typeface="Verdana" pitchFamily="34" charset="0"/>
              </a:rPr>
              <a:t>.</a:t>
            </a:r>
            <a:r>
              <a:rPr lang="cs-CZ" sz="160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dseg</a:t>
            </a:r>
            <a:r>
              <a:rPr lang="cs-CZ" sz="1600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cs-CZ" sz="16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		Segment SRAM</a:t>
            </a:r>
          </a:p>
          <a:p>
            <a:r>
              <a:rPr lang="cs-CZ" sz="1600" dirty="0">
                <a:latin typeface="Verdana" pitchFamily="34" charset="0"/>
                <a:ea typeface="Verdana" pitchFamily="34" charset="0"/>
                <a:cs typeface="Verdana" pitchFamily="34" charset="0"/>
              </a:rPr>
              <a:t>.</a:t>
            </a:r>
            <a:r>
              <a:rPr lang="cs-CZ" sz="160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macro</a:t>
            </a:r>
            <a:r>
              <a:rPr lang="cs-CZ" sz="1600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cs-CZ" sz="16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		Začátek denice makra</a:t>
            </a:r>
          </a:p>
          <a:p>
            <a:r>
              <a:rPr lang="cs-CZ" sz="1600" dirty="0">
                <a:latin typeface="Verdana" pitchFamily="34" charset="0"/>
                <a:ea typeface="Verdana" pitchFamily="34" charset="0"/>
                <a:cs typeface="Verdana" pitchFamily="34" charset="0"/>
              </a:rPr>
              <a:t>.</a:t>
            </a:r>
            <a:r>
              <a:rPr lang="cs-CZ" sz="160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dw</a:t>
            </a:r>
            <a:r>
              <a:rPr lang="cs-CZ" sz="1600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cs-CZ" sz="16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		Alokace 16bitove hodnoty</a:t>
            </a:r>
          </a:p>
          <a:p>
            <a:r>
              <a:rPr lang="cs-CZ" sz="1600" dirty="0">
                <a:latin typeface="Verdana" pitchFamily="34" charset="0"/>
                <a:ea typeface="Verdana" pitchFamily="34" charset="0"/>
                <a:cs typeface="Verdana" pitchFamily="34" charset="0"/>
              </a:rPr>
              <a:t>.</a:t>
            </a:r>
            <a:r>
              <a:rPr lang="cs-CZ" sz="160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nolist</a:t>
            </a:r>
            <a:r>
              <a:rPr lang="cs-CZ" sz="1600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cs-CZ" sz="16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		Vypnut generovaní</a:t>
            </a:r>
          </a:p>
          <a:p>
            <a:r>
              <a:rPr lang="cs-CZ" sz="1600" dirty="0">
                <a:latin typeface="Verdana" pitchFamily="34" charset="0"/>
                <a:ea typeface="Verdana" pitchFamily="34" charset="0"/>
                <a:cs typeface="Verdana" pitchFamily="34" charset="0"/>
              </a:rPr>
              <a:t>.</a:t>
            </a:r>
            <a:r>
              <a:rPr lang="cs-CZ" sz="160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endmacro</a:t>
            </a:r>
            <a:r>
              <a:rPr lang="cs-CZ" sz="1600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cs-CZ" sz="16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	Konec denice makra </a:t>
            </a:r>
          </a:p>
          <a:p>
            <a:r>
              <a:rPr lang="cs-CZ" sz="1600" dirty="0">
                <a:latin typeface="Verdana" pitchFamily="34" charset="0"/>
                <a:ea typeface="Verdana" pitchFamily="34" charset="0"/>
                <a:cs typeface="Verdana" pitchFamily="34" charset="0"/>
              </a:rPr>
              <a:t>.org </a:t>
            </a:r>
            <a:r>
              <a:rPr lang="cs-CZ" sz="16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		Označení konkrétní adresy</a:t>
            </a:r>
          </a:p>
          <a:p>
            <a:r>
              <a:rPr lang="cs-CZ" sz="1600" dirty="0">
                <a:latin typeface="Verdana" pitchFamily="34" charset="0"/>
                <a:ea typeface="Verdana" pitchFamily="34" charset="0"/>
                <a:cs typeface="Verdana" pitchFamily="34" charset="0"/>
              </a:rPr>
              <a:t>.</a:t>
            </a:r>
            <a:r>
              <a:rPr lang="cs-CZ" sz="160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equ</a:t>
            </a:r>
            <a:r>
              <a:rPr lang="cs-CZ" sz="1600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cs-CZ" sz="16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		Denice výrazu/konstanty </a:t>
            </a:r>
          </a:p>
          <a:p>
            <a:r>
              <a:rPr lang="cs-CZ" sz="1600" dirty="0">
                <a:latin typeface="Verdana" pitchFamily="34" charset="0"/>
                <a:ea typeface="Verdana" pitchFamily="34" charset="0"/>
                <a:cs typeface="Verdana" pitchFamily="34" charset="0"/>
              </a:rPr>
              <a:t>.set </a:t>
            </a:r>
            <a:r>
              <a:rPr lang="cs-CZ" sz="1600" b="0" dirty="0">
                <a:latin typeface="Verdana" pitchFamily="34" charset="0"/>
                <a:ea typeface="Verdana" pitchFamily="34" charset="0"/>
                <a:cs typeface="Verdana" pitchFamily="34" charset="0"/>
              </a:rPr>
              <a:t>		Denice výrazu</a:t>
            </a:r>
            <a:endParaRPr lang="cs-CZ" sz="1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13" name="Rectangle 3"/>
          <p:cNvSpPr>
            <a:spLocks noGrp="1" noChangeArrowheads="1"/>
          </p:cNvSpPr>
          <p:nvPr>
            <p:ph type="title"/>
          </p:nvPr>
        </p:nvSpPr>
        <p:spPr>
          <a:xfrm>
            <a:off x="468002" y="288002"/>
            <a:ext cx="8104183" cy="720000"/>
          </a:xfrm>
        </p:spPr>
        <p:txBody>
          <a:bodyPr/>
          <a:lstStyle/>
          <a:p>
            <a:pPr>
              <a:defRPr/>
            </a:pPr>
            <a:r>
              <a:rPr lang="cs-CZ" sz="40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Direktivy překladače</a:t>
            </a:r>
          </a:p>
        </p:txBody>
      </p:sp>
      <p:sp>
        <p:nvSpPr>
          <p:cNvPr id="4" name="Tlačítko akce: Vlastní 3">
            <a:hlinkClick r:id="" action="ppaction://hlinkshowjump?jump=nextslide" highlightClick="1"/>
          </p:cNvPr>
          <p:cNvSpPr/>
          <p:nvPr/>
        </p:nvSpPr>
        <p:spPr>
          <a:xfrm>
            <a:off x="6840002" y="6300002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5" name="Tlačítko akce: Vlastní 4">
            <a:hlinkClick r:id="" action="ppaction://hlinkshowjump?jump=previousslide" highlightClick="1"/>
          </p:cNvPr>
          <p:cNvSpPr/>
          <p:nvPr/>
        </p:nvSpPr>
        <p:spPr>
          <a:xfrm>
            <a:off x="5760001" y="6300002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6" name="Tlačítko akce: Vlastní 5">
            <a:hlinkClick r:id="rId3" action="ppaction://hlinksldjump" highlightClick="1"/>
          </p:cNvPr>
          <p:cNvSpPr/>
          <p:nvPr/>
        </p:nvSpPr>
        <p:spPr>
          <a:xfrm>
            <a:off x="7920001" y="6300002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7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latin typeface="Arial Black" pitchFamily="34" charset="0"/>
            </a:endParaRPr>
          </a:p>
        </p:txBody>
      </p:sp>
      <p:sp>
        <p:nvSpPr>
          <p:cNvPr id="8" name="Zástupný symbol pro číslo snímku 5"/>
          <p:cNvSpPr txBox="1">
            <a:spLocks/>
          </p:cNvSpPr>
          <p:nvPr/>
        </p:nvSpPr>
        <p:spPr bwMode="auto">
          <a:xfrm>
            <a:off x="1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86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62217642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3" name="Rectangle 2"/>
          <p:cNvSpPr>
            <a:spLocks noGrp="1" noChangeArrowheads="1"/>
          </p:cNvSpPr>
          <p:nvPr>
            <p:ph type="title"/>
          </p:nvPr>
        </p:nvSpPr>
        <p:spPr>
          <a:xfrm>
            <a:off x="468000" y="288000"/>
            <a:ext cx="7834306" cy="707886"/>
          </a:xfrm>
        </p:spPr>
        <p:txBody>
          <a:bodyPr>
            <a:spAutoFit/>
          </a:bodyPr>
          <a:lstStyle/>
          <a:p>
            <a:r>
              <a:rPr lang="cs-CZ" sz="4000" b="1" kern="12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Kontrolní otázky</a:t>
            </a:r>
            <a:endParaRPr lang="cs-CZ" sz="3600" dirty="0"/>
          </a:p>
        </p:txBody>
      </p:sp>
      <p:sp>
        <p:nvSpPr>
          <p:cNvPr id="3" name="Rectangle 2"/>
          <p:cNvSpPr txBox="1">
            <a:spLocks noChangeArrowheads="1"/>
          </p:cNvSpPr>
          <p:nvPr/>
        </p:nvSpPr>
        <p:spPr bwMode="auto">
          <a:xfrm>
            <a:off x="360006" y="1080015"/>
            <a:ext cx="8783993" cy="46935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360000" indent="-360000" eaLnBrk="0" hangingPunct="0">
              <a:spcBef>
                <a:spcPct val="0"/>
              </a:spcBef>
              <a:spcAft>
                <a:spcPts val="600"/>
              </a:spcAft>
              <a:buSzPct val="100000"/>
              <a:buFont typeface="Wingdings" panose="05000000000000000000" pitchFamily="2" charset="2"/>
              <a:buChar char=""/>
              <a:defRPr/>
            </a:pPr>
            <a:r>
              <a:rPr lang="cs-CZ" sz="2400" b="0" kern="1200" dirty="0">
                <a:latin typeface="Verdana" pitchFamily="34" charset="0"/>
              </a:rPr>
              <a:t>Naplň registr R25 hodnotou 125.</a:t>
            </a:r>
          </a:p>
          <a:p>
            <a:pPr marL="360000" indent="-360000" eaLnBrk="0" hangingPunct="0">
              <a:spcBef>
                <a:spcPct val="0"/>
              </a:spcBef>
              <a:spcAft>
                <a:spcPts val="600"/>
              </a:spcAft>
              <a:buSzPct val="100000"/>
              <a:buFont typeface="Wingdings" panose="05000000000000000000" pitchFamily="2" charset="2"/>
              <a:buChar char=""/>
              <a:defRPr/>
            </a:pPr>
            <a:r>
              <a:rPr lang="cs-CZ" sz="2400" b="0" dirty="0">
                <a:latin typeface="Verdana" pitchFamily="34" charset="0"/>
              </a:rPr>
              <a:t>Naplň registr R0 hodnotou 0b11110000.</a:t>
            </a:r>
          </a:p>
          <a:p>
            <a:pPr marL="360000" indent="-360000" eaLnBrk="0" hangingPunct="0">
              <a:spcBef>
                <a:spcPct val="0"/>
              </a:spcBef>
              <a:spcAft>
                <a:spcPts val="600"/>
              </a:spcAft>
              <a:buSzPct val="100000"/>
              <a:buFont typeface="Wingdings" panose="05000000000000000000" pitchFamily="2" charset="2"/>
              <a:buChar char=""/>
              <a:defRPr/>
            </a:pPr>
            <a:r>
              <a:rPr lang="cs-CZ" sz="2400" b="0" dirty="0">
                <a:latin typeface="Verdana" pitchFamily="34" charset="0"/>
              </a:rPr>
              <a:t>Zapiš na I/O registr (DDRA) hodnotu registru R1.</a:t>
            </a:r>
          </a:p>
          <a:p>
            <a:pPr marL="360000" indent="-360000" eaLnBrk="0" hangingPunct="0">
              <a:spcBef>
                <a:spcPct val="0"/>
              </a:spcBef>
              <a:spcAft>
                <a:spcPts val="600"/>
              </a:spcAft>
              <a:buSzPct val="100000"/>
              <a:buFont typeface="Wingdings" panose="05000000000000000000" pitchFamily="2" charset="2"/>
              <a:buChar char=""/>
              <a:defRPr/>
            </a:pPr>
            <a:r>
              <a:rPr lang="cs-CZ" sz="2400" b="0" dirty="0">
                <a:latin typeface="Verdana" pitchFamily="34" charset="0"/>
              </a:rPr>
              <a:t>Přečti z I/O registru (PORTF) hodnotu do registru R16.</a:t>
            </a:r>
          </a:p>
          <a:p>
            <a:pPr marL="360000" indent="-360000" eaLnBrk="0" hangingPunct="0">
              <a:spcBef>
                <a:spcPct val="0"/>
              </a:spcBef>
              <a:spcAft>
                <a:spcPts val="600"/>
              </a:spcAft>
              <a:buSzPct val="100000"/>
              <a:buFont typeface="Wingdings" panose="05000000000000000000" pitchFamily="2" charset="2"/>
              <a:buChar char=""/>
              <a:defRPr/>
            </a:pPr>
            <a:r>
              <a:rPr lang="cs-CZ" sz="2400" b="0" dirty="0">
                <a:latin typeface="Verdana" pitchFamily="34" charset="0"/>
              </a:rPr>
              <a:t>Zapiš na adresu 0x230 obsah registru R20.</a:t>
            </a:r>
          </a:p>
          <a:p>
            <a:pPr marL="360000" indent="-360000" eaLnBrk="0" hangingPunct="0">
              <a:spcBef>
                <a:spcPct val="0"/>
              </a:spcBef>
              <a:spcAft>
                <a:spcPts val="600"/>
              </a:spcAft>
              <a:buSzPct val="100000"/>
              <a:buFont typeface="Wingdings" panose="05000000000000000000" pitchFamily="2" charset="2"/>
              <a:buChar char=""/>
              <a:defRPr/>
            </a:pPr>
            <a:r>
              <a:rPr lang="cs-CZ" sz="2400" b="0" dirty="0">
                <a:latin typeface="Verdana" pitchFamily="34" charset="0"/>
              </a:rPr>
              <a:t>Načti obsah adresy 0x250 do registru R0.</a:t>
            </a:r>
          </a:p>
          <a:p>
            <a:pPr marL="360000" indent="-360000" eaLnBrk="0" hangingPunct="0">
              <a:spcBef>
                <a:spcPct val="0"/>
              </a:spcBef>
              <a:spcAft>
                <a:spcPts val="600"/>
              </a:spcAft>
              <a:buSzPct val="100000"/>
              <a:buFont typeface="Wingdings" panose="05000000000000000000" pitchFamily="2" charset="2"/>
              <a:buChar char=""/>
              <a:defRPr/>
            </a:pPr>
            <a:r>
              <a:rPr lang="cs-CZ" sz="2400" b="0" dirty="0">
                <a:latin typeface="Verdana" pitchFamily="34" charset="0"/>
              </a:rPr>
              <a:t>Zapiš na adresu, která je v registru Z, obsah registru R10.</a:t>
            </a:r>
          </a:p>
          <a:p>
            <a:pPr marL="360000" indent="-360000" eaLnBrk="0" hangingPunct="0">
              <a:spcBef>
                <a:spcPct val="0"/>
              </a:spcBef>
              <a:spcAft>
                <a:spcPts val="600"/>
              </a:spcAft>
              <a:buSzPct val="100000"/>
              <a:buFont typeface="Wingdings" panose="05000000000000000000" pitchFamily="2" charset="2"/>
              <a:buChar char=""/>
              <a:defRPr/>
            </a:pPr>
            <a:r>
              <a:rPr lang="cs-CZ" sz="2400" b="0" kern="1200" dirty="0">
                <a:latin typeface="Verdana" pitchFamily="34" charset="0"/>
              </a:rPr>
              <a:t>Načti obsah adresy, která je v registru X, do registru R11.</a:t>
            </a:r>
          </a:p>
        </p:txBody>
      </p:sp>
      <p:sp>
        <p:nvSpPr>
          <p:cNvPr id="2" name="TextovéPole 1"/>
          <p:cNvSpPr txBox="1"/>
          <p:nvPr/>
        </p:nvSpPr>
        <p:spPr>
          <a:xfrm>
            <a:off x="8172400" y="188640"/>
            <a:ext cx="720080" cy="923330"/>
          </a:xfrm>
          <a:prstGeom prst="rect">
            <a:avLst/>
          </a:prstGeom>
          <a:solidFill>
            <a:schemeClr val="bg1">
              <a:lumMod val="75000"/>
            </a:schemeClr>
          </a:solidFill>
          <a:ln/>
        </p:spPr>
        <p:txBody>
          <a:bodyPr wrap="square" rtlCol="0">
            <a:spAutoFit/>
          </a:bodyPr>
          <a:lstStyle/>
          <a:p>
            <a:pPr algn="ctr"/>
            <a:r>
              <a:rPr lang="cs-CZ" sz="5400" kern="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sym typeface="Webdings"/>
              </a:rPr>
              <a:t></a:t>
            </a:r>
            <a:endParaRPr lang="cs-CZ" sz="5400" kern="0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 pitchFamily="34" charset="0"/>
            </a:endParaRPr>
          </a:p>
        </p:txBody>
      </p:sp>
      <p:sp>
        <p:nvSpPr>
          <p:cNvPr id="5" name="Tlačítko akce: Vlastní 4">
            <a:hlinkClick r:id="" action="ppaction://hlinkshowjump?jump=nextslide" highlightClick="1"/>
          </p:cNvPr>
          <p:cNvSpPr/>
          <p:nvPr/>
        </p:nvSpPr>
        <p:spPr>
          <a:xfrm>
            <a:off x="6840008" y="6300008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6" name="Tlačítko akce: Vlastní 5">
            <a:hlinkClick r:id="" action="ppaction://hlinkshowjump?jump=previousslide" highlightClick="1"/>
          </p:cNvPr>
          <p:cNvSpPr/>
          <p:nvPr/>
        </p:nvSpPr>
        <p:spPr>
          <a:xfrm>
            <a:off x="5760007" y="6300008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7" name="Tlačítko akce: Vlastní 6">
            <a:hlinkClick r:id="rId3" action="ppaction://hlinksldjump" highlightClick="1"/>
          </p:cNvPr>
          <p:cNvSpPr/>
          <p:nvPr/>
        </p:nvSpPr>
        <p:spPr>
          <a:xfrm>
            <a:off x="7920007" y="6300008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8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latin typeface="Arial Black" pitchFamily="34" charset="0"/>
            </a:endParaRPr>
          </a:p>
        </p:txBody>
      </p:sp>
      <p:sp>
        <p:nvSpPr>
          <p:cNvPr id="9" name="Zástupný symbol pro číslo snímku 5"/>
          <p:cNvSpPr txBox="1">
            <a:spLocks/>
          </p:cNvSpPr>
          <p:nvPr/>
        </p:nvSpPr>
        <p:spPr bwMode="auto">
          <a:xfrm>
            <a:off x="6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87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923824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/>
    </p:bld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 txBox="1">
            <a:spLocks noChangeArrowheads="1"/>
          </p:cNvSpPr>
          <p:nvPr/>
        </p:nvSpPr>
        <p:spPr bwMode="auto">
          <a:xfrm>
            <a:off x="360006" y="1080015"/>
            <a:ext cx="8783993" cy="45397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360000" indent="-360000" eaLnBrk="0" hangingPunct="0">
              <a:spcBef>
                <a:spcPct val="0"/>
              </a:spcBef>
              <a:spcAft>
                <a:spcPts val="600"/>
              </a:spcAft>
              <a:buSzPct val="100000"/>
              <a:buFont typeface="Wingdings" panose="05000000000000000000" pitchFamily="2" charset="2"/>
              <a:buChar char=""/>
              <a:defRPr/>
            </a:pPr>
            <a:r>
              <a:rPr lang="cs-CZ" sz="2400" b="0" kern="1200" dirty="0">
                <a:latin typeface="Verdana" pitchFamily="34" charset="0"/>
              </a:rPr>
              <a:t>Instrukce </a:t>
            </a:r>
            <a:r>
              <a:rPr lang="cs-CZ" sz="2400" kern="1200" dirty="0">
                <a:latin typeface="Consolas" panose="020B0609020204030204" pitchFamily="49" charset="0"/>
              </a:rPr>
              <a:t>ADD R1, R0</a:t>
            </a:r>
            <a:r>
              <a:rPr lang="cs-CZ" sz="2400" b="0" kern="1200" dirty="0">
                <a:latin typeface="Verdana" pitchFamily="34" charset="0"/>
              </a:rPr>
              <a:t>;</a:t>
            </a:r>
            <a:br>
              <a:rPr lang="cs-CZ" sz="2400" b="0" kern="1200" dirty="0">
                <a:latin typeface="Verdana" pitchFamily="34" charset="0"/>
              </a:rPr>
            </a:br>
            <a:r>
              <a:rPr lang="cs-CZ" sz="2400" b="0" kern="1200" dirty="0">
                <a:latin typeface="Verdana" pitchFamily="34" charset="0"/>
              </a:rPr>
              <a:t>obsah registru </a:t>
            </a:r>
            <a:r>
              <a:rPr lang="cs-CZ" sz="2400" kern="1200" dirty="0">
                <a:latin typeface="Consolas" panose="020B0609020204030204" pitchFamily="49" charset="0"/>
              </a:rPr>
              <a:t>R1=0b11110000, R0=0b10101111</a:t>
            </a:r>
            <a:r>
              <a:rPr lang="cs-CZ" sz="2400" b="0" kern="1200" dirty="0">
                <a:latin typeface="Verdana" pitchFamily="34" charset="0"/>
              </a:rPr>
              <a:t>.</a:t>
            </a:r>
          </a:p>
          <a:p>
            <a:pPr marL="360000" indent="0" eaLnBrk="0" hangingPunct="0">
              <a:spcBef>
                <a:spcPct val="0"/>
              </a:spcBef>
              <a:spcAft>
                <a:spcPts val="600"/>
              </a:spcAft>
              <a:buSzPct val="100000"/>
              <a:buNone/>
              <a:defRPr/>
            </a:pPr>
            <a:r>
              <a:rPr lang="cs-CZ" sz="2400" b="0" kern="1200" dirty="0">
                <a:latin typeface="Verdana" pitchFamily="34" charset="0"/>
              </a:rPr>
              <a:t>Jaký bude obsah registrů R0, R1 a příznaku C po vykonání instrukce?</a:t>
            </a:r>
          </a:p>
          <a:p>
            <a:pPr marL="360000" indent="-360000" eaLnBrk="0" hangingPunct="0">
              <a:spcBef>
                <a:spcPct val="0"/>
              </a:spcBef>
              <a:spcAft>
                <a:spcPts val="600"/>
              </a:spcAft>
              <a:buSzPct val="100000"/>
              <a:buFont typeface="Wingdings" panose="05000000000000000000" pitchFamily="2" charset="2"/>
              <a:buChar char=""/>
              <a:defRPr/>
            </a:pPr>
            <a:r>
              <a:rPr lang="cs-CZ" sz="2400" b="0" dirty="0">
                <a:latin typeface="Verdana" pitchFamily="34" charset="0"/>
              </a:rPr>
              <a:t>Instrukce </a:t>
            </a:r>
            <a:r>
              <a:rPr lang="cs-CZ" sz="2400" dirty="0">
                <a:latin typeface="Consolas" panose="020B0609020204030204" pitchFamily="49" charset="0"/>
              </a:rPr>
              <a:t>LD R1,X+</a:t>
            </a:r>
            <a:r>
              <a:rPr lang="cs-CZ" sz="2400" b="0" dirty="0">
                <a:latin typeface="Verdana" pitchFamily="34" charset="0"/>
              </a:rPr>
              <a:t>; </a:t>
            </a:r>
            <a:br>
              <a:rPr lang="cs-CZ" sz="2400" b="0" dirty="0">
                <a:latin typeface="Verdana" pitchFamily="34" charset="0"/>
              </a:rPr>
            </a:br>
            <a:r>
              <a:rPr lang="cs-CZ" sz="2400" dirty="0">
                <a:latin typeface="Consolas" panose="020B0609020204030204" pitchFamily="49" charset="0"/>
              </a:rPr>
              <a:t>X=0x305; SRAM(0x305)=124</a:t>
            </a:r>
            <a:r>
              <a:rPr lang="cs-CZ" sz="2400" b="0" dirty="0">
                <a:latin typeface="Verdana" pitchFamily="34" charset="0"/>
              </a:rPr>
              <a:t>.</a:t>
            </a:r>
          </a:p>
          <a:p>
            <a:pPr marL="360000" indent="0" eaLnBrk="0" hangingPunct="0">
              <a:spcBef>
                <a:spcPct val="0"/>
              </a:spcBef>
              <a:spcAft>
                <a:spcPts val="600"/>
              </a:spcAft>
              <a:buSzPct val="100000"/>
              <a:buNone/>
              <a:defRPr/>
            </a:pPr>
            <a:r>
              <a:rPr lang="cs-CZ" sz="2400" b="0" dirty="0">
                <a:latin typeface="Verdana" pitchFamily="34" charset="0"/>
              </a:rPr>
              <a:t>Jaký bude obsah </a:t>
            </a:r>
            <a:r>
              <a:rPr lang="cs-CZ" sz="2400" dirty="0">
                <a:latin typeface="Consolas" panose="020B0609020204030204" pitchFamily="49" charset="0"/>
              </a:rPr>
              <a:t>R1, X, SRAM(0x305) </a:t>
            </a:r>
            <a:r>
              <a:rPr lang="cs-CZ" sz="2400" b="0" dirty="0">
                <a:latin typeface="Verdana" pitchFamily="34" charset="0"/>
              </a:rPr>
              <a:t>po vykonání instrukce?</a:t>
            </a:r>
          </a:p>
          <a:p>
            <a:pPr marL="360000" indent="-360000" eaLnBrk="0" hangingPunct="0">
              <a:spcBef>
                <a:spcPct val="0"/>
              </a:spcBef>
              <a:spcAft>
                <a:spcPts val="600"/>
              </a:spcAft>
              <a:buSzPct val="100000"/>
              <a:buFont typeface="Wingdings" panose="05000000000000000000" pitchFamily="2" charset="2"/>
              <a:buChar char=""/>
              <a:defRPr/>
            </a:pPr>
            <a:r>
              <a:rPr lang="cs-CZ" sz="2400" b="0" kern="1200" dirty="0">
                <a:latin typeface="Verdana" pitchFamily="34" charset="0"/>
              </a:rPr>
              <a:t>Instrukce </a:t>
            </a:r>
            <a:r>
              <a:rPr lang="cs-CZ" sz="2400" dirty="0">
                <a:latin typeface="Consolas" panose="020B0609020204030204" pitchFamily="49" charset="0"/>
              </a:rPr>
              <a:t>INC R1</a:t>
            </a:r>
            <a:r>
              <a:rPr lang="cs-CZ" sz="2400" b="0" kern="1200" dirty="0">
                <a:latin typeface="Verdana" pitchFamily="34" charset="0"/>
              </a:rPr>
              <a:t>;</a:t>
            </a:r>
            <a:br>
              <a:rPr lang="cs-CZ" sz="2400" b="0" kern="1200" dirty="0">
                <a:latin typeface="Verdana" pitchFamily="34" charset="0"/>
              </a:rPr>
            </a:br>
            <a:r>
              <a:rPr lang="cs-CZ" sz="2400" dirty="0">
                <a:latin typeface="Consolas" panose="020B0609020204030204" pitchFamily="49" charset="0"/>
              </a:rPr>
              <a:t>R1=0xFF</a:t>
            </a:r>
            <a:r>
              <a:rPr lang="cs-CZ" sz="2400" b="0" kern="1200" dirty="0">
                <a:latin typeface="Verdana" pitchFamily="34" charset="0"/>
              </a:rPr>
              <a:t>. </a:t>
            </a:r>
          </a:p>
          <a:p>
            <a:pPr marL="360000" indent="0" eaLnBrk="0" hangingPunct="0">
              <a:spcBef>
                <a:spcPct val="0"/>
              </a:spcBef>
              <a:spcAft>
                <a:spcPts val="600"/>
              </a:spcAft>
              <a:buSzPct val="100000"/>
              <a:buNone/>
              <a:defRPr/>
            </a:pPr>
            <a:r>
              <a:rPr lang="cs-CZ" sz="2400" b="0" dirty="0">
                <a:latin typeface="Verdana" pitchFamily="34" charset="0"/>
              </a:rPr>
              <a:t>Jaký bude obsah registru R1 po vykonání instrukce?</a:t>
            </a:r>
          </a:p>
        </p:txBody>
      </p:sp>
      <p:sp>
        <p:nvSpPr>
          <p:cNvPr id="2" name="TextovéPole 1"/>
          <p:cNvSpPr txBox="1"/>
          <p:nvPr/>
        </p:nvSpPr>
        <p:spPr>
          <a:xfrm>
            <a:off x="8172400" y="188640"/>
            <a:ext cx="720080" cy="923330"/>
          </a:xfrm>
          <a:prstGeom prst="rect">
            <a:avLst/>
          </a:prstGeom>
          <a:solidFill>
            <a:schemeClr val="bg1">
              <a:lumMod val="75000"/>
            </a:schemeClr>
          </a:solidFill>
          <a:ln/>
        </p:spPr>
        <p:txBody>
          <a:bodyPr wrap="square" rtlCol="0">
            <a:spAutoFit/>
          </a:bodyPr>
          <a:lstStyle/>
          <a:p>
            <a:pPr algn="ctr"/>
            <a:r>
              <a:rPr lang="cs-CZ" sz="5400" kern="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sym typeface="Webdings"/>
              </a:rPr>
              <a:t></a:t>
            </a:r>
            <a:endParaRPr lang="cs-CZ" sz="5400" kern="0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 pitchFamily="34" charset="0"/>
            </a:endParaRPr>
          </a:p>
        </p:txBody>
      </p:sp>
      <p:sp>
        <p:nvSpPr>
          <p:cNvPr id="5" name="Tlačítko akce: Vlastní 4">
            <a:hlinkClick r:id="" action="ppaction://hlinkshowjump?jump=nextslide" highlightClick="1"/>
          </p:cNvPr>
          <p:cNvSpPr/>
          <p:nvPr/>
        </p:nvSpPr>
        <p:spPr>
          <a:xfrm>
            <a:off x="6840008" y="6300008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6" name="Tlačítko akce: Vlastní 5">
            <a:hlinkClick r:id="" action="ppaction://hlinkshowjump?jump=previousslide" highlightClick="1"/>
          </p:cNvPr>
          <p:cNvSpPr/>
          <p:nvPr/>
        </p:nvSpPr>
        <p:spPr>
          <a:xfrm>
            <a:off x="5760007" y="6300008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7" name="Tlačítko akce: Vlastní 6">
            <a:hlinkClick r:id="rId3" action="ppaction://hlinksldjump" highlightClick="1"/>
          </p:cNvPr>
          <p:cNvSpPr/>
          <p:nvPr/>
        </p:nvSpPr>
        <p:spPr>
          <a:xfrm>
            <a:off x="7920007" y="6300008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8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latin typeface="Arial Black" pitchFamily="34" charset="0"/>
            </a:endParaRPr>
          </a:p>
        </p:txBody>
      </p:sp>
      <p:sp>
        <p:nvSpPr>
          <p:cNvPr id="9" name="Zástupný symbol pro číslo snímku 5"/>
          <p:cNvSpPr txBox="1">
            <a:spLocks/>
          </p:cNvSpPr>
          <p:nvPr/>
        </p:nvSpPr>
        <p:spPr bwMode="auto">
          <a:xfrm>
            <a:off x="6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88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10" name="Rectangle 2"/>
          <p:cNvSpPr>
            <a:spLocks noGrp="1" noChangeArrowheads="1"/>
          </p:cNvSpPr>
          <p:nvPr>
            <p:ph type="title"/>
          </p:nvPr>
        </p:nvSpPr>
        <p:spPr>
          <a:xfrm>
            <a:off x="720000" y="72000"/>
            <a:ext cx="7772400" cy="400110"/>
          </a:xfrm>
          <a:noFill/>
          <a:ln/>
        </p:spPr>
        <p:txBody>
          <a:bodyPr>
            <a:spAutoFit/>
          </a:bodyPr>
          <a:lstStyle/>
          <a:p>
            <a:pPr>
              <a:defRPr/>
            </a:pPr>
            <a:r>
              <a:rPr lang="cs-CZ" sz="20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</a:rPr>
              <a:t>Kontrolní otázky</a:t>
            </a:r>
          </a:p>
        </p:txBody>
      </p:sp>
    </p:spTree>
    <p:extLst>
      <p:ext uri="{BB962C8B-B14F-4D97-AF65-F5344CB8AC3E}">
        <p14:creationId xmlns:p14="http://schemas.microsoft.com/office/powerpoint/2010/main" val="17716762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/>
    </p:bld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 txBox="1">
            <a:spLocks noChangeArrowheads="1"/>
          </p:cNvSpPr>
          <p:nvPr/>
        </p:nvSpPr>
        <p:spPr bwMode="auto">
          <a:xfrm>
            <a:off x="360006" y="1080015"/>
            <a:ext cx="8783993" cy="49090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360000" indent="-360000" eaLnBrk="0" hangingPunct="0">
              <a:spcBef>
                <a:spcPct val="0"/>
              </a:spcBef>
              <a:spcAft>
                <a:spcPts val="600"/>
              </a:spcAft>
              <a:buSzPct val="100000"/>
              <a:buFont typeface="Wingdings" panose="05000000000000000000" pitchFamily="2" charset="2"/>
              <a:buChar char=""/>
              <a:defRPr/>
            </a:pPr>
            <a:r>
              <a:rPr lang="cs-CZ" sz="2400" b="0" kern="1200" dirty="0">
                <a:latin typeface="Verdana" pitchFamily="34" charset="0"/>
              </a:rPr>
              <a:t>Jaká je funkce ZÁSOBNÍKU (umístění, registry…, počáteční nastavení)</a:t>
            </a:r>
          </a:p>
          <a:p>
            <a:pPr marL="360000" indent="-360000" eaLnBrk="0" hangingPunct="0">
              <a:spcBef>
                <a:spcPct val="0"/>
              </a:spcBef>
              <a:spcAft>
                <a:spcPts val="600"/>
              </a:spcAft>
              <a:buSzPct val="100000"/>
              <a:buFont typeface="Wingdings" panose="05000000000000000000" pitchFamily="2" charset="2"/>
              <a:buChar char=""/>
              <a:defRPr/>
            </a:pPr>
            <a:r>
              <a:rPr lang="cs-CZ" sz="2400" b="0" kern="1200" dirty="0">
                <a:latin typeface="Verdana" pitchFamily="34" charset="0"/>
              </a:rPr>
              <a:t>Co je uloženo v registru SP.</a:t>
            </a:r>
          </a:p>
          <a:p>
            <a:pPr marL="360000" indent="-360000" eaLnBrk="0" hangingPunct="0">
              <a:spcBef>
                <a:spcPct val="0"/>
              </a:spcBef>
              <a:spcAft>
                <a:spcPts val="600"/>
              </a:spcAft>
              <a:buSzPct val="100000"/>
              <a:buFont typeface="Wingdings" panose="05000000000000000000" pitchFamily="2" charset="2"/>
              <a:buChar char=""/>
              <a:defRPr/>
            </a:pPr>
            <a:r>
              <a:rPr lang="cs-CZ" sz="2400" b="0" kern="1200" dirty="0">
                <a:latin typeface="Verdana" pitchFamily="34" charset="0"/>
              </a:rPr>
              <a:t>Popiš činnost procesoru při vykonávání instrukce </a:t>
            </a:r>
            <a:r>
              <a:rPr lang="cs-CZ" sz="2400" kern="1200" dirty="0">
                <a:latin typeface="Consolas" panose="020B0609020204030204" pitchFamily="49" charset="0"/>
              </a:rPr>
              <a:t>CALL 0x0100</a:t>
            </a:r>
            <a:r>
              <a:rPr lang="cs-CZ" sz="2400" b="0" kern="1200" dirty="0">
                <a:latin typeface="Verdana" pitchFamily="34" charset="0"/>
              </a:rPr>
              <a:t> (jak se mění registry SP, PC, paměť SRAM)?</a:t>
            </a:r>
          </a:p>
          <a:p>
            <a:pPr marL="360000" indent="-360000" eaLnBrk="0" hangingPunct="0">
              <a:spcBef>
                <a:spcPct val="0"/>
              </a:spcBef>
              <a:spcAft>
                <a:spcPts val="600"/>
              </a:spcAft>
              <a:buSzPct val="100000"/>
              <a:buFont typeface="Wingdings" panose="05000000000000000000" pitchFamily="2" charset="2"/>
              <a:buChar char=""/>
              <a:defRPr/>
            </a:pPr>
            <a:r>
              <a:rPr lang="cs-CZ" sz="2400" b="0" dirty="0">
                <a:latin typeface="Verdana" pitchFamily="34" charset="0"/>
              </a:rPr>
              <a:t>Popiš činnost procesoru při vykonávání instrukce </a:t>
            </a:r>
            <a:r>
              <a:rPr lang="cs-CZ" sz="2400" dirty="0">
                <a:latin typeface="Consolas" panose="020B0609020204030204" pitchFamily="49" charset="0"/>
              </a:rPr>
              <a:t>RET </a:t>
            </a:r>
            <a:r>
              <a:rPr lang="cs-CZ" sz="2400" b="0" dirty="0">
                <a:latin typeface="Verdana" pitchFamily="34" charset="0"/>
              </a:rPr>
              <a:t>(jak se mění registry SP, PC, paměť SRAM)?</a:t>
            </a:r>
          </a:p>
          <a:p>
            <a:pPr marL="360000" indent="-360000" eaLnBrk="0" hangingPunct="0">
              <a:spcBef>
                <a:spcPct val="0"/>
              </a:spcBef>
              <a:spcAft>
                <a:spcPts val="600"/>
              </a:spcAft>
              <a:buSzPct val="100000"/>
              <a:buFont typeface="Wingdings" panose="05000000000000000000" pitchFamily="2" charset="2"/>
              <a:buChar char=""/>
              <a:defRPr/>
            </a:pPr>
            <a:r>
              <a:rPr lang="cs-CZ" sz="2400" b="0" dirty="0">
                <a:latin typeface="Verdana" pitchFamily="34" charset="0"/>
              </a:rPr>
              <a:t>Naprogramujte: pokračuj v programu na návěští N2, je-li 2.bit v registru R17 nastaven na 1.</a:t>
            </a:r>
          </a:p>
          <a:p>
            <a:pPr marL="360000" indent="-360000" eaLnBrk="0" hangingPunct="0">
              <a:spcBef>
                <a:spcPct val="0"/>
              </a:spcBef>
              <a:spcAft>
                <a:spcPts val="600"/>
              </a:spcAft>
              <a:buSzPct val="100000"/>
              <a:buFont typeface="Wingdings" panose="05000000000000000000" pitchFamily="2" charset="2"/>
              <a:buChar char=""/>
              <a:defRPr/>
            </a:pPr>
            <a:r>
              <a:rPr lang="cs-CZ" sz="2400" b="0" dirty="0">
                <a:latin typeface="Verdana" pitchFamily="34" charset="0"/>
              </a:rPr>
              <a:t>Jak se změní registr PC při vykonání instrukce </a:t>
            </a:r>
            <a:br>
              <a:rPr lang="cs-CZ" sz="2400" b="0" dirty="0">
                <a:latin typeface="Verdana" pitchFamily="34" charset="0"/>
              </a:rPr>
            </a:br>
            <a:r>
              <a:rPr lang="cs-CZ" sz="2400" dirty="0">
                <a:latin typeface="Consolas" panose="020B0609020204030204" pitchFamily="49" charset="0"/>
              </a:rPr>
              <a:t>RJMP 0x0002</a:t>
            </a:r>
          </a:p>
        </p:txBody>
      </p:sp>
      <p:sp>
        <p:nvSpPr>
          <p:cNvPr id="2" name="TextovéPole 1"/>
          <p:cNvSpPr txBox="1"/>
          <p:nvPr/>
        </p:nvSpPr>
        <p:spPr>
          <a:xfrm>
            <a:off x="8172400" y="188640"/>
            <a:ext cx="720080" cy="923330"/>
          </a:xfrm>
          <a:prstGeom prst="rect">
            <a:avLst/>
          </a:prstGeom>
          <a:solidFill>
            <a:schemeClr val="bg1">
              <a:lumMod val="75000"/>
            </a:schemeClr>
          </a:solidFill>
          <a:ln/>
        </p:spPr>
        <p:txBody>
          <a:bodyPr wrap="square" rtlCol="0">
            <a:spAutoFit/>
          </a:bodyPr>
          <a:lstStyle/>
          <a:p>
            <a:pPr algn="ctr"/>
            <a:r>
              <a:rPr lang="cs-CZ" sz="5400" kern="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sym typeface="Webdings"/>
              </a:rPr>
              <a:t></a:t>
            </a:r>
            <a:endParaRPr lang="cs-CZ" sz="5400" kern="0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 pitchFamily="34" charset="0"/>
            </a:endParaRPr>
          </a:p>
        </p:txBody>
      </p:sp>
      <p:sp>
        <p:nvSpPr>
          <p:cNvPr id="5" name="Tlačítko akce: Vlastní 4">
            <a:hlinkClick r:id="" action="ppaction://hlinkshowjump?jump=nextslide" highlightClick="1"/>
          </p:cNvPr>
          <p:cNvSpPr/>
          <p:nvPr/>
        </p:nvSpPr>
        <p:spPr>
          <a:xfrm>
            <a:off x="6840008" y="6300008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6" name="Tlačítko akce: Vlastní 5">
            <a:hlinkClick r:id="" action="ppaction://hlinkshowjump?jump=previousslide" highlightClick="1"/>
          </p:cNvPr>
          <p:cNvSpPr/>
          <p:nvPr/>
        </p:nvSpPr>
        <p:spPr>
          <a:xfrm>
            <a:off x="5760007" y="6300008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7" name="Tlačítko akce: Vlastní 6">
            <a:hlinkClick r:id="rId3" action="ppaction://hlinksldjump" highlightClick="1"/>
          </p:cNvPr>
          <p:cNvSpPr/>
          <p:nvPr/>
        </p:nvSpPr>
        <p:spPr>
          <a:xfrm>
            <a:off x="7920007" y="6300008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8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latin typeface="Arial Black" pitchFamily="34" charset="0"/>
            </a:endParaRPr>
          </a:p>
        </p:txBody>
      </p:sp>
      <p:sp>
        <p:nvSpPr>
          <p:cNvPr id="9" name="Zástupný symbol pro číslo snímku 5"/>
          <p:cNvSpPr txBox="1">
            <a:spLocks/>
          </p:cNvSpPr>
          <p:nvPr/>
        </p:nvSpPr>
        <p:spPr bwMode="auto">
          <a:xfrm>
            <a:off x="6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89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10" name="Rectangle 2"/>
          <p:cNvSpPr>
            <a:spLocks noGrp="1" noChangeArrowheads="1"/>
          </p:cNvSpPr>
          <p:nvPr>
            <p:ph type="title"/>
          </p:nvPr>
        </p:nvSpPr>
        <p:spPr>
          <a:xfrm>
            <a:off x="720000" y="72000"/>
            <a:ext cx="7772400" cy="400110"/>
          </a:xfrm>
          <a:noFill/>
          <a:ln/>
        </p:spPr>
        <p:txBody>
          <a:bodyPr>
            <a:spAutoFit/>
          </a:bodyPr>
          <a:lstStyle/>
          <a:p>
            <a:pPr>
              <a:defRPr/>
            </a:pPr>
            <a:r>
              <a:rPr lang="cs-CZ" sz="20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</a:rPr>
              <a:t>Kontrolní otázky</a:t>
            </a:r>
          </a:p>
        </p:txBody>
      </p:sp>
    </p:spTree>
    <p:extLst>
      <p:ext uri="{BB962C8B-B14F-4D97-AF65-F5344CB8AC3E}">
        <p14:creationId xmlns:p14="http://schemas.microsoft.com/office/powerpoint/2010/main" val="31235248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/>
    </p:bld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 txBox="1">
            <a:spLocks noChangeArrowheads="1"/>
          </p:cNvSpPr>
          <p:nvPr/>
        </p:nvSpPr>
        <p:spPr bwMode="auto">
          <a:xfrm>
            <a:off x="360006" y="1080015"/>
            <a:ext cx="8783993" cy="35702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360000" indent="-360000" eaLnBrk="0" hangingPunct="0">
              <a:spcBef>
                <a:spcPct val="0"/>
              </a:spcBef>
              <a:spcAft>
                <a:spcPts val="600"/>
              </a:spcAft>
              <a:buSzPct val="100000"/>
              <a:buFont typeface="Wingdings" panose="05000000000000000000" pitchFamily="2" charset="2"/>
              <a:buChar char=""/>
              <a:defRPr/>
            </a:pPr>
            <a:r>
              <a:rPr lang="cs-CZ" sz="2400" b="0" dirty="0">
                <a:latin typeface="Verdana" pitchFamily="34" charset="0"/>
              </a:rPr>
              <a:t>Jak se změní registr PC při vykonání instrukce </a:t>
            </a:r>
            <a:br>
              <a:rPr lang="cs-CZ" sz="2400" b="0" dirty="0">
                <a:latin typeface="Verdana" pitchFamily="34" charset="0"/>
              </a:rPr>
            </a:br>
            <a:r>
              <a:rPr lang="cs-CZ" sz="2400" dirty="0">
                <a:latin typeface="Consolas" panose="020B0609020204030204" pitchFamily="49" charset="0"/>
              </a:rPr>
              <a:t>JMP 0x0002</a:t>
            </a:r>
          </a:p>
          <a:p>
            <a:pPr marL="360000" indent="-360000" eaLnBrk="0" hangingPunct="0">
              <a:spcBef>
                <a:spcPct val="0"/>
              </a:spcBef>
              <a:spcAft>
                <a:spcPts val="600"/>
              </a:spcAft>
              <a:buSzPct val="100000"/>
              <a:buFont typeface="Wingdings" panose="05000000000000000000" pitchFamily="2" charset="2"/>
              <a:buChar char=""/>
              <a:defRPr/>
            </a:pPr>
            <a:r>
              <a:rPr lang="cs-CZ" sz="2400" b="0" dirty="0">
                <a:latin typeface="Verdana" pitchFamily="34" charset="0"/>
              </a:rPr>
              <a:t>Jak se změní registr PC při vykonání instrukce</a:t>
            </a:r>
            <a:br>
              <a:rPr lang="cs-CZ" sz="2400" b="0" dirty="0">
                <a:latin typeface="Verdana" pitchFamily="34" charset="0"/>
              </a:rPr>
            </a:br>
            <a:r>
              <a:rPr lang="cs-CZ" sz="2400" dirty="0">
                <a:latin typeface="Consolas" panose="020B0609020204030204" pitchFamily="49" charset="0"/>
              </a:rPr>
              <a:t>PC=0x0020</a:t>
            </a:r>
            <a:r>
              <a:rPr lang="cs-CZ" sz="2400" b="0" dirty="0">
                <a:latin typeface="Consolas" panose="020B0609020204030204" pitchFamily="49" charset="0"/>
              </a:rPr>
              <a:t>, </a:t>
            </a:r>
            <a:r>
              <a:rPr lang="cs-CZ" sz="2400" dirty="0">
                <a:latin typeface="Consolas" panose="020B0609020204030204" pitchFamily="49" charset="0"/>
              </a:rPr>
              <a:t>R18=2</a:t>
            </a:r>
            <a:r>
              <a:rPr lang="cs-CZ" sz="2400" b="0" dirty="0">
                <a:latin typeface="Consolas" panose="020B0609020204030204" pitchFamily="49" charset="0"/>
              </a:rPr>
              <a:t> </a:t>
            </a:r>
            <a:r>
              <a:rPr lang="cs-CZ" sz="2400" b="0" dirty="0">
                <a:latin typeface="Verdana" pitchFamily="34" charset="0"/>
              </a:rPr>
              <a:t>nebo</a:t>
            </a:r>
            <a:r>
              <a:rPr lang="cs-CZ" sz="2400" b="0" dirty="0">
                <a:latin typeface="Consolas" panose="020B0609020204030204" pitchFamily="49" charset="0"/>
              </a:rPr>
              <a:t> </a:t>
            </a:r>
            <a:r>
              <a:rPr lang="cs-CZ" sz="2400" dirty="0">
                <a:latin typeface="Consolas" panose="020B0609020204030204" pitchFamily="49" charset="0"/>
              </a:rPr>
              <a:t>R18=0</a:t>
            </a:r>
            <a:br>
              <a:rPr lang="cs-CZ" sz="2400" b="0" dirty="0">
                <a:latin typeface="Verdana" pitchFamily="34" charset="0"/>
              </a:rPr>
            </a:br>
            <a:r>
              <a:rPr lang="cs-CZ" sz="2400" dirty="0">
                <a:latin typeface="Consolas" panose="020B0609020204030204" pitchFamily="49" charset="0"/>
              </a:rPr>
              <a:t>CPI R18,2</a:t>
            </a:r>
            <a:br>
              <a:rPr lang="cs-CZ" sz="2400" dirty="0">
                <a:latin typeface="Consolas" panose="020B0609020204030204" pitchFamily="49" charset="0"/>
              </a:rPr>
            </a:br>
            <a:r>
              <a:rPr lang="cs-CZ" sz="2400" dirty="0">
                <a:latin typeface="Consolas" panose="020B0609020204030204" pitchFamily="49" charset="0"/>
              </a:rPr>
              <a:t>BRNE 0x002</a:t>
            </a:r>
          </a:p>
          <a:p>
            <a:pPr marL="360000" indent="-360000" eaLnBrk="0" hangingPunct="0">
              <a:spcBef>
                <a:spcPct val="0"/>
              </a:spcBef>
              <a:spcAft>
                <a:spcPts val="600"/>
              </a:spcAft>
              <a:buSzPct val="100000"/>
              <a:buFont typeface="Wingdings" panose="05000000000000000000" pitchFamily="2" charset="2"/>
              <a:buChar char=""/>
              <a:defRPr/>
            </a:pPr>
            <a:r>
              <a:rPr lang="cs-CZ" sz="2400" b="0" kern="1200" dirty="0">
                <a:latin typeface="Verdana" pitchFamily="34" charset="0"/>
              </a:rPr>
              <a:t>Jak se nastaví registry PC a SP, SRAM při vykonání instrukce </a:t>
            </a:r>
            <a:r>
              <a:rPr lang="cs-CZ" sz="2400" dirty="0">
                <a:latin typeface="Consolas" panose="020B0609020204030204" pitchFamily="49" charset="0"/>
              </a:rPr>
              <a:t>PC=0x100</a:t>
            </a:r>
            <a:r>
              <a:rPr lang="cs-CZ" sz="2400" b="0" kern="1200" dirty="0">
                <a:latin typeface="Verdana" pitchFamily="34" charset="0"/>
              </a:rPr>
              <a:t>, </a:t>
            </a:r>
            <a:r>
              <a:rPr lang="cs-CZ" sz="2400" dirty="0">
                <a:latin typeface="Consolas" panose="020B0609020204030204" pitchFamily="49" charset="0"/>
              </a:rPr>
              <a:t>SP=0x1FF</a:t>
            </a:r>
            <a:br>
              <a:rPr lang="cs-CZ" sz="2400" b="0" kern="1200" dirty="0">
                <a:latin typeface="Verdana" pitchFamily="34" charset="0"/>
              </a:rPr>
            </a:br>
            <a:r>
              <a:rPr lang="cs-CZ" sz="2400" dirty="0">
                <a:latin typeface="Consolas" panose="020B0609020204030204" pitchFamily="49" charset="0"/>
              </a:rPr>
              <a:t>RCALL 0x0010</a:t>
            </a:r>
          </a:p>
        </p:txBody>
      </p:sp>
      <p:sp>
        <p:nvSpPr>
          <p:cNvPr id="2" name="TextovéPole 1"/>
          <p:cNvSpPr txBox="1"/>
          <p:nvPr/>
        </p:nvSpPr>
        <p:spPr>
          <a:xfrm>
            <a:off x="8172400" y="188640"/>
            <a:ext cx="720080" cy="923330"/>
          </a:xfrm>
          <a:prstGeom prst="rect">
            <a:avLst/>
          </a:prstGeom>
          <a:solidFill>
            <a:schemeClr val="bg1">
              <a:lumMod val="75000"/>
            </a:schemeClr>
          </a:solidFill>
          <a:ln/>
        </p:spPr>
        <p:txBody>
          <a:bodyPr wrap="square" rtlCol="0">
            <a:spAutoFit/>
          </a:bodyPr>
          <a:lstStyle/>
          <a:p>
            <a:pPr algn="ctr"/>
            <a:r>
              <a:rPr lang="cs-CZ" sz="5400" kern="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sym typeface="Webdings"/>
              </a:rPr>
              <a:t></a:t>
            </a:r>
            <a:endParaRPr lang="cs-CZ" sz="5400" kern="0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 pitchFamily="34" charset="0"/>
            </a:endParaRPr>
          </a:p>
        </p:txBody>
      </p:sp>
      <p:sp>
        <p:nvSpPr>
          <p:cNvPr id="5" name="Tlačítko akce: Vlastní 4">
            <a:hlinkClick r:id="" action="ppaction://hlinkshowjump?jump=nextslide" highlightClick="1"/>
          </p:cNvPr>
          <p:cNvSpPr/>
          <p:nvPr/>
        </p:nvSpPr>
        <p:spPr>
          <a:xfrm>
            <a:off x="6840008" y="6300008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6" name="Tlačítko akce: Vlastní 5">
            <a:hlinkClick r:id="" action="ppaction://hlinkshowjump?jump=previousslide" highlightClick="1"/>
          </p:cNvPr>
          <p:cNvSpPr/>
          <p:nvPr/>
        </p:nvSpPr>
        <p:spPr>
          <a:xfrm>
            <a:off x="5760007" y="6300008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7" name="Tlačítko akce: Vlastní 6">
            <a:hlinkClick r:id="rId3" action="ppaction://hlinksldjump" highlightClick="1"/>
          </p:cNvPr>
          <p:cNvSpPr/>
          <p:nvPr/>
        </p:nvSpPr>
        <p:spPr>
          <a:xfrm>
            <a:off x="7920007" y="6300008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8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latin typeface="Arial Black" pitchFamily="34" charset="0"/>
            </a:endParaRPr>
          </a:p>
        </p:txBody>
      </p:sp>
      <p:sp>
        <p:nvSpPr>
          <p:cNvPr id="9" name="Zástupný symbol pro číslo snímku 5"/>
          <p:cNvSpPr txBox="1">
            <a:spLocks/>
          </p:cNvSpPr>
          <p:nvPr/>
        </p:nvSpPr>
        <p:spPr bwMode="auto">
          <a:xfrm>
            <a:off x="6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90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10" name="Rectangle 2"/>
          <p:cNvSpPr>
            <a:spLocks noGrp="1" noChangeArrowheads="1"/>
          </p:cNvSpPr>
          <p:nvPr>
            <p:ph type="title"/>
          </p:nvPr>
        </p:nvSpPr>
        <p:spPr>
          <a:xfrm>
            <a:off x="720000" y="72000"/>
            <a:ext cx="7772400" cy="400110"/>
          </a:xfrm>
          <a:noFill/>
          <a:ln/>
        </p:spPr>
        <p:txBody>
          <a:bodyPr>
            <a:spAutoFit/>
          </a:bodyPr>
          <a:lstStyle/>
          <a:p>
            <a:pPr>
              <a:defRPr/>
            </a:pPr>
            <a:r>
              <a:rPr lang="cs-CZ" sz="20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</a:rPr>
              <a:t>Kontrolní otázky</a:t>
            </a:r>
          </a:p>
        </p:txBody>
      </p:sp>
    </p:spTree>
    <p:extLst>
      <p:ext uri="{BB962C8B-B14F-4D97-AF65-F5344CB8AC3E}">
        <p14:creationId xmlns:p14="http://schemas.microsoft.com/office/powerpoint/2010/main" val="26152319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/>
    </p:bld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050" name="Rectangle 2"/>
          <p:cNvSpPr>
            <a:spLocks noChangeArrowheads="1"/>
          </p:cNvSpPr>
          <p:nvPr/>
        </p:nvSpPr>
        <p:spPr bwMode="auto">
          <a:xfrm>
            <a:off x="360001" y="1080000"/>
            <a:ext cx="8784000" cy="32162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504000" indent="-504000">
              <a:spcBef>
                <a:spcPts val="0"/>
              </a:spcBef>
              <a:spcAft>
                <a:spcPts val="1800"/>
              </a:spcAft>
              <a:buClr>
                <a:schemeClr val="bg2"/>
              </a:buClr>
              <a:buSzPct val="100000"/>
              <a:buFont typeface="Wingdings" pitchFamily="2" charset="2"/>
              <a:buChar char="n"/>
              <a:defRPr/>
            </a:pPr>
            <a:r>
              <a:rPr lang="cs-CZ" sz="2800" dirty="0">
                <a:latin typeface="Verdana" pitchFamily="34" charset="0"/>
              </a:rPr>
              <a:t>Instrukce</a:t>
            </a:r>
            <a:r>
              <a:rPr lang="cs-CZ" sz="2800" b="0" dirty="0">
                <a:latin typeface="Verdana" pitchFamily="34" charset="0"/>
              </a:rPr>
              <a:t> se vykonávají v </a:t>
            </a:r>
            <a:r>
              <a:rPr lang="cs-CZ" sz="2800" dirty="0">
                <a:latin typeface="Verdana" pitchFamily="34" charset="0"/>
              </a:rPr>
              <a:t>taktech</a:t>
            </a:r>
            <a:endParaRPr lang="cs-CZ" sz="3200" dirty="0">
              <a:latin typeface="Verdana" pitchFamily="34" charset="0"/>
            </a:endParaRPr>
          </a:p>
          <a:p>
            <a:pPr marL="504000" indent="-504000">
              <a:spcBef>
                <a:spcPts val="0"/>
              </a:spcBef>
              <a:spcAft>
                <a:spcPts val="2400"/>
              </a:spcAft>
              <a:buSzPct val="100000"/>
              <a:buFont typeface="Wingdings" panose="05000000000000000000" pitchFamily="2" charset="2"/>
              <a:buChar char="ü"/>
            </a:pPr>
            <a:r>
              <a:rPr lang="cs-CZ" dirty="0">
                <a:latin typeface="Verdana" pitchFamily="34" charset="0"/>
              </a:rPr>
              <a:t>Délka taktu </a:t>
            </a:r>
            <a:br>
              <a:rPr lang="cs-CZ" dirty="0">
                <a:latin typeface="Verdana" pitchFamily="34" charset="0"/>
              </a:rPr>
            </a:br>
            <a:r>
              <a:rPr lang="cs-CZ" dirty="0">
                <a:latin typeface="Consolas" panose="020B0609020204030204" pitchFamily="49" charset="0"/>
              </a:rPr>
              <a:t>T=1/</a:t>
            </a:r>
            <a:r>
              <a:rPr lang="cs-CZ" dirty="0" err="1">
                <a:latin typeface="Consolas" panose="020B0609020204030204" pitchFamily="49" charset="0"/>
              </a:rPr>
              <a:t>f</a:t>
            </a:r>
            <a:r>
              <a:rPr lang="cs-CZ" baseline="-25000" dirty="0" err="1">
                <a:latin typeface="Consolas" panose="020B0609020204030204" pitchFamily="49" charset="0"/>
              </a:rPr>
              <a:t>osc</a:t>
            </a:r>
            <a:endParaRPr lang="cs-CZ" baseline="-25000" dirty="0">
              <a:latin typeface="Consolas" panose="020B0609020204030204" pitchFamily="49" charset="0"/>
            </a:endParaRPr>
          </a:p>
          <a:p>
            <a:pPr marL="504000" indent="-504000">
              <a:spcBef>
                <a:spcPts val="0"/>
              </a:spcBef>
              <a:spcAft>
                <a:spcPts val="2400"/>
              </a:spcAft>
              <a:buSzPct val="100000"/>
              <a:buFont typeface="Wingdings" panose="05000000000000000000" pitchFamily="2" charset="2"/>
              <a:buChar char="ü"/>
            </a:pPr>
            <a:r>
              <a:rPr lang="cs-CZ" b="0" dirty="0">
                <a:latin typeface="Verdana" pitchFamily="34" charset="0"/>
              </a:rPr>
              <a:t>Pro </a:t>
            </a:r>
            <a:r>
              <a:rPr lang="cs-CZ" dirty="0" err="1">
                <a:latin typeface="Consolas" panose="020B0609020204030204" pitchFamily="49" charset="0"/>
              </a:rPr>
              <a:t>f</a:t>
            </a:r>
            <a:r>
              <a:rPr lang="cs-CZ" baseline="-25000" dirty="0" err="1">
                <a:latin typeface="Consolas" panose="020B0609020204030204" pitchFamily="49" charset="0"/>
              </a:rPr>
              <a:t>osc</a:t>
            </a:r>
            <a:r>
              <a:rPr lang="cs-CZ" dirty="0">
                <a:latin typeface="Consolas" panose="020B0609020204030204" pitchFamily="49" charset="0"/>
              </a:rPr>
              <a:t>=16 MHz</a:t>
            </a:r>
            <a:r>
              <a:rPr lang="cs-CZ" b="0" dirty="0">
                <a:latin typeface="Verdana" pitchFamily="34" charset="0"/>
              </a:rPr>
              <a:t> je </a:t>
            </a:r>
            <a:r>
              <a:rPr lang="cs-CZ" dirty="0">
                <a:latin typeface="Consolas" panose="020B0609020204030204" pitchFamily="49" charset="0"/>
              </a:rPr>
              <a:t>T=62,5 </a:t>
            </a:r>
            <a:r>
              <a:rPr lang="cs-CZ" dirty="0" err="1">
                <a:latin typeface="Consolas" panose="020B0609020204030204" pitchFamily="49" charset="0"/>
              </a:rPr>
              <a:t>ns</a:t>
            </a:r>
            <a:endParaRPr lang="cs-CZ" dirty="0">
              <a:latin typeface="Consolas" panose="020B0609020204030204" pitchFamily="49" charset="0"/>
            </a:endParaRPr>
          </a:p>
          <a:p>
            <a:pPr marL="504000" indent="-504000">
              <a:spcBef>
                <a:spcPts val="0"/>
              </a:spcBef>
              <a:spcAft>
                <a:spcPts val="2400"/>
              </a:spcAft>
              <a:buSzPct val="100000"/>
              <a:buFont typeface="Wingdings" panose="05000000000000000000" pitchFamily="2" charset="2"/>
              <a:buChar char="ü"/>
            </a:pPr>
            <a:r>
              <a:rPr lang="cs-CZ" dirty="0">
                <a:latin typeface="Verdana" pitchFamily="34" charset="0"/>
              </a:rPr>
              <a:t>Počet taktů</a:t>
            </a:r>
            <a:r>
              <a:rPr lang="cs-CZ" b="0" dirty="0">
                <a:latin typeface="Verdana" pitchFamily="34" charset="0"/>
              </a:rPr>
              <a:t> pro provedení instrukce udává tabulka instrukcí ve sloupci </a:t>
            </a:r>
            <a:r>
              <a:rPr lang="cs-CZ" dirty="0">
                <a:latin typeface="Verdana" pitchFamily="34" charset="0"/>
              </a:rPr>
              <a:t>T</a:t>
            </a:r>
          </a:p>
        </p:txBody>
      </p:sp>
      <p:sp>
        <p:nvSpPr>
          <p:cNvPr id="13" name="Rectangle 3"/>
          <p:cNvSpPr>
            <a:spLocks noGrp="1" noChangeArrowheads="1"/>
          </p:cNvSpPr>
          <p:nvPr>
            <p:ph type="title"/>
          </p:nvPr>
        </p:nvSpPr>
        <p:spPr>
          <a:xfrm>
            <a:off x="468002" y="288002"/>
            <a:ext cx="8104183" cy="720000"/>
          </a:xfrm>
        </p:spPr>
        <p:txBody>
          <a:bodyPr/>
          <a:lstStyle/>
          <a:p>
            <a:pPr>
              <a:defRPr/>
            </a:pPr>
            <a:r>
              <a:rPr lang="cs-CZ" sz="40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Doba vykonávání instrukce</a:t>
            </a:r>
          </a:p>
        </p:txBody>
      </p:sp>
      <p:sp>
        <p:nvSpPr>
          <p:cNvPr id="9" name="Tlačítko akce: Vlastní 8">
            <a:hlinkClick r:id="" action="ppaction://hlinkshowjump?jump=nextslide" highlightClick="1"/>
          </p:cNvPr>
          <p:cNvSpPr/>
          <p:nvPr/>
        </p:nvSpPr>
        <p:spPr>
          <a:xfrm>
            <a:off x="6840008" y="6300008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10" name="Tlačítko akce: Vlastní 9">
            <a:hlinkClick r:id="" action="ppaction://hlinkshowjump?jump=previousslide" highlightClick="1"/>
          </p:cNvPr>
          <p:cNvSpPr/>
          <p:nvPr/>
        </p:nvSpPr>
        <p:spPr>
          <a:xfrm>
            <a:off x="5760007" y="6300008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11" name="Tlačítko akce: Vlastní 10">
            <a:hlinkClick r:id="rId3" action="ppaction://hlinksldjump" highlightClick="1"/>
          </p:cNvPr>
          <p:cNvSpPr/>
          <p:nvPr/>
        </p:nvSpPr>
        <p:spPr>
          <a:xfrm>
            <a:off x="7920007" y="6300008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12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latin typeface="Arial Black" pitchFamily="34" charset="0"/>
            </a:endParaRPr>
          </a:p>
        </p:txBody>
      </p:sp>
      <p:sp>
        <p:nvSpPr>
          <p:cNvPr id="14" name="Zástupný symbol pro číslo snímku 5"/>
          <p:cNvSpPr txBox="1">
            <a:spLocks/>
          </p:cNvSpPr>
          <p:nvPr/>
        </p:nvSpPr>
        <p:spPr bwMode="auto">
          <a:xfrm>
            <a:off x="6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91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grpSp>
        <p:nvGrpSpPr>
          <p:cNvPr id="3" name="Skupina 2"/>
          <p:cNvGrpSpPr/>
          <p:nvPr/>
        </p:nvGrpSpPr>
        <p:grpSpPr>
          <a:xfrm>
            <a:off x="898948" y="4320000"/>
            <a:ext cx="3673052" cy="1667325"/>
            <a:chOff x="898948" y="4320000"/>
            <a:chExt cx="3673052" cy="1667325"/>
          </a:xfrm>
        </p:grpSpPr>
        <p:sp>
          <p:nvSpPr>
            <p:cNvPr id="15" name="Obdélník 14"/>
            <p:cNvSpPr/>
            <p:nvPr/>
          </p:nvSpPr>
          <p:spPr>
            <a:xfrm>
              <a:off x="898948" y="4320000"/>
              <a:ext cx="3673052" cy="166732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square" lIns="90000" tIns="288000" rIns="90000" bIns="108000">
              <a:spAutoFit/>
            </a:bodyPr>
            <a:lstStyle/>
            <a:p>
              <a:r>
                <a:rPr lang="cs-CZ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LDI	Rd,k8	1</a:t>
              </a:r>
            </a:p>
            <a:p>
              <a:r>
                <a:rPr lang="cs-CZ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DEC	</a:t>
              </a:r>
              <a:r>
                <a:rPr lang="cs-CZ" sz="1600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Rd</a:t>
              </a:r>
              <a:r>
                <a:rPr lang="cs-CZ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	1</a:t>
              </a:r>
            </a:p>
            <a:p>
              <a:r>
                <a:rPr lang="cs-CZ" sz="1600" dirty="0">
                  <a:latin typeface="Consolas" panose="020B0609020204030204" pitchFamily="49" charset="0"/>
                </a:rPr>
                <a:t>CPI	Rd,0	1</a:t>
              </a:r>
            </a:p>
            <a:p>
              <a:r>
                <a:rPr lang="cs-CZ" sz="1600" dirty="0" err="1">
                  <a:latin typeface="Consolas" panose="020B0609020204030204" pitchFamily="49" charset="0"/>
                </a:rPr>
                <a:t>BRxx</a:t>
              </a:r>
              <a:r>
                <a:rPr lang="cs-CZ" sz="1600" dirty="0">
                  <a:latin typeface="Consolas" panose="020B0609020204030204" pitchFamily="49" charset="0"/>
                </a:rPr>
                <a:t>		2 skok</a:t>
              </a:r>
            </a:p>
            <a:p>
              <a:r>
                <a:rPr lang="cs-CZ" sz="1600" dirty="0">
                  <a:latin typeface="Consolas" panose="020B0609020204030204" pitchFamily="49" charset="0"/>
                </a:rPr>
                <a:t>		1</a:t>
              </a:r>
            </a:p>
          </p:txBody>
        </p:sp>
        <p:sp>
          <p:nvSpPr>
            <p:cNvPr id="2" name="Obdélník 1"/>
            <p:cNvSpPr/>
            <p:nvPr/>
          </p:nvSpPr>
          <p:spPr>
            <a:xfrm>
              <a:off x="898948" y="4320000"/>
              <a:ext cx="3673052" cy="246221"/>
            </a:xfrm>
            <a:prstGeom prst="rect">
              <a:avLst/>
            </a:prstGeom>
            <a:solidFill>
              <a:schemeClr val="bg2">
                <a:lumMod val="20000"/>
                <a:lumOff val="80000"/>
              </a:schemeClr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square" lIns="36000" tIns="0" rIns="36000" bIns="0">
              <a:spAutoFit/>
            </a:bodyPr>
            <a:lstStyle/>
            <a:p>
              <a:r>
                <a:rPr lang="cs-CZ" sz="1600" dirty="0">
                  <a:solidFill>
                    <a:schemeClr val="tx1"/>
                  </a:solidFill>
                  <a:latin typeface="Consolas" panose="020B0609020204030204" pitchFamily="49" charset="0"/>
                </a:rPr>
                <a:t>Instrukce	T</a:t>
              </a:r>
            </a:p>
          </p:txBody>
        </p:sp>
      </p:grpSp>
      <p:sp>
        <p:nvSpPr>
          <p:cNvPr id="17" name="Obdélník 16"/>
          <p:cNvSpPr/>
          <p:nvPr/>
        </p:nvSpPr>
        <p:spPr>
          <a:xfrm>
            <a:off x="4899133" y="4320000"/>
            <a:ext cx="3673052" cy="1630973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square" lIns="90000" tIns="288000" rIns="90000" bIns="108000">
            <a:spAutoFit/>
          </a:bodyPr>
          <a:lstStyle/>
          <a:p>
            <a:r>
              <a:rPr lang="cs-CZ" sz="1600" dirty="0">
                <a:latin typeface="Consolas" panose="020B0609020204030204" pitchFamily="49" charset="0"/>
                <a:cs typeface="Consolas" panose="020B0609020204030204" pitchFamily="49" charset="0"/>
              </a:rPr>
              <a:t>RCALL	</a:t>
            </a:r>
            <a:r>
              <a:rPr lang="cs-CZ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xxx</a:t>
            </a:r>
            <a:r>
              <a:rPr lang="cs-CZ" sz="1600" dirty="0">
                <a:latin typeface="Consolas" panose="020B0609020204030204" pitchFamily="49" charset="0"/>
                <a:cs typeface="Consolas" panose="020B0609020204030204" pitchFamily="49" charset="0"/>
              </a:rPr>
              <a:t>	3</a:t>
            </a:r>
          </a:p>
          <a:p>
            <a:r>
              <a:rPr lang="cs-CZ" sz="1600" dirty="0">
                <a:latin typeface="Consolas" panose="020B0609020204030204" pitchFamily="49" charset="0"/>
                <a:cs typeface="Consolas" panose="020B0609020204030204" pitchFamily="49" charset="0"/>
              </a:rPr>
              <a:t>RET		4</a:t>
            </a:r>
          </a:p>
          <a:p>
            <a:r>
              <a:rPr lang="cs-CZ" sz="1600" dirty="0">
                <a:latin typeface="Consolas" panose="020B0609020204030204" pitchFamily="49" charset="0"/>
              </a:rPr>
              <a:t>RJMP		3</a:t>
            </a:r>
          </a:p>
          <a:p>
            <a:r>
              <a:rPr lang="cs-CZ" sz="1600" dirty="0">
                <a:latin typeface="Consolas" panose="020B0609020204030204" pitchFamily="49" charset="0"/>
              </a:rPr>
              <a:t>SBRC	</a:t>
            </a:r>
            <a:r>
              <a:rPr lang="cs-CZ" sz="1600" dirty="0" err="1">
                <a:latin typeface="Consolas" panose="020B0609020204030204" pitchFamily="49" charset="0"/>
              </a:rPr>
              <a:t>xxx</a:t>
            </a:r>
            <a:r>
              <a:rPr lang="cs-CZ" sz="1600" dirty="0">
                <a:latin typeface="Consolas" panose="020B0609020204030204" pitchFamily="49" charset="0"/>
              </a:rPr>
              <a:t>	2 skip</a:t>
            </a:r>
          </a:p>
          <a:p>
            <a:r>
              <a:rPr lang="cs-CZ" sz="1600" dirty="0">
                <a:latin typeface="Consolas" panose="020B0609020204030204" pitchFamily="49" charset="0"/>
              </a:rPr>
              <a:t>		1 no skip</a:t>
            </a:r>
          </a:p>
        </p:txBody>
      </p:sp>
      <p:sp>
        <p:nvSpPr>
          <p:cNvPr id="18" name="Obdélník 17"/>
          <p:cNvSpPr/>
          <p:nvPr/>
        </p:nvSpPr>
        <p:spPr>
          <a:xfrm>
            <a:off x="4899133" y="4320000"/>
            <a:ext cx="3673052" cy="246221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square" lIns="36000" tIns="0" rIns="36000" bIns="0">
            <a:spAutoFit/>
          </a:bodyPr>
          <a:lstStyle/>
          <a:p>
            <a:r>
              <a:rPr lang="cs-CZ" sz="1600" dirty="0">
                <a:solidFill>
                  <a:schemeClr val="tx1"/>
                </a:solidFill>
                <a:latin typeface="Consolas" panose="020B0609020204030204" pitchFamily="49" charset="0"/>
              </a:rPr>
              <a:t>Instrukce	T</a:t>
            </a:r>
          </a:p>
        </p:txBody>
      </p:sp>
    </p:spTree>
    <p:extLst>
      <p:ext uri="{BB962C8B-B14F-4D97-AF65-F5344CB8AC3E}">
        <p14:creationId xmlns:p14="http://schemas.microsoft.com/office/powerpoint/2010/main" val="512510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0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580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05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5805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05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5805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05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5805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4" grpId="0"/>
    </p:bld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>
          <a:xfrm>
            <a:off x="468313" y="288000"/>
            <a:ext cx="7772400" cy="720000"/>
          </a:xfrm>
          <a:noFill/>
          <a:ln/>
        </p:spPr>
        <p:txBody>
          <a:bodyPr/>
          <a:lstStyle/>
          <a:p>
            <a:r>
              <a:rPr lang="cs-CZ" sz="40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Zpoždění</a:t>
            </a:r>
          </a:p>
        </p:txBody>
      </p:sp>
      <p:sp>
        <p:nvSpPr>
          <p:cNvPr id="29" name="Tlačítko akce: Vlastní 28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30" name="Tlačítko akce: Vlastní 29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31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latin typeface="Arial Black" pitchFamily="34" charset="0"/>
            </a:endParaRPr>
          </a:p>
        </p:txBody>
      </p:sp>
      <p:sp>
        <p:nvSpPr>
          <p:cNvPr id="32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92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33" name="Tlačítko akce: Vlastní 32">
            <a:hlinkClick r:id="rId3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12" name="Rectangle 2"/>
          <p:cNvSpPr>
            <a:spLocks noChangeArrowheads="1"/>
          </p:cNvSpPr>
          <p:nvPr/>
        </p:nvSpPr>
        <p:spPr bwMode="auto">
          <a:xfrm>
            <a:off x="360001" y="1080000"/>
            <a:ext cx="878400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504000" indent="-504000">
              <a:spcBef>
                <a:spcPts val="0"/>
              </a:spcBef>
              <a:spcAft>
                <a:spcPts val="1800"/>
              </a:spcAft>
              <a:buClr>
                <a:schemeClr val="bg2"/>
              </a:buClr>
              <a:buSzPct val="100000"/>
              <a:buFont typeface="Wingdings" pitchFamily="2" charset="2"/>
              <a:buChar char="n"/>
              <a:defRPr/>
            </a:pPr>
            <a:r>
              <a:rPr lang="cs-CZ" sz="2800" b="0" dirty="0">
                <a:latin typeface="Verdana" pitchFamily="34" charset="0"/>
              </a:rPr>
              <a:t>Vypočítejte pro zadané zpoždění nastavení registru, zpoždění se vytvoří opakováním v cyklu</a:t>
            </a:r>
            <a:endParaRPr lang="cs-CZ" sz="3200" b="0" dirty="0">
              <a:latin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165127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 animBg="1"/>
      <p:bldP spid="32" grpId="0"/>
    </p:bld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lačítko akce: Vlastní 28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30" name="Tlačítko akce: Vlastní 29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31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latin typeface="Arial Black" pitchFamily="34" charset="0"/>
            </a:endParaRPr>
          </a:p>
        </p:txBody>
      </p:sp>
      <p:sp>
        <p:nvSpPr>
          <p:cNvPr id="32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93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33" name="Tlačítko akce: Vlastní 32">
            <a:hlinkClick r:id="rId3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15" name="Obdélník 14"/>
          <p:cNvSpPr/>
          <p:nvPr/>
        </p:nvSpPr>
        <p:spPr>
          <a:xfrm>
            <a:off x="3887061" y="1187063"/>
            <a:ext cx="4068000" cy="2428284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square" lIns="90000" tIns="288000" rIns="90000" bIns="288000">
            <a:spAutoFit/>
          </a:bodyPr>
          <a:lstStyle/>
          <a:p>
            <a:r>
              <a:rPr lang="cs-CZ" dirty="0">
                <a:latin typeface="Consolas" panose="020B0609020204030204" pitchFamily="49" charset="0"/>
                <a:cs typeface="Consolas" panose="020B0609020204030204" pitchFamily="49" charset="0"/>
              </a:rPr>
              <a:t>ZPO1:	LDI	R16,3</a:t>
            </a:r>
          </a:p>
          <a:p>
            <a:r>
              <a:rPr lang="cs-CZ" dirty="0">
                <a:latin typeface="Consolas" panose="020B0609020204030204" pitchFamily="49" charset="0"/>
                <a:cs typeface="Consolas" panose="020B0609020204030204" pitchFamily="49" charset="0"/>
              </a:rPr>
              <a:t>ZP1:	DEC	R16</a:t>
            </a:r>
          </a:p>
          <a:p>
            <a:r>
              <a:rPr lang="cs-CZ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cs-CZ" dirty="0">
                <a:latin typeface="Consolas" panose="020B0609020204030204" pitchFamily="49" charset="0"/>
              </a:rPr>
              <a:t>CPI	R16,0</a:t>
            </a:r>
          </a:p>
          <a:p>
            <a:r>
              <a:rPr lang="cs-CZ" dirty="0">
                <a:latin typeface="Consolas" panose="020B0609020204030204" pitchFamily="49" charset="0"/>
              </a:rPr>
              <a:t>	BRNE	ZP1	</a:t>
            </a:r>
          </a:p>
          <a:p>
            <a:r>
              <a:rPr lang="cs-CZ" dirty="0">
                <a:latin typeface="Consolas" panose="020B0609020204030204" pitchFamily="49" charset="0"/>
              </a:rPr>
              <a:t>	NOP</a:t>
            </a:r>
          </a:p>
        </p:txBody>
      </p:sp>
      <p:pic>
        <p:nvPicPr>
          <p:cNvPr id="4" name="Obrázek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9632" y="1187063"/>
            <a:ext cx="1219202" cy="3590551"/>
          </a:xfrm>
          <a:prstGeom prst="rect">
            <a:avLst/>
          </a:prstGeom>
        </p:spPr>
      </p:pic>
      <p:sp>
        <p:nvSpPr>
          <p:cNvPr id="10" name="Rectangle 2"/>
          <p:cNvSpPr>
            <a:spLocks noGrp="1" noChangeArrowheads="1"/>
          </p:cNvSpPr>
          <p:nvPr>
            <p:ph type="title"/>
          </p:nvPr>
        </p:nvSpPr>
        <p:spPr>
          <a:xfrm>
            <a:off x="720000" y="72000"/>
            <a:ext cx="7772400" cy="400110"/>
          </a:xfrm>
          <a:noFill/>
          <a:ln/>
        </p:spPr>
        <p:txBody>
          <a:bodyPr>
            <a:spAutoFit/>
          </a:bodyPr>
          <a:lstStyle/>
          <a:p>
            <a:pPr>
              <a:defRPr/>
            </a:pPr>
            <a:r>
              <a:rPr lang="cs-CZ" sz="20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</a:rPr>
              <a:t>Zpoždění</a:t>
            </a:r>
          </a:p>
        </p:txBody>
      </p:sp>
    </p:spTree>
    <p:extLst>
      <p:ext uri="{BB962C8B-B14F-4D97-AF65-F5344CB8AC3E}">
        <p14:creationId xmlns:p14="http://schemas.microsoft.com/office/powerpoint/2010/main" val="42719168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 animBg="1"/>
      <p:bldP spid="32" grpId="0"/>
      <p:bldP spid="15" grpId="0" animBg="1"/>
    </p:bld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lačítko akce: Vlastní 28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30" name="Tlačítko akce: Vlastní 29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31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latin typeface="Arial Black" pitchFamily="34" charset="0"/>
            </a:endParaRPr>
          </a:p>
        </p:txBody>
      </p:sp>
      <p:sp>
        <p:nvSpPr>
          <p:cNvPr id="32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94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33" name="Tlačítko akce: Vlastní 32">
            <a:hlinkClick r:id="rId3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15" name="Obdélník 14"/>
          <p:cNvSpPr/>
          <p:nvPr/>
        </p:nvSpPr>
        <p:spPr>
          <a:xfrm>
            <a:off x="853708" y="1080000"/>
            <a:ext cx="6094556" cy="4644276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square" lIns="90000" tIns="288000" rIns="90000" bIns="288000">
            <a:spAutoFit/>
          </a:bodyPr>
          <a:lstStyle/>
          <a:p>
            <a:r>
              <a:rPr lang="cs-CZ" dirty="0">
                <a:latin typeface="Consolas" panose="020B0609020204030204" pitchFamily="49" charset="0"/>
                <a:cs typeface="Consolas" panose="020B0609020204030204" pitchFamily="49" charset="0"/>
              </a:rPr>
              <a:t>LDI	R16,3		3	1	</a:t>
            </a:r>
          </a:p>
          <a:p>
            <a:r>
              <a:rPr lang="cs-CZ" dirty="0">
                <a:latin typeface="Consolas" panose="020B0609020204030204" pitchFamily="49" charset="0"/>
                <a:cs typeface="Consolas" panose="020B0609020204030204" pitchFamily="49" charset="0"/>
              </a:rPr>
              <a:t>DEC	R16		2	1</a:t>
            </a:r>
          </a:p>
          <a:p>
            <a:r>
              <a:rPr lang="cs-CZ" dirty="0">
                <a:latin typeface="Consolas" panose="020B0609020204030204" pitchFamily="49" charset="0"/>
              </a:rPr>
              <a:t>CPI	R16,0			1</a:t>
            </a:r>
          </a:p>
          <a:p>
            <a:r>
              <a:rPr lang="cs-CZ" dirty="0">
                <a:latin typeface="Consolas" panose="020B0609020204030204" pitchFamily="49" charset="0"/>
              </a:rPr>
              <a:t>BRNE	ZP1			2</a:t>
            </a:r>
          </a:p>
          <a:p>
            <a:r>
              <a:rPr lang="cs-CZ" dirty="0">
                <a:latin typeface="Consolas" panose="020B0609020204030204" pitchFamily="49" charset="0"/>
                <a:cs typeface="Consolas" panose="020B0609020204030204" pitchFamily="49" charset="0"/>
              </a:rPr>
              <a:t>DEC	R16		1	1</a:t>
            </a:r>
          </a:p>
          <a:p>
            <a:r>
              <a:rPr lang="cs-CZ" dirty="0">
                <a:latin typeface="Consolas" panose="020B0609020204030204" pitchFamily="49" charset="0"/>
              </a:rPr>
              <a:t>CPI	R16,0			1</a:t>
            </a:r>
          </a:p>
          <a:p>
            <a:r>
              <a:rPr lang="cs-CZ" dirty="0">
                <a:latin typeface="Consolas" panose="020B0609020204030204" pitchFamily="49" charset="0"/>
              </a:rPr>
              <a:t>BRNE	ZP1			2</a:t>
            </a:r>
          </a:p>
          <a:p>
            <a:r>
              <a:rPr lang="cs-CZ" dirty="0">
                <a:latin typeface="Consolas" panose="020B0609020204030204" pitchFamily="49" charset="0"/>
                <a:cs typeface="Consolas" panose="020B0609020204030204" pitchFamily="49" charset="0"/>
              </a:rPr>
              <a:t>DEC	R16		0	1</a:t>
            </a:r>
          </a:p>
          <a:p>
            <a:r>
              <a:rPr lang="cs-CZ" dirty="0">
                <a:latin typeface="Consolas" panose="020B0609020204030204" pitchFamily="49" charset="0"/>
              </a:rPr>
              <a:t>CPI	R16,0			1</a:t>
            </a:r>
          </a:p>
          <a:p>
            <a:r>
              <a:rPr lang="cs-CZ" dirty="0">
                <a:latin typeface="Consolas" panose="020B0609020204030204" pitchFamily="49" charset="0"/>
              </a:rPr>
              <a:t>BRNE	ZP1			1</a:t>
            </a:r>
          </a:p>
          <a:p>
            <a:r>
              <a:rPr lang="cs-CZ" dirty="0">
                <a:latin typeface="Consolas" panose="020B0609020204030204" pitchFamily="49" charset="0"/>
              </a:rPr>
              <a:t>NOP</a:t>
            </a:r>
          </a:p>
        </p:txBody>
      </p:sp>
      <p:sp>
        <p:nvSpPr>
          <p:cNvPr id="11" name="Obdélník 10"/>
          <p:cNvSpPr/>
          <p:nvPr/>
        </p:nvSpPr>
        <p:spPr>
          <a:xfrm>
            <a:off x="853708" y="1080000"/>
            <a:ext cx="5986292" cy="276999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square" lIns="36000" tIns="0" rIns="36000" bIns="0">
            <a:spAutoFit/>
          </a:bodyPr>
          <a:lstStyle/>
          <a:p>
            <a:r>
              <a:rPr lang="cs-CZ" sz="1600" dirty="0">
                <a:solidFill>
                  <a:schemeClr val="tx1"/>
                </a:solidFill>
                <a:latin typeface="Consolas" panose="020B0609020204030204" pitchFamily="49" charset="0"/>
              </a:rPr>
              <a:t>Instrukce		R16	</a:t>
            </a:r>
            <a:r>
              <a:rPr lang="cs-CZ" sz="1800" dirty="0">
                <a:solidFill>
                  <a:schemeClr val="tx1"/>
                </a:solidFill>
                <a:latin typeface="Consolas" panose="020B0609020204030204" pitchFamily="49" charset="0"/>
              </a:rPr>
              <a:t>T</a:t>
            </a:r>
          </a:p>
        </p:txBody>
      </p:sp>
      <p:sp>
        <p:nvSpPr>
          <p:cNvPr id="3" name="Pravá složená závorka 2"/>
          <p:cNvSpPr/>
          <p:nvPr/>
        </p:nvSpPr>
        <p:spPr>
          <a:xfrm>
            <a:off x="4788024" y="1765874"/>
            <a:ext cx="216024" cy="1015054"/>
          </a:xfrm>
          <a:prstGeom prst="rightBrace">
            <a:avLst>
              <a:gd name="adj1" fmla="val 36258"/>
              <a:gd name="adj2" fmla="val 50000"/>
            </a:avLst>
          </a:prstGeom>
          <a:ln w="38100">
            <a:solidFill>
              <a:schemeClr val="accent5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6" name="Pravá složená závorka 15"/>
          <p:cNvSpPr/>
          <p:nvPr/>
        </p:nvSpPr>
        <p:spPr>
          <a:xfrm>
            <a:off x="4788024" y="2848845"/>
            <a:ext cx="216024" cy="1015054"/>
          </a:xfrm>
          <a:prstGeom prst="rightBrace">
            <a:avLst>
              <a:gd name="adj1" fmla="val 36258"/>
              <a:gd name="adj2" fmla="val 50000"/>
            </a:avLst>
          </a:prstGeom>
          <a:ln w="38100">
            <a:solidFill>
              <a:schemeClr val="accent5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7" name="Pravá složená závorka 16"/>
          <p:cNvSpPr/>
          <p:nvPr/>
        </p:nvSpPr>
        <p:spPr>
          <a:xfrm>
            <a:off x="4788024" y="3931816"/>
            <a:ext cx="216024" cy="1015054"/>
          </a:xfrm>
          <a:prstGeom prst="rightBrace">
            <a:avLst>
              <a:gd name="adj1" fmla="val 36258"/>
              <a:gd name="adj2" fmla="val 50000"/>
            </a:avLst>
          </a:prstGeom>
          <a:ln w="38100">
            <a:solidFill>
              <a:schemeClr val="accent5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3" name="Rectangle 2"/>
          <p:cNvSpPr>
            <a:spLocks noGrp="1" noChangeArrowheads="1"/>
          </p:cNvSpPr>
          <p:nvPr>
            <p:ph type="title"/>
          </p:nvPr>
        </p:nvSpPr>
        <p:spPr>
          <a:xfrm>
            <a:off x="720000" y="72000"/>
            <a:ext cx="7772400" cy="400110"/>
          </a:xfrm>
          <a:noFill/>
          <a:ln/>
        </p:spPr>
        <p:txBody>
          <a:bodyPr>
            <a:spAutoFit/>
          </a:bodyPr>
          <a:lstStyle/>
          <a:p>
            <a:pPr>
              <a:defRPr/>
            </a:pPr>
            <a:r>
              <a:rPr lang="cs-CZ" sz="20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</a:rPr>
              <a:t>Zpoždění</a:t>
            </a:r>
          </a:p>
        </p:txBody>
      </p:sp>
    </p:spTree>
    <p:extLst>
      <p:ext uri="{BB962C8B-B14F-4D97-AF65-F5344CB8AC3E}">
        <p14:creationId xmlns:p14="http://schemas.microsoft.com/office/powerpoint/2010/main" val="29284608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 animBg="1"/>
      <p:bldP spid="32" grpId="0"/>
      <p:bldP spid="15" grpId="0" animBg="1"/>
    </p:bld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>
          <a:xfrm>
            <a:off x="468313" y="288000"/>
            <a:ext cx="7772400" cy="720000"/>
          </a:xfrm>
          <a:noFill/>
          <a:ln/>
        </p:spPr>
        <p:txBody>
          <a:bodyPr/>
          <a:lstStyle/>
          <a:p>
            <a:r>
              <a:rPr lang="cs-CZ" sz="40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Dlouhé zpoždění</a:t>
            </a:r>
          </a:p>
        </p:txBody>
      </p:sp>
      <p:sp>
        <p:nvSpPr>
          <p:cNvPr id="29" name="Tlačítko akce: Vlastní 28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30" name="Tlačítko akce: Vlastní 29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31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latin typeface="Arial Black" pitchFamily="34" charset="0"/>
            </a:endParaRPr>
          </a:p>
        </p:txBody>
      </p:sp>
      <p:sp>
        <p:nvSpPr>
          <p:cNvPr id="32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95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33" name="Tlačítko akce: Vlastní 32">
            <a:hlinkClick r:id="rId3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12" name="Rectangle 2"/>
          <p:cNvSpPr>
            <a:spLocks noChangeArrowheads="1"/>
          </p:cNvSpPr>
          <p:nvPr/>
        </p:nvSpPr>
        <p:spPr bwMode="auto">
          <a:xfrm>
            <a:off x="360001" y="1080000"/>
            <a:ext cx="8784000" cy="9541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504000" indent="-504000">
              <a:spcBef>
                <a:spcPts val="0"/>
              </a:spcBef>
              <a:spcAft>
                <a:spcPts val="1800"/>
              </a:spcAft>
              <a:buClr>
                <a:schemeClr val="bg2"/>
              </a:buClr>
              <a:buSzPct val="100000"/>
              <a:buFont typeface="Wingdings" pitchFamily="2" charset="2"/>
              <a:buChar char="n"/>
              <a:defRPr/>
            </a:pPr>
            <a:r>
              <a:rPr lang="cs-CZ" sz="2800" b="0" dirty="0">
                <a:latin typeface="Verdana" pitchFamily="34" charset="0"/>
              </a:rPr>
              <a:t>Vypočítejte nastavení registrů pro dlouhé časové zpoždění pro vícenásobný cyklus</a:t>
            </a:r>
            <a:endParaRPr lang="cs-CZ" sz="3200" b="0" dirty="0">
              <a:latin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676853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 animBg="1"/>
      <p:bldP spid="32" grpId="0"/>
    </p:bld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70" name="Rectangle 10"/>
          <p:cNvSpPr>
            <a:spLocks noGrp="1" noChangeArrowheads="1"/>
          </p:cNvSpPr>
          <p:nvPr>
            <p:ph type="title"/>
          </p:nvPr>
        </p:nvSpPr>
        <p:spPr>
          <a:xfrm>
            <a:off x="468001" y="288002"/>
            <a:ext cx="7461241" cy="720000"/>
          </a:xfrm>
          <a:noFill/>
          <a:ln/>
        </p:spPr>
        <p:txBody>
          <a:bodyPr/>
          <a:lstStyle/>
          <a:p>
            <a:r>
              <a:rPr lang="cs-CZ" sz="40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Konec</a:t>
            </a:r>
          </a:p>
        </p:txBody>
      </p:sp>
      <p:sp>
        <p:nvSpPr>
          <p:cNvPr id="3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latin typeface="Arial Black" pitchFamily="34" charset="0"/>
            </a:endParaRPr>
          </a:p>
        </p:txBody>
      </p:sp>
      <p:sp>
        <p:nvSpPr>
          <p:cNvPr id="4" name="Zástupný symbol pro číslo snímku 5"/>
          <p:cNvSpPr txBox="1">
            <a:spLocks/>
          </p:cNvSpPr>
          <p:nvPr/>
        </p:nvSpPr>
        <p:spPr bwMode="auto">
          <a:xfrm>
            <a:off x="1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96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6" name="Tlačítko akce: Vlastní 5">
            <a:hlinkClick r:id="" action="ppaction://hlinkshowjump?jump=previousslide" highlightClick="1"/>
          </p:cNvPr>
          <p:cNvSpPr/>
          <p:nvPr/>
        </p:nvSpPr>
        <p:spPr>
          <a:xfrm>
            <a:off x="5760001" y="6300002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7" name="Tlačítko akce: Vlastní 6">
            <a:hlinkClick r:id="rId3" action="ppaction://hlinksldjump" highlightClick="1"/>
          </p:cNvPr>
          <p:cNvSpPr/>
          <p:nvPr/>
        </p:nvSpPr>
        <p:spPr>
          <a:xfrm>
            <a:off x="7920001" y="6300002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2"/>
          <p:cNvSpPr>
            <a:spLocks noGrp="1" noChangeArrowheads="1"/>
          </p:cNvSpPr>
          <p:nvPr>
            <p:ph type="title"/>
          </p:nvPr>
        </p:nvSpPr>
        <p:spPr>
          <a:xfrm>
            <a:off x="468313" y="285728"/>
            <a:ext cx="7772400" cy="836613"/>
          </a:xfrm>
          <a:noFill/>
          <a:ln/>
        </p:spPr>
        <p:txBody>
          <a:bodyPr/>
          <a:lstStyle/>
          <a:p>
            <a:r>
              <a:rPr lang="cs-CZ" sz="40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Pravidla zápisu programu</a:t>
            </a:r>
          </a:p>
        </p:txBody>
      </p:sp>
      <p:sp>
        <p:nvSpPr>
          <p:cNvPr id="9" name="Rectangle 12"/>
          <p:cNvSpPr>
            <a:spLocks noChangeArrowheads="1"/>
          </p:cNvSpPr>
          <p:nvPr/>
        </p:nvSpPr>
        <p:spPr bwMode="auto">
          <a:xfrm>
            <a:off x="4318000" y="1628775"/>
            <a:ext cx="1582737" cy="504825"/>
          </a:xfrm>
          <a:prstGeom prst="rect">
            <a:avLst/>
          </a:prstGeom>
          <a:solidFill>
            <a:srgbClr val="99CCFF"/>
          </a:solidFill>
          <a:ln w="9525">
            <a:noFill/>
            <a:miter lim="800000"/>
            <a:headEnd/>
            <a:tailEnd/>
          </a:ln>
        </p:spPr>
        <p:txBody>
          <a:bodyPr lIns="92075" tIns="46038" rIns="92075" bIns="46038"/>
          <a:lstStyle/>
          <a:p>
            <a:pPr marL="342900" indent="-342900">
              <a:spcBef>
                <a:spcPct val="20000"/>
              </a:spcBef>
              <a:buClr>
                <a:srgbClr val="0066FF"/>
              </a:buClr>
              <a:buFont typeface="Monotype Sorts" pitchFamily="2" charset="2"/>
              <a:buNone/>
            </a:pPr>
            <a:r>
              <a:rPr lang="en-US" sz="2000" b="1" dirty="0"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  <a:r>
              <a:rPr lang="cs-CZ" sz="2000" b="1" dirty="0">
                <a:latin typeface="Consolas" panose="020B0609020204030204" pitchFamily="49" charset="0"/>
                <a:cs typeface="Consolas" panose="020B0609020204030204" pitchFamily="49" charset="0"/>
              </a:rPr>
              <a:t>návěští</a:t>
            </a:r>
            <a:r>
              <a:rPr lang="en-US" sz="2000" b="1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endParaRPr lang="cs-CZ" sz="2000" b="1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4" name="Rectangle 13"/>
          <p:cNvSpPr>
            <a:spLocks noChangeArrowheads="1"/>
          </p:cNvSpPr>
          <p:nvPr/>
        </p:nvSpPr>
        <p:spPr bwMode="auto">
          <a:xfrm>
            <a:off x="1871663" y="1484313"/>
            <a:ext cx="431800" cy="504825"/>
          </a:xfrm>
          <a:prstGeom prst="rect">
            <a:avLst/>
          </a:prstGeom>
          <a:solidFill>
            <a:srgbClr val="C0C0C0"/>
          </a:solidFill>
          <a:ln w="9525">
            <a:noFill/>
            <a:miter lim="800000"/>
            <a:headEnd/>
            <a:tailEnd/>
          </a:ln>
        </p:spPr>
        <p:txBody>
          <a:bodyPr lIns="36000" tIns="46038" rIns="92075" bIns="46038"/>
          <a:lstStyle/>
          <a:p>
            <a:pPr marL="342900" indent="-342900">
              <a:spcBef>
                <a:spcPct val="20000"/>
              </a:spcBef>
              <a:buClr>
                <a:srgbClr val="0066FF"/>
              </a:buClr>
              <a:buFont typeface="Monotype Sorts" pitchFamily="2" charset="2"/>
              <a:buNone/>
            </a:pPr>
            <a:r>
              <a:rPr lang="cs-CZ" sz="2000" b="1">
                <a:latin typeface="Consolas" panose="020B0609020204030204" pitchFamily="49" charset="0"/>
                <a:cs typeface="Consolas" panose="020B0609020204030204" pitchFamily="49" charset="0"/>
              </a:rPr>
              <a:t>:</a:t>
            </a:r>
          </a:p>
        </p:txBody>
      </p:sp>
      <p:sp>
        <p:nvSpPr>
          <p:cNvPr id="16" name="Rectangle 14"/>
          <p:cNvSpPr>
            <a:spLocks noChangeArrowheads="1"/>
          </p:cNvSpPr>
          <p:nvPr/>
        </p:nvSpPr>
        <p:spPr bwMode="auto">
          <a:xfrm>
            <a:off x="2303463" y="1484313"/>
            <a:ext cx="1619250" cy="504825"/>
          </a:xfrm>
          <a:prstGeom prst="rect">
            <a:avLst/>
          </a:prstGeom>
          <a:solidFill>
            <a:srgbClr val="99CCFF"/>
          </a:solidFill>
          <a:ln w="9525">
            <a:noFill/>
            <a:miter lim="800000"/>
            <a:headEnd/>
            <a:tailEnd/>
          </a:ln>
        </p:spPr>
        <p:txBody>
          <a:bodyPr lIns="92075" tIns="46038" rIns="92075" bIns="46038"/>
          <a:lstStyle/>
          <a:p>
            <a:pPr marL="342900" indent="-342900">
              <a:spcBef>
                <a:spcPct val="20000"/>
              </a:spcBef>
              <a:buClr>
                <a:srgbClr val="0066FF"/>
              </a:buClr>
              <a:buFont typeface="Monotype Sorts" pitchFamily="2" charset="2"/>
              <a:buNone/>
            </a:pPr>
            <a:r>
              <a:rPr lang="cs-CZ" sz="2000" b="1" dirty="0">
                <a:latin typeface="Consolas" panose="020B0609020204030204" pitchFamily="49" charset="0"/>
                <a:cs typeface="Consolas" panose="020B0609020204030204" pitchFamily="49" charset="0"/>
              </a:rPr>
              <a:t>instrukce</a:t>
            </a:r>
          </a:p>
        </p:txBody>
      </p:sp>
      <p:sp>
        <p:nvSpPr>
          <p:cNvPr id="17" name="Rectangle 15"/>
          <p:cNvSpPr>
            <a:spLocks noChangeArrowheads="1"/>
          </p:cNvSpPr>
          <p:nvPr/>
        </p:nvSpPr>
        <p:spPr bwMode="auto">
          <a:xfrm>
            <a:off x="3925888" y="1484313"/>
            <a:ext cx="2051050" cy="504825"/>
          </a:xfrm>
          <a:prstGeom prst="rect">
            <a:avLst/>
          </a:prstGeom>
          <a:solidFill>
            <a:srgbClr val="C0C0C0"/>
          </a:solidFill>
          <a:ln w="9525">
            <a:noFill/>
            <a:miter lim="800000"/>
            <a:headEnd/>
            <a:tailEnd/>
          </a:ln>
        </p:spPr>
        <p:txBody>
          <a:bodyPr lIns="92075" tIns="46038" rIns="92075" bIns="46038"/>
          <a:lstStyle/>
          <a:p>
            <a:pPr marL="342900" indent="-342900">
              <a:spcBef>
                <a:spcPct val="20000"/>
              </a:spcBef>
              <a:buClr>
                <a:srgbClr val="0066FF"/>
              </a:buClr>
              <a:buFont typeface="Monotype Sorts" pitchFamily="2" charset="2"/>
              <a:buNone/>
            </a:pPr>
            <a:r>
              <a:rPr lang="en-US" sz="2000" b="1"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  <a:r>
              <a:rPr lang="cs-CZ" sz="2000" b="1">
                <a:latin typeface="Consolas" panose="020B0609020204030204" pitchFamily="49" charset="0"/>
                <a:cs typeface="Consolas" panose="020B0609020204030204" pitchFamily="49" charset="0"/>
              </a:rPr>
              <a:t>operandy</a:t>
            </a:r>
            <a:r>
              <a:rPr lang="en-US" sz="2000" b="1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endParaRPr lang="cs-CZ" sz="2000" b="1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8" name="Rectangle 16"/>
          <p:cNvSpPr>
            <a:spLocks noChangeArrowheads="1"/>
          </p:cNvSpPr>
          <p:nvPr/>
        </p:nvSpPr>
        <p:spPr bwMode="auto">
          <a:xfrm>
            <a:off x="5976938" y="1484313"/>
            <a:ext cx="431800" cy="504825"/>
          </a:xfrm>
          <a:prstGeom prst="rect">
            <a:avLst/>
          </a:prstGeom>
          <a:solidFill>
            <a:srgbClr val="99CCFF"/>
          </a:solidFill>
          <a:ln w="9525">
            <a:noFill/>
            <a:miter lim="800000"/>
            <a:headEnd/>
            <a:tailEnd/>
          </a:ln>
        </p:spPr>
        <p:txBody>
          <a:bodyPr lIns="92075" tIns="46038" rIns="92075" bIns="46038"/>
          <a:lstStyle/>
          <a:p>
            <a:pPr marL="342900" indent="-342900" algn="r">
              <a:spcBef>
                <a:spcPct val="20000"/>
              </a:spcBef>
              <a:buClr>
                <a:srgbClr val="0066FF"/>
              </a:buClr>
              <a:buFont typeface="Monotype Sorts" pitchFamily="2" charset="2"/>
              <a:buNone/>
            </a:pPr>
            <a:r>
              <a:rPr lang="cs-CZ" b="1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</p:txBody>
      </p:sp>
      <p:sp>
        <p:nvSpPr>
          <p:cNvPr id="19" name="Rectangle 17"/>
          <p:cNvSpPr>
            <a:spLocks noChangeArrowheads="1"/>
          </p:cNvSpPr>
          <p:nvPr/>
        </p:nvSpPr>
        <p:spPr bwMode="auto">
          <a:xfrm>
            <a:off x="6372225" y="1484313"/>
            <a:ext cx="2051050" cy="504825"/>
          </a:xfrm>
          <a:prstGeom prst="rect">
            <a:avLst/>
          </a:prstGeom>
          <a:solidFill>
            <a:srgbClr val="C0C0C0"/>
          </a:solidFill>
          <a:ln w="9525">
            <a:noFill/>
            <a:miter lim="800000"/>
            <a:headEnd/>
            <a:tailEnd/>
          </a:ln>
        </p:spPr>
        <p:txBody>
          <a:bodyPr lIns="92075" tIns="46038" rIns="92075" bIns="46038"/>
          <a:lstStyle/>
          <a:p>
            <a:pPr marL="342900" indent="-342900">
              <a:spcBef>
                <a:spcPct val="20000"/>
              </a:spcBef>
              <a:buClr>
                <a:srgbClr val="0066FF"/>
              </a:buClr>
              <a:buFont typeface="Monotype Sorts" pitchFamily="2" charset="2"/>
              <a:buNone/>
            </a:pPr>
            <a:r>
              <a:rPr lang="cs-CZ" sz="2000" b="1">
                <a:latin typeface="Consolas" panose="020B0609020204030204" pitchFamily="49" charset="0"/>
                <a:cs typeface="Consolas" panose="020B0609020204030204" pitchFamily="49" charset="0"/>
              </a:rPr>
              <a:t>komentář</a:t>
            </a:r>
          </a:p>
        </p:txBody>
      </p:sp>
      <p:sp>
        <p:nvSpPr>
          <p:cNvPr id="20" name="AutoShape 18"/>
          <p:cNvSpPr>
            <a:spLocks/>
          </p:cNvSpPr>
          <p:nvPr/>
        </p:nvSpPr>
        <p:spPr bwMode="auto">
          <a:xfrm rot="-5400000">
            <a:off x="3995737" y="404813"/>
            <a:ext cx="288925" cy="3600450"/>
          </a:xfrm>
          <a:prstGeom prst="leftBrace">
            <a:avLst>
              <a:gd name="adj1" fmla="val 16442"/>
              <a:gd name="adj2" fmla="val 49741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0000" tIns="46800" rIns="90000" bIns="46800" anchor="ctr"/>
          <a:lstStyle/>
          <a:p>
            <a:endParaRPr lang="cs-CZ" b="1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21" name="Rectangle 19"/>
          <p:cNvSpPr>
            <a:spLocks noChangeArrowheads="1"/>
          </p:cNvSpPr>
          <p:nvPr/>
        </p:nvSpPr>
        <p:spPr bwMode="auto">
          <a:xfrm>
            <a:off x="3097213" y="2420938"/>
            <a:ext cx="5362575" cy="504825"/>
          </a:xfrm>
          <a:prstGeom prst="rect">
            <a:avLst/>
          </a:prstGeom>
          <a:solidFill>
            <a:srgbClr val="C0C0C0"/>
          </a:solidFill>
          <a:ln w="9525">
            <a:noFill/>
            <a:miter lim="800000"/>
            <a:headEnd/>
            <a:tailEnd/>
          </a:ln>
        </p:spPr>
        <p:txBody>
          <a:bodyPr lIns="92075" tIns="46038" rIns="92075" bIns="46038"/>
          <a:lstStyle/>
          <a:p>
            <a:pPr marL="342900" indent="-342900">
              <a:spcBef>
                <a:spcPct val="20000"/>
              </a:spcBef>
              <a:buClr>
                <a:srgbClr val="0066FF"/>
              </a:buClr>
              <a:buFont typeface="Monotype Sorts" pitchFamily="2" charset="2"/>
              <a:buNone/>
            </a:pPr>
            <a:r>
              <a:rPr lang="cs-CZ" b="1" dirty="0">
                <a:latin typeface="Consolas" panose="020B0609020204030204" pitchFamily="49" charset="0"/>
                <a:cs typeface="Consolas" panose="020B0609020204030204" pitchFamily="49" charset="0"/>
              </a:rPr>
              <a:t>Kód instrukce – MOV, LDI…</a:t>
            </a:r>
          </a:p>
        </p:txBody>
      </p:sp>
      <p:sp>
        <p:nvSpPr>
          <p:cNvPr id="22" name="Rectangle 20"/>
          <p:cNvSpPr>
            <a:spLocks noChangeArrowheads="1"/>
          </p:cNvSpPr>
          <p:nvPr/>
        </p:nvSpPr>
        <p:spPr bwMode="auto">
          <a:xfrm>
            <a:off x="3097213" y="3068638"/>
            <a:ext cx="5362575" cy="504825"/>
          </a:xfrm>
          <a:prstGeom prst="rect">
            <a:avLst/>
          </a:prstGeom>
          <a:solidFill>
            <a:srgbClr val="C0C0C0"/>
          </a:solidFill>
          <a:ln w="9525">
            <a:noFill/>
            <a:miter lim="800000"/>
            <a:headEnd/>
            <a:tailEnd/>
          </a:ln>
        </p:spPr>
        <p:txBody>
          <a:bodyPr lIns="92075" tIns="46038" rIns="92075" bIns="46038"/>
          <a:lstStyle/>
          <a:p>
            <a:pPr marL="342900" indent="-342900">
              <a:spcBef>
                <a:spcPct val="20000"/>
              </a:spcBef>
              <a:buClr>
                <a:srgbClr val="0066FF"/>
              </a:buClr>
              <a:buFont typeface="Monotype Sorts" pitchFamily="2" charset="2"/>
              <a:buNone/>
            </a:pPr>
            <a:r>
              <a:rPr lang="cs-CZ" b="1" dirty="0" err="1">
                <a:latin typeface="Consolas" panose="020B0609020204030204" pitchFamily="49" charset="0"/>
                <a:cs typeface="Consolas" panose="020B0609020204030204" pitchFamily="49" charset="0"/>
              </a:rPr>
              <a:t>Pseudoinstrukce</a:t>
            </a:r>
            <a:r>
              <a:rPr lang="cs-CZ" b="1" dirty="0">
                <a:latin typeface="Consolas" panose="020B0609020204030204" pitchFamily="49" charset="0"/>
                <a:cs typeface="Consolas" panose="020B0609020204030204" pitchFamily="49" charset="0"/>
              </a:rPr>
              <a:t> – .ORG, .DW…</a:t>
            </a:r>
          </a:p>
        </p:txBody>
      </p:sp>
      <p:sp>
        <p:nvSpPr>
          <p:cNvPr id="23" name="Rectangle 21"/>
          <p:cNvSpPr>
            <a:spLocks noChangeArrowheads="1"/>
          </p:cNvSpPr>
          <p:nvPr/>
        </p:nvSpPr>
        <p:spPr bwMode="auto">
          <a:xfrm>
            <a:off x="323850" y="3789363"/>
            <a:ext cx="7164388" cy="576262"/>
          </a:xfrm>
          <a:prstGeom prst="rect">
            <a:avLst/>
          </a:prstGeom>
          <a:noFill/>
          <a:ln w="50800">
            <a:solidFill>
              <a:srgbClr val="008000"/>
            </a:solidFill>
            <a:miter lim="800000"/>
            <a:headEnd/>
            <a:tailEnd/>
          </a:ln>
        </p:spPr>
        <p:txBody>
          <a:bodyPr lIns="92075" tIns="46038" rIns="92075" bIns="46038"/>
          <a:lstStyle/>
          <a:p>
            <a:pPr marL="342900" indent="-342900">
              <a:spcBef>
                <a:spcPct val="20000"/>
              </a:spcBef>
              <a:buClr>
                <a:srgbClr val="0066FF"/>
              </a:buClr>
              <a:buFont typeface="Monotype Sorts" pitchFamily="2" charset="2"/>
              <a:buNone/>
            </a:pPr>
            <a:r>
              <a:rPr lang="cs-CZ" sz="2800" b="1" dirty="0">
                <a:latin typeface="Consolas" panose="020B0609020204030204" pitchFamily="49" charset="0"/>
                <a:cs typeface="Consolas" panose="020B0609020204030204" pitchFamily="49" charset="0"/>
              </a:rPr>
              <a:t>START:	MOV	R0,R1 ;komentář</a:t>
            </a:r>
          </a:p>
        </p:txBody>
      </p:sp>
      <p:sp>
        <p:nvSpPr>
          <p:cNvPr id="24" name="Rectangle 22"/>
          <p:cNvSpPr>
            <a:spLocks noChangeArrowheads="1"/>
          </p:cNvSpPr>
          <p:nvPr/>
        </p:nvSpPr>
        <p:spPr bwMode="auto">
          <a:xfrm>
            <a:off x="323850" y="4652963"/>
            <a:ext cx="7164388" cy="576262"/>
          </a:xfrm>
          <a:prstGeom prst="rect">
            <a:avLst/>
          </a:prstGeom>
          <a:noFill/>
          <a:ln w="50800">
            <a:solidFill>
              <a:srgbClr val="008000"/>
            </a:solidFill>
            <a:miter lim="800000"/>
            <a:headEnd/>
            <a:tailEnd/>
          </a:ln>
        </p:spPr>
        <p:txBody>
          <a:bodyPr lIns="92075" tIns="46038" rIns="92075" bIns="46038"/>
          <a:lstStyle/>
          <a:p>
            <a:pPr marL="342900" indent="-342900">
              <a:spcBef>
                <a:spcPct val="20000"/>
              </a:spcBef>
              <a:buClr>
                <a:srgbClr val="0066FF"/>
              </a:buClr>
              <a:buFont typeface="Monotype Sorts" pitchFamily="2" charset="2"/>
              <a:buNone/>
            </a:pPr>
            <a:r>
              <a:rPr lang="cs-CZ" sz="2800" b="1" dirty="0">
                <a:latin typeface="Consolas" panose="020B0609020204030204" pitchFamily="49" charset="0"/>
                <a:cs typeface="Consolas" panose="020B0609020204030204" pitchFamily="49" charset="0"/>
              </a:rPr>
              <a:t>.EQU		XYZ=64H	</a:t>
            </a:r>
          </a:p>
        </p:txBody>
      </p:sp>
      <p:sp>
        <p:nvSpPr>
          <p:cNvPr id="15" name="Tlačítko akce: Vlastní 14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25" name="Tlačítko akce: Vlastní 24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26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latin typeface="Arial Black" pitchFamily="34" charset="0"/>
            </a:endParaRPr>
          </a:p>
        </p:txBody>
      </p:sp>
      <p:sp>
        <p:nvSpPr>
          <p:cNvPr id="27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97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28" name="Tlačítko akce: Vlastní 27">
            <a:hlinkClick r:id="rId3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</p:spTree>
    <p:extLst>
      <p:ext uri="{BB962C8B-B14F-4D97-AF65-F5344CB8AC3E}">
        <p14:creationId xmlns:p14="http://schemas.microsoft.com/office/powerpoint/2010/main" val="28023536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4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6" grpId="0" animBg="1"/>
      <p:bldP spid="27" grpId="0"/>
    </p:bld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050" name="Rectangle 2"/>
          <p:cNvSpPr>
            <a:spLocks noChangeArrowheads="1"/>
          </p:cNvSpPr>
          <p:nvPr/>
        </p:nvSpPr>
        <p:spPr bwMode="auto">
          <a:xfrm>
            <a:off x="360001" y="1080000"/>
            <a:ext cx="8784000" cy="50321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504000" indent="-504000">
              <a:spcAft>
                <a:spcPts val="0"/>
              </a:spcAft>
              <a:buClr>
                <a:schemeClr val="bg2"/>
              </a:buClr>
              <a:buSzPct val="100000"/>
              <a:buFont typeface="Wingdings" pitchFamily="2" charset="2"/>
              <a:buChar char="n"/>
              <a:defRPr/>
            </a:pPr>
            <a:r>
              <a:rPr lang="cs-CZ" sz="2000" dirty="0">
                <a:latin typeface="Verdana" pitchFamily="34" charset="0"/>
              </a:rPr>
              <a:t>Určení typu segmentu </a:t>
            </a:r>
            <a:endParaRPr lang="cs-CZ" sz="2000" b="0" dirty="0">
              <a:latin typeface="Verdana" pitchFamily="34" charset="0"/>
            </a:endParaRPr>
          </a:p>
          <a:p>
            <a:pPr>
              <a:spcAft>
                <a:spcPts val="600"/>
              </a:spcAft>
              <a:buClr>
                <a:schemeClr val="bg2"/>
              </a:buClr>
              <a:buSzPct val="100000"/>
              <a:defRPr/>
            </a:pPr>
            <a:r>
              <a:rPr lang="cs-CZ" sz="3200" b="0" dirty="0">
                <a:latin typeface="Verdana" pitchFamily="34" charset="0"/>
              </a:rPr>
              <a:t>	</a:t>
            </a:r>
            <a:r>
              <a:rPr lang="cs-CZ" dirty="0">
                <a:latin typeface="Consolas" panose="020B0609020204030204" pitchFamily="49" charset="0"/>
              </a:rPr>
              <a:t>.cseg, .</a:t>
            </a:r>
            <a:r>
              <a:rPr lang="cs-CZ" dirty="0" err="1">
                <a:latin typeface="Consolas" panose="020B0609020204030204" pitchFamily="49" charset="0"/>
              </a:rPr>
              <a:t>dseg</a:t>
            </a:r>
            <a:r>
              <a:rPr lang="cs-CZ" dirty="0">
                <a:latin typeface="Consolas" panose="020B0609020204030204" pitchFamily="49" charset="0"/>
              </a:rPr>
              <a:t>, .</a:t>
            </a:r>
            <a:r>
              <a:rPr lang="cs-CZ" dirty="0" err="1">
                <a:latin typeface="Consolas" panose="020B0609020204030204" pitchFamily="49" charset="0"/>
              </a:rPr>
              <a:t>eseg</a:t>
            </a:r>
            <a:endParaRPr lang="cs-CZ" dirty="0">
              <a:latin typeface="Consolas" panose="020B0609020204030204" pitchFamily="49" charset="0"/>
            </a:endParaRPr>
          </a:p>
          <a:p>
            <a:pPr marL="504000" indent="-504000">
              <a:spcAft>
                <a:spcPts val="0"/>
              </a:spcAft>
              <a:buClr>
                <a:schemeClr val="bg2"/>
              </a:buClr>
              <a:buSzPct val="100000"/>
              <a:buFont typeface="Wingdings" pitchFamily="2" charset="2"/>
              <a:buChar char="n"/>
              <a:defRPr/>
            </a:pPr>
            <a:r>
              <a:rPr lang="cs-CZ" sz="2000" dirty="0">
                <a:latin typeface="Verdana" pitchFamily="34" charset="0"/>
              </a:rPr>
              <a:t>Nastavení čítače adres </a:t>
            </a:r>
          </a:p>
          <a:p>
            <a:pPr>
              <a:spcAft>
                <a:spcPts val="600"/>
              </a:spcAft>
              <a:buClr>
                <a:schemeClr val="bg2"/>
              </a:buClr>
              <a:buSzPct val="100000"/>
              <a:defRPr/>
            </a:pPr>
            <a:r>
              <a:rPr lang="cs-CZ" sz="2800" b="0" dirty="0">
                <a:latin typeface="Verdana" pitchFamily="34" charset="0"/>
              </a:rPr>
              <a:t>	</a:t>
            </a:r>
            <a:r>
              <a:rPr lang="cs-CZ" sz="3200" b="0" dirty="0">
                <a:latin typeface="Verdana" pitchFamily="34" charset="0"/>
              </a:rPr>
              <a:t>.</a:t>
            </a:r>
            <a:r>
              <a:rPr lang="cs-CZ" dirty="0">
                <a:latin typeface="Consolas" panose="020B0609020204030204" pitchFamily="49" charset="0"/>
              </a:rPr>
              <a:t>org</a:t>
            </a:r>
          </a:p>
          <a:p>
            <a:pPr marL="504000" indent="-504000">
              <a:spcAft>
                <a:spcPts val="0"/>
              </a:spcAft>
              <a:buClr>
                <a:schemeClr val="bg2"/>
              </a:buClr>
              <a:buSzPct val="100000"/>
              <a:buFont typeface="Wingdings" pitchFamily="2" charset="2"/>
              <a:buChar char="n"/>
              <a:defRPr/>
            </a:pPr>
            <a:r>
              <a:rPr lang="cs-CZ" sz="2000" dirty="0">
                <a:latin typeface="Verdana" pitchFamily="34" charset="0"/>
              </a:rPr>
              <a:t>Definice proměnných </a:t>
            </a:r>
          </a:p>
          <a:p>
            <a:pPr>
              <a:spcAft>
                <a:spcPts val="600"/>
              </a:spcAft>
              <a:buClr>
                <a:schemeClr val="bg2"/>
              </a:buClr>
              <a:buSzPct val="100000"/>
              <a:defRPr/>
            </a:pPr>
            <a:r>
              <a:rPr lang="cs-CZ" sz="2800" b="0" dirty="0">
                <a:latin typeface="Verdana" pitchFamily="34" charset="0"/>
              </a:rPr>
              <a:t>	</a:t>
            </a:r>
            <a:r>
              <a:rPr lang="cs-CZ" dirty="0">
                <a:latin typeface="Consolas" panose="020B0609020204030204" pitchFamily="49" charset="0"/>
              </a:rPr>
              <a:t>.def, .</a:t>
            </a:r>
            <a:r>
              <a:rPr lang="cs-CZ" dirty="0" err="1">
                <a:latin typeface="Consolas" panose="020B0609020204030204" pitchFamily="49" charset="0"/>
              </a:rPr>
              <a:t>equ</a:t>
            </a:r>
            <a:r>
              <a:rPr lang="cs-CZ" dirty="0">
                <a:latin typeface="Consolas" panose="020B0609020204030204" pitchFamily="49" charset="0"/>
              </a:rPr>
              <a:t>, .set</a:t>
            </a:r>
          </a:p>
          <a:p>
            <a:pPr marL="504000" indent="-504000">
              <a:spcAft>
                <a:spcPts val="0"/>
              </a:spcAft>
              <a:buClr>
                <a:schemeClr val="bg2"/>
              </a:buClr>
              <a:buSzPct val="100000"/>
              <a:buFont typeface="Wingdings" pitchFamily="2" charset="2"/>
              <a:buChar char="n"/>
              <a:defRPr/>
            </a:pPr>
            <a:r>
              <a:rPr lang="cs-CZ" sz="2000" dirty="0">
                <a:latin typeface="Verdana" pitchFamily="34" charset="0"/>
              </a:rPr>
              <a:t>Vkládání souborů knihoven </a:t>
            </a:r>
          </a:p>
          <a:p>
            <a:pPr>
              <a:spcAft>
                <a:spcPts val="600"/>
              </a:spcAft>
              <a:buClr>
                <a:schemeClr val="bg2"/>
              </a:buClr>
              <a:buSzPct val="100000"/>
              <a:defRPr/>
            </a:pPr>
            <a:r>
              <a:rPr lang="cs-CZ" sz="2800" b="0" dirty="0">
                <a:latin typeface="Verdana" pitchFamily="34" charset="0"/>
              </a:rPr>
              <a:t>	</a:t>
            </a:r>
            <a:r>
              <a:rPr lang="cs-CZ" dirty="0">
                <a:latin typeface="Consolas" panose="020B0609020204030204" pitchFamily="49" charset="0"/>
              </a:rPr>
              <a:t>.include</a:t>
            </a:r>
          </a:p>
          <a:p>
            <a:pPr marL="504000" indent="-504000">
              <a:spcAft>
                <a:spcPts val="0"/>
              </a:spcAft>
              <a:buClr>
                <a:schemeClr val="bg2"/>
              </a:buClr>
              <a:buSzPct val="100000"/>
              <a:buFont typeface="Wingdings" pitchFamily="2" charset="2"/>
              <a:buChar char="n"/>
              <a:defRPr/>
            </a:pPr>
            <a:r>
              <a:rPr lang="cs-CZ" sz="2000" dirty="0">
                <a:latin typeface="Verdana" pitchFamily="34" charset="0"/>
              </a:rPr>
              <a:t>Vyhrazení paměťového prostoru v SRAM</a:t>
            </a:r>
          </a:p>
          <a:p>
            <a:pPr>
              <a:spcAft>
                <a:spcPts val="600"/>
              </a:spcAft>
              <a:buClr>
                <a:schemeClr val="bg2"/>
              </a:buClr>
              <a:buSzPct val="100000"/>
              <a:defRPr/>
            </a:pPr>
            <a:r>
              <a:rPr lang="cs-CZ" sz="3200" b="0" dirty="0">
                <a:latin typeface="Verdana" pitchFamily="34" charset="0"/>
              </a:rPr>
              <a:t>	</a:t>
            </a:r>
            <a:r>
              <a:rPr lang="cs-CZ" dirty="0">
                <a:latin typeface="Consolas" panose="020B0609020204030204" pitchFamily="49" charset="0"/>
              </a:rPr>
              <a:t>.byte</a:t>
            </a:r>
          </a:p>
          <a:p>
            <a:pPr marL="504000" indent="-504000">
              <a:spcAft>
                <a:spcPts val="0"/>
              </a:spcAft>
              <a:buClr>
                <a:schemeClr val="bg2"/>
              </a:buClr>
              <a:buSzPct val="100000"/>
              <a:buFont typeface="Wingdings" pitchFamily="2" charset="2"/>
              <a:buChar char="n"/>
              <a:defRPr/>
            </a:pPr>
            <a:r>
              <a:rPr lang="cs-CZ" sz="2000" dirty="0">
                <a:latin typeface="Verdana" pitchFamily="34" charset="0"/>
              </a:rPr>
              <a:t>Uložení konstant v paměti programu</a:t>
            </a:r>
          </a:p>
          <a:p>
            <a:pPr>
              <a:spcAft>
                <a:spcPts val="0"/>
              </a:spcAft>
              <a:buClr>
                <a:schemeClr val="bg2"/>
              </a:buClr>
              <a:buSzPct val="100000"/>
              <a:defRPr/>
            </a:pPr>
            <a:r>
              <a:rPr lang="cs-CZ" b="0" dirty="0">
                <a:latin typeface="Consolas" panose="020B0609020204030204" pitchFamily="49" charset="0"/>
              </a:rPr>
              <a:t>	</a:t>
            </a:r>
            <a:r>
              <a:rPr lang="cs-CZ" dirty="0">
                <a:latin typeface="Consolas" panose="020B0609020204030204" pitchFamily="49" charset="0"/>
              </a:rPr>
              <a:t>.</a:t>
            </a:r>
            <a:r>
              <a:rPr lang="cs-CZ" dirty="0" err="1">
                <a:latin typeface="Consolas" panose="020B0609020204030204" pitchFamily="49" charset="0"/>
              </a:rPr>
              <a:t>db</a:t>
            </a:r>
            <a:r>
              <a:rPr lang="cs-CZ" dirty="0">
                <a:latin typeface="Consolas" panose="020B0609020204030204" pitchFamily="49" charset="0"/>
              </a:rPr>
              <a:t>, .</a:t>
            </a:r>
            <a:r>
              <a:rPr lang="cs-CZ" dirty="0" err="1">
                <a:latin typeface="Consolas" panose="020B0609020204030204" pitchFamily="49" charset="0"/>
              </a:rPr>
              <a:t>dw</a:t>
            </a:r>
            <a:endParaRPr lang="cs-CZ" dirty="0">
              <a:latin typeface="Consolas" panose="020B0609020204030204" pitchFamily="49" charset="0"/>
            </a:endParaRPr>
          </a:p>
        </p:txBody>
      </p:sp>
      <p:sp>
        <p:nvSpPr>
          <p:cNvPr id="13" name="Rectangle 3"/>
          <p:cNvSpPr>
            <a:spLocks noGrp="1" noChangeArrowheads="1"/>
          </p:cNvSpPr>
          <p:nvPr>
            <p:ph type="title"/>
          </p:nvPr>
        </p:nvSpPr>
        <p:spPr>
          <a:xfrm>
            <a:off x="468002" y="288002"/>
            <a:ext cx="8104183" cy="720000"/>
          </a:xfrm>
        </p:spPr>
        <p:txBody>
          <a:bodyPr/>
          <a:lstStyle/>
          <a:p>
            <a:pPr>
              <a:defRPr/>
            </a:pPr>
            <a:r>
              <a:rPr lang="cs-CZ" sz="40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Direktivy překladače</a:t>
            </a:r>
          </a:p>
        </p:txBody>
      </p:sp>
      <p:sp>
        <p:nvSpPr>
          <p:cNvPr id="9" name="Tlačítko akce: Vlastní 8">
            <a:hlinkClick r:id="" action="ppaction://hlinkshowjump?jump=nextslide" highlightClick="1"/>
          </p:cNvPr>
          <p:cNvSpPr/>
          <p:nvPr/>
        </p:nvSpPr>
        <p:spPr>
          <a:xfrm>
            <a:off x="6840008" y="6300008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10" name="Tlačítko akce: Vlastní 9">
            <a:hlinkClick r:id="" action="ppaction://hlinkshowjump?jump=previousslide" highlightClick="1"/>
          </p:cNvPr>
          <p:cNvSpPr/>
          <p:nvPr/>
        </p:nvSpPr>
        <p:spPr>
          <a:xfrm>
            <a:off x="5760007" y="6300008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11" name="Tlačítko akce: Vlastní 10">
            <a:hlinkClick r:id="rId3" action="ppaction://hlinksldjump" highlightClick="1"/>
          </p:cNvPr>
          <p:cNvSpPr/>
          <p:nvPr/>
        </p:nvSpPr>
        <p:spPr>
          <a:xfrm>
            <a:off x="7920007" y="6300008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12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latin typeface="Arial Black" pitchFamily="34" charset="0"/>
            </a:endParaRPr>
          </a:p>
        </p:txBody>
      </p:sp>
      <p:sp>
        <p:nvSpPr>
          <p:cNvPr id="14" name="Zástupný symbol pro číslo snímku 5"/>
          <p:cNvSpPr txBox="1">
            <a:spLocks/>
          </p:cNvSpPr>
          <p:nvPr/>
        </p:nvSpPr>
        <p:spPr bwMode="auto">
          <a:xfrm>
            <a:off x="6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98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319673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0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580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05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5805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05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5805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05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5805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05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5805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05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5805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05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5805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05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5805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05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5805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05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5805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05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5805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05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5805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4" grpId="0"/>
    </p:bldLst>
  </p:timing>
</p:sld>
</file>

<file path=ppt/theme/theme1.xml><?xml version="1.0" encoding="utf-8"?>
<a:theme xmlns:a="http://schemas.openxmlformats.org/drawingml/2006/main" name="Pixel">
  <a:themeElements>
    <a:clrScheme name="MIT">
      <a:dk1>
        <a:srgbClr val="000000"/>
      </a:dk1>
      <a:lt1>
        <a:srgbClr val="FFFFFF"/>
      </a:lt1>
      <a:dk2>
        <a:srgbClr val="000000"/>
      </a:dk2>
      <a:lt2>
        <a:srgbClr val="00007D"/>
      </a:lt2>
      <a:accent1>
        <a:srgbClr val="9999FF"/>
      </a:accent1>
      <a:accent2>
        <a:srgbClr val="9999CC"/>
      </a:accent2>
      <a:accent3>
        <a:srgbClr val="FFFFFF"/>
      </a:accent3>
      <a:accent4>
        <a:srgbClr val="000000"/>
      </a:accent4>
      <a:accent5>
        <a:srgbClr val="CACAFF"/>
      </a:accent5>
      <a:accent6>
        <a:srgbClr val="8A8AB9"/>
      </a:accent6>
      <a:hlink>
        <a:srgbClr val="666699"/>
      </a:hlink>
      <a:folHlink>
        <a:srgbClr val="666699"/>
      </a:folHlink>
    </a:clrScheme>
    <a:fontScheme name="Pixe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Kancelář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/>
      <a:bodyPr/>
      <a:lstStyle>
        <a:defPPr eaLnBrk="0" hangingPunct="0">
          <a:spcAft>
            <a:spcPts val="1800"/>
          </a:spcAft>
          <a:buSzPct val="100000"/>
          <a:defRPr sz="4000" dirty="0">
            <a:latin typeface="Verdana" pitchFamily="34" charset="0"/>
          </a:defRPr>
        </a:defPPr>
      </a:lstStyle>
    </a:txDef>
  </a:objectDefaults>
  <a:extraClrSchemeLst>
    <a:extraClrScheme>
      <a:clrScheme name="Pixel 1">
        <a:dk1>
          <a:srgbClr val="0066FF"/>
        </a:dk1>
        <a:lt1>
          <a:srgbClr val="FFFFFF"/>
        </a:lt1>
        <a:dk2>
          <a:srgbClr val="000066"/>
        </a:dk2>
        <a:lt2>
          <a:srgbClr val="FFFFFF"/>
        </a:lt2>
        <a:accent1>
          <a:srgbClr val="6699FF"/>
        </a:accent1>
        <a:accent2>
          <a:srgbClr val="3333FF"/>
        </a:accent2>
        <a:accent3>
          <a:srgbClr val="AAAAB8"/>
        </a:accent3>
        <a:accent4>
          <a:srgbClr val="DADADA"/>
        </a:accent4>
        <a:accent5>
          <a:srgbClr val="B8CAFF"/>
        </a:accent5>
        <a:accent6>
          <a:srgbClr val="2D2DE7"/>
        </a:accent6>
        <a:hlink>
          <a:srgbClr val="FFCC00"/>
        </a:hlink>
        <a:folHlink>
          <a:srgbClr val="00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2">
        <a:dk1>
          <a:srgbClr val="009999"/>
        </a:dk1>
        <a:lt1>
          <a:srgbClr val="FFFFFF"/>
        </a:lt1>
        <a:dk2>
          <a:srgbClr val="334B49"/>
        </a:dk2>
        <a:lt2>
          <a:srgbClr val="FFFFFF"/>
        </a:lt2>
        <a:accent1>
          <a:srgbClr val="33CCCC"/>
        </a:accent1>
        <a:accent2>
          <a:srgbClr val="008080"/>
        </a:accent2>
        <a:accent3>
          <a:srgbClr val="ADB1B1"/>
        </a:accent3>
        <a:accent4>
          <a:srgbClr val="DADADA"/>
        </a:accent4>
        <a:accent5>
          <a:srgbClr val="ADE2E2"/>
        </a:accent5>
        <a:accent6>
          <a:srgbClr val="007373"/>
        </a:accent6>
        <a:hlink>
          <a:srgbClr val="FFCC00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3">
        <a:dk1>
          <a:srgbClr val="006699"/>
        </a:dk1>
        <a:lt1>
          <a:srgbClr val="FFFFFF"/>
        </a:lt1>
        <a:dk2>
          <a:srgbClr val="333399"/>
        </a:dk2>
        <a:lt2>
          <a:srgbClr val="FFFFFF"/>
        </a:lt2>
        <a:accent1>
          <a:srgbClr val="0099CC"/>
        </a:accent1>
        <a:accent2>
          <a:srgbClr val="0386AF"/>
        </a:accent2>
        <a:accent3>
          <a:srgbClr val="ADADCA"/>
        </a:accent3>
        <a:accent4>
          <a:srgbClr val="DADADA"/>
        </a:accent4>
        <a:accent5>
          <a:srgbClr val="AACAE2"/>
        </a:accent5>
        <a:accent6>
          <a:srgbClr val="02799E"/>
        </a:accent6>
        <a:hlink>
          <a:srgbClr val="FFCC00"/>
        </a:hlink>
        <a:folHlink>
          <a:srgbClr val="66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4">
        <a:dk1>
          <a:srgbClr val="008080"/>
        </a:dk1>
        <a:lt1>
          <a:srgbClr val="FFFFFF"/>
        </a:lt1>
        <a:dk2>
          <a:srgbClr val="2F978D"/>
        </a:dk2>
        <a:lt2>
          <a:srgbClr val="FFFFFF"/>
        </a:lt2>
        <a:accent1>
          <a:srgbClr val="0099FF"/>
        </a:accent1>
        <a:accent2>
          <a:srgbClr val="009999"/>
        </a:accent2>
        <a:accent3>
          <a:srgbClr val="ADC9C5"/>
        </a:accent3>
        <a:accent4>
          <a:srgbClr val="DADADA"/>
        </a:accent4>
        <a:accent5>
          <a:srgbClr val="AACAFF"/>
        </a:accent5>
        <a:accent6>
          <a:srgbClr val="008A8A"/>
        </a:accent6>
        <a:hlink>
          <a:srgbClr val="FFFFCC"/>
        </a:hlink>
        <a:folHlink>
          <a:srgbClr val="70CAC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5">
        <a:dk1>
          <a:srgbClr val="822504"/>
        </a:dk1>
        <a:lt1>
          <a:srgbClr val="FFFFFF"/>
        </a:lt1>
        <a:dk2>
          <a:srgbClr val="330000"/>
        </a:dk2>
        <a:lt2>
          <a:srgbClr val="FFFFFF"/>
        </a:lt2>
        <a:accent1>
          <a:srgbClr val="FF9900"/>
        </a:accent1>
        <a:accent2>
          <a:srgbClr val="9E2A06"/>
        </a:accent2>
        <a:accent3>
          <a:srgbClr val="ADAAAA"/>
        </a:accent3>
        <a:accent4>
          <a:srgbClr val="DADADA"/>
        </a:accent4>
        <a:accent5>
          <a:srgbClr val="FFCAAA"/>
        </a:accent5>
        <a:accent6>
          <a:srgbClr val="8F2505"/>
        </a:accent6>
        <a:hlink>
          <a:srgbClr val="FF3300"/>
        </a:hlink>
        <a:folHlink>
          <a:srgbClr val="7C070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6">
        <a:dk1>
          <a:srgbClr val="336600"/>
        </a:dk1>
        <a:lt1>
          <a:srgbClr val="FFFFFF"/>
        </a:lt1>
        <a:dk2>
          <a:srgbClr val="4A7911"/>
        </a:dk2>
        <a:lt2>
          <a:srgbClr val="FFFFFF"/>
        </a:lt2>
        <a:accent1>
          <a:srgbClr val="666633"/>
        </a:accent1>
        <a:accent2>
          <a:srgbClr val="669900"/>
        </a:accent2>
        <a:accent3>
          <a:srgbClr val="B1BEAA"/>
        </a:accent3>
        <a:accent4>
          <a:srgbClr val="DADADA"/>
        </a:accent4>
        <a:accent5>
          <a:srgbClr val="B8B8AD"/>
        </a:accent5>
        <a:accent6>
          <a:srgbClr val="5C8A00"/>
        </a:accent6>
        <a:hlink>
          <a:srgbClr val="FFCC00"/>
        </a:hlink>
        <a:folHlink>
          <a:srgbClr val="99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7">
        <a:dk1>
          <a:srgbClr val="000000"/>
        </a:dk1>
        <a:lt1>
          <a:srgbClr val="FFFFFF"/>
        </a:lt1>
        <a:dk2>
          <a:srgbClr val="000000"/>
        </a:dk2>
        <a:lt2>
          <a:srgbClr val="CC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6633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8">
        <a:dk1>
          <a:srgbClr val="003300"/>
        </a:dk1>
        <a:lt1>
          <a:srgbClr val="FFFFFF"/>
        </a:lt1>
        <a:dk2>
          <a:srgbClr val="000000"/>
        </a:dk2>
        <a:lt2>
          <a:srgbClr val="336600"/>
        </a:lt2>
        <a:accent1>
          <a:srgbClr val="CCCC00"/>
        </a:accent1>
        <a:accent2>
          <a:srgbClr val="669900"/>
        </a:accent2>
        <a:accent3>
          <a:srgbClr val="FFFFFF"/>
        </a:accent3>
        <a:accent4>
          <a:srgbClr val="002A00"/>
        </a:accent4>
        <a:accent5>
          <a:srgbClr val="E2E2AA"/>
        </a:accent5>
        <a:accent6>
          <a:srgbClr val="5C8A00"/>
        </a:accent6>
        <a:hlink>
          <a:srgbClr val="3333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9">
        <a:dk1>
          <a:srgbClr val="000000"/>
        </a:dk1>
        <a:lt1>
          <a:srgbClr val="FFFFFF"/>
        </a:lt1>
        <a:dk2>
          <a:srgbClr val="000000"/>
        </a:dk2>
        <a:lt2>
          <a:srgbClr val="440044"/>
        </a:lt2>
        <a:accent1>
          <a:srgbClr val="FFCCCC"/>
        </a:accent1>
        <a:accent2>
          <a:srgbClr val="790571"/>
        </a:accent2>
        <a:accent3>
          <a:srgbClr val="FFFFFF"/>
        </a:accent3>
        <a:accent4>
          <a:srgbClr val="000000"/>
        </a:accent4>
        <a:accent5>
          <a:srgbClr val="FFE2E2"/>
        </a:accent5>
        <a:accent6>
          <a:srgbClr val="6D0466"/>
        </a:accent6>
        <a:hlink>
          <a:srgbClr val="993366"/>
        </a:hlink>
        <a:folHlink>
          <a:srgbClr val="9F839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0">
        <a:dk1>
          <a:srgbClr val="000000"/>
        </a:dk1>
        <a:lt1>
          <a:srgbClr val="FFFFFF"/>
        </a:lt1>
        <a:dk2>
          <a:srgbClr val="000000"/>
        </a:dk2>
        <a:lt2>
          <a:srgbClr val="FF9900"/>
        </a:lt2>
        <a:accent1>
          <a:srgbClr val="FFCC99"/>
        </a:accent1>
        <a:accent2>
          <a:srgbClr val="FBA313"/>
        </a:accent2>
        <a:accent3>
          <a:srgbClr val="FFFFFF"/>
        </a:accent3>
        <a:accent4>
          <a:srgbClr val="000000"/>
        </a:accent4>
        <a:accent5>
          <a:srgbClr val="FFE2CA"/>
        </a:accent5>
        <a:accent6>
          <a:srgbClr val="E39310"/>
        </a:accent6>
        <a:hlink>
          <a:srgbClr val="CC3300"/>
        </a:hlink>
        <a:folHlink>
          <a:srgbClr val="FCC66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1">
        <a:dk1>
          <a:srgbClr val="000000"/>
        </a:dk1>
        <a:lt1>
          <a:srgbClr val="FFFFFF"/>
        </a:lt1>
        <a:dk2>
          <a:srgbClr val="000000"/>
        </a:dk2>
        <a:lt2>
          <a:srgbClr val="779F92"/>
        </a:lt2>
        <a:accent1>
          <a:srgbClr val="33CCCC"/>
        </a:accent1>
        <a:accent2>
          <a:srgbClr val="9DC2D7"/>
        </a:accent2>
        <a:accent3>
          <a:srgbClr val="FFFFFF"/>
        </a:accent3>
        <a:accent4>
          <a:srgbClr val="000000"/>
        </a:accent4>
        <a:accent5>
          <a:srgbClr val="ADE2E2"/>
        </a:accent5>
        <a:accent6>
          <a:srgbClr val="8EB0C3"/>
        </a:accent6>
        <a:hlink>
          <a:srgbClr val="006666"/>
        </a:hlink>
        <a:folHlink>
          <a:srgbClr val="CC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2">
        <a:dk1>
          <a:srgbClr val="000000"/>
        </a:dk1>
        <a:lt1>
          <a:srgbClr val="FFFFFF"/>
        </a:lt1>
        <a:dk2>
          <a:srgbClr val="000000"/>
        </a:dk2>
        <a:lt2>
          <a:srgbClr val="00007D"/>
        </a:lt2>
        <a:accent1>
          <a:srgbClr val="9999FF"/>
        </a:accent1>
        <a:accent2>
          <a:srgbClr val="9999CC"/>
        </a:accent2>
        <a:accent3>
          <a:srgbClr val="FFFFFF"/>
        </a:accent3>
        <a:accent4>
          <a:srgbClr val="000000"/>
        </a:accent4>
        <a:accent5>
          <a:srgbClr val="CACAFF"/>
        </a:accent5>
        <a:accent6>
          <a:srgbClr val="8A8AB9"/>
        </a:accent6>
        <a:hlink>
          <a:srgbClr val="666699"/>
        </a:hlink>
        <a:folHlink>
          <a:srgbClr val="CCCCE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Motiv sady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Kancelář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Kancelář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Motiv sady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Kancelář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Kancelář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41054</TotalTime>
  <Words>4556</Words>
  <Application>Microsoft Office PowerPoint</Application>
  <PresentationFormat>Předvádění na obrazovce (4:3)</PresentationFormat>
  <Paragraphs>1285</Paragraphs>
  <Slides>98</Slides>
  <Notes>98</Notes>
  <HiddenSlides>1</HiddenSlides>
  <MMClips>0</MMClips>
  <ScaleCrop>false</ScaleCrop>
  <HeadingPairs>
    <vt:vector size="6" baseType="variant">
      <vt:variant>
        <vt:lpstr>Použitá písma</vt:lpstr>
      </vt:variant>
      <vt:variant>
        <vt:i4>8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98</vt:i4>
      </vt:variant>
    </vt:vector>
  </HeadingPairs>
  <TitlesOfParts>
    <vt:vector size="107" baseType="lpstr">
      <vt:lpstr>Arial</vt:lpstr>
      <vt:lpstr>Arial Black</vt:lpstr>
      <vt:lpstr>Consolas</vt:lpstr>
      <vt:lpstr>Courier New</vt:lpstr>
      <vt:lpstr>Monotype Sorts</vt:lpstr>
      <vt:lpstr>Times New Roman</vt:lpstr>
      <vt:lpstr>Verdana</vt:lpstr>
      <vt:lpstr>Wingdings</vt:lpstr>
      <vt:lpstr>Pixel</vt:lpstr>
      <vt:lpstr>MIT AVR instrukce</vt:lpstr>
      <vt:lpstr>Index</vt:lpstr>
      <vt:lpstr>Zdroje</vt:lpstr>
      <vt:lpstr>AVR instrukční soubor</vt:lpstr>
      <vt:lpstr>Instrukce</vt:lpstr>
      <vt:lpstr>Instrukce</vt:lpstr>
      <vt:lpstr>Instrukce</vt:lpstr>
      <vt:lpstr>Jak se vytváří aplikace</vt:lpstr>
      <vt:lpstr>Jak se vytváří aplikace</vt:lpstr>
      <vt:lpstr>Jak se vykonává program</vt:lpstr>
      <vt:lpstr>Zdrojový kód</vt:lpstr>
      <vt:lpstr>Prezentace aplikace PowerPoint</vt:lpstr>
      <vt:lpstr>Prezentace aplikace PowerPoint</vt:lpstr>
      <vt:lpstr>Prezentace aplikace PowerPoint</vt:lpstr>
      <vt:lpstr>Postup vykonávání programu</vt:lpstr>
      <vt:lpstr>Adresace</vt:lpstr>
      <vt:lpstr>Adresace</vt:lpstr>
      <vt:lpstr>Adresace</vt:lpstr>
      <vt:lpstr>Adresace</vt:lpstr>
      <vt:lpstr>Adresace</vt:lpstr>
      <vt:lpstr>Adresace</vt:lpstr>
      <vt:lpstr>Adresace</vt:lpstr>
      <vt:lpstr>Adresace</vt:lpstr>
      <vt:lpstr>Adresace</vt:lpstr>
      <vt:lpstr>Adresace</vt:lpstr>
      <vt:lpstr>Adresace</vt:lpstr>
      <vt:lpstr>Adresace</vt:lpstr>
      <vt:lpstr>Typy instrukcí</vt:lpstr>
      <vt:lpstr>Instrukce přesunu</vt:lpstr>
      <vt:lpstr>Registr  registr</vt:lpstr>
      <vt:lpstr>Registr  SRAM</vt:lpstr>
      <vt:lpstr>Registr  SRAM</vt:lpstr>
      <vt:lpstr>Registr  SRAM</vt:lpstr>
      <vt:lpstr>Registr  Registr  I/O</vt:lpstr>
      <vt:lpstr>Registr  paměť programu</vt:lpstr>
      <vt:lpstr>Zásobník</vt:lpstr>
      <vt:lpstr>Kontrolní otázky</vt:lpstr>
      <vt:lpstr>Registr SREG</vt:lpstr>
      <vt:lpstr>Registr SREG</vt:lpstr>
      <vt:lpstr>Registr SREG</vt:lpstr>
      <vt:lpstr>Registr SREG</vt:lpstr>
      <vt:lpstr>Registr SREG</vt:lpstr>
      <vt:lpstr>Registr SREG</vt:lpstr>
      <vt:lpstr>Registr SREG</vt:lpstr>
      <vt:lpstr>Registr SREG</vt:lpstr>
      <vt:lpstr>Registr SREG</vt:lpstr>
      <vt:lpstr>Aritmetické instrukce</vt:lpstr>
      <vt:lpstr>Aritmetické instrukce</vt:lpstr>
      <vt:lpstr>Aritmetické instrukce</vt:lpstr>
      <vt:lpstr>Logické a bitové instrukce</vt:lpstr>
      <vt:lpstr>Logické a bitové instrukce</vt:lpstr>
      <vt:lpstr>Prezentace aplikace PowerPoint</vt:lpstr>
      <vt:lpstr>Kontrolní otázky</vt:lpstr>
      <vt:lpstr>Kontrolní otázky</vt:lpstr>
      <vt:lpstr>Prezentace aplikace PowerPoint</vt:lpstr>
      <vt:lpstr>Instrukce řízení programu</vt:lpstr>
      <vt:lpstr>Skoky</vt:lpstr>
      <vt:lpstr>Skoky</vt:lpstr>
      <vt:lpstr>Prezentace aplikace PowerPoint</vt:lpstr>
      <vt:lpstr>Podmíněný skok - BRANCH</vt:lpstr>
      <vt:lpstr>Branch</vt:lpstr>
      <vt:lpstr>Branch</vt:lpstr>
      <vt:lpstr>Branch</vt:lpstr>
      <vt:lpstr>Branch</vt:lpstr>
      <vt:lpstr>Podmíněný skok - SKIP</vt:lpstr>
      <vt:lpstr>Skip</vt:lpstr>
      <vt:lpstr>Skip</vt:lpstr>
      <vt:lpstr>Skip</vt:lpstr>
      <vt:lpstr>Skip</vt:lpstr>
      <vt:lpstr>Nepodmíněný skok - JUMP</vt:lpstr>
      <vt:lpstr>Jump</vt:lpstr>
      <vt:lpstr>Jump</vt:lpstr>
      <vt:lpstr>Jump</vt:lpstr>
      <vt:lpstr>Podprogramy</vt:lpstr>
      <vt:lpstr>Podprogramy</vt:lpstr>
      <vt:lpstr>Podprogramy</vt:lpstr>
      <vt:lpstr>Podprogramy</vt:lpstr>
      <vt:lpstr>Podprogramy</vt:lpstr>
      <vt:lpstr>Podprogramy</vt:lpstr>
      <vt:lpstr>Podprogramy</vt:lpstr>
      <vt:lpstr>Instrukce podprogramu</vt:lpstr>
      <vt:lpstr>Instrukce podprogramu</vt:lpstr>
      <vt:lpstr>Instrukce podprogramu</vt:lpstr>
      <vt:lpstr>Instrukce podprogramu</vt:lpstr>
      <vt:lpstr>Direktivy překladače</vt:lpstr>
      <vt:lpstr>Direktivy překladače</vt:lpstr>
      <vt:lpstr>Kontrolní otázky</vt:lpstr>
      <vt:lpstr>Kontrolní otázky</vt:lpstr>
      <vt:lpstr>Kontrolní otázky</vt:lpstr>
      <vt:lpstr>Kontrolní otázky</vt:lpstr>
      <vt:lpstr>Doba vykonávání instrukce</vt:lpstr>
      <vt:lpstr>Zpoždění</vt:lpstr>
      <vt:lpstr>Zpoždění</vt:lpstr>
      <vt:lpstr>Zpoždění</vt:lpstr>
      <vt:lpstr>Dlouhé zpoždění</vt:lpstr>
      <vt:lpstr>Konec</vt:lpstr>
      <vt:lpstr>Pravidla zápisu programu</vt:lpstr>
      <vt:lpstr>Direktivy překladače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Instrukce</dc:title>
  <dc:subject>MIT</dc:subject>
  <dc:creator>Juránek Leoš Ing.</dc:creator>
  <cp:lastModifiedBy>Petr Juránek</cp:lastModifiedBy>
  <cp:revision>911</cp:revision>
  <cp:lastPrinted>2014-01-13T20:01:05Z</cp:lastPrinted>
  <dcterms:created xsi:type="dcterms:W3CDTF">2001-09-22T14:04:06Z</dcterms:created>
  <dcterms:modified xsi:type="dcterms:W3CDTF">2024-05-23T08:57:17Z</dcterms:modified>
</cp:coreProperties>
</file>