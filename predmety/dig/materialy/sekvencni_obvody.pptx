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9" r:id="rId1"/>
  </p:sldMasterIdLst>
  <p:notesMasterIdLst>
    <p:notesMasterId r:id="rId52"/>
  </p:notesMasterIdLst>
  <p:handoutMasterIdLst>
    <p:handoutMasterId r:id="rId53"/>
  </p:handoutMasterIdLst>
  <p:sldIdLst>
    <p:sldId id="435" r:id="rId2"/>
    <p:sldId id="454" r:id="rId3"/>
    <p:sldId id="455" r:id="rId4"/>
    <p:sldId id="442" r:id="rId5"/>
    <p:sldId id="427" r:id="rId6"/>
    <p:sldId id="456" r:id="rId7"/>
    <p:sldId id="457" r:id="rId8"/>
    <p:sldId id="458" r:id="rId9"/>
    <p:sldId id="459" r:id="rId10"/>
    <p:sldId id="460" r:id="rId11"/>
    <p:sldId id="451" r:id="rId12"/>
    <p:sldId id="420" r:id="rId13"/>
    <p:sldId id="467" r:id="rId14"/>
    <p:sldId id="461" r:id="rId15"/>
    <p:sldId id="424" r:id="rId16"/>
    <p:sldId id="443" r:id="rId17"/>
    <p:sldId id="425" r:id="rId18"/>
    <p:sldId id="444" r:id="rId19"/>
    <p:sldId id="426" r:id="rId20"/>
    <p:sldId id="445" r:id="rId21"/>
    <p:sldId id="423" r:id="rId22"/>
    <p:sldId id="462" r:id="rId23"/>
    <p:sldId id="463" r:id="rId24"/>
    <p:sldId id="464" r:id="rId25"/>
    <p:sldId id="465" r:id="rId26"/>
    <p:sldId id="466" r:id="rId27"/>
    <p:sldId id="428" r:id="rId28"/>
    <p:sldId id="475" r:id="rId29"/>
    <p:sldId id="472" r:id="rId30"/>
    <p:sldId id="474" r:id="rId31"/>
    <p:sldId id="473" r:id="rId32"/>
    <p:sldId id="431" r:id="rId33"/>
    <p:sldId id="446" r:id="rId34"/>
    <p:sldId id="476" r:id="rId35"/>
    <p:sldId id="452" r:id="rId36"/>
    <p:sldId id="440" r:id="rId37"/>
    <p:sldId id="433" r:id="rId38"/>
    <p:sldId id="453" r:id="rId39"/>
    <p:sldId id="481" r:id="rId40"/>
    <p:sldId id="482" r:id="rId41"/>
    <p:sldId id="480" r:id="rId42"/>
    <p:sldId id="483" r:id="rId43"/>
    <p:sldId id="484" r:id="rId44"/>
    <p:sldId id="485" r:id="rId45"/>
    <p:sldId id="434" r:id="rId46"/>
    <p:sldId id="447" r:id="rId47"/>
    <p:sldId id="477" r:id="rId48"/>
    <p:sldId id="478" r:id="rId49"/>
    <p:sldId id="479" r:id="rId50"/>
    <p:sldId id="441" r:id="rId51"/>
  </p:sldIdLst>
  <p:sldSz cx="9144000" cy="6858000" type="screen4x3"/>
  <p:notesSz cx="6743700" cy="98679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pis" id="{353C191D-F585-4400-8E71-5D56B897AE30}">
          <p14:sldIdLst>
            <p14:sldId id="435"/>
            <p14:sldId id="454"/>
            <p14:sldId id="455"/>
          </p14:sldIdLst>
        </p14:section>
        <p14:section name="Sekvenční obvody" id="{F0950BB6-D3E7-477D-8599-9BF042D4630A}">
          <p14:sldIdLst>
            <p14:sldId id="442"/>
            <p14:sldId id="427"/>
            <p14:sldId id="456"/>
            <p14:sldId id="457"/>
            <p14:sldId id="458"/>
            <p14:sldId id="459"/>
            <p14:sldId id="460"/>
            <p14:sldId id="451"/>
            <p14:sldId id="420"/>
            <p14:sldId id="467"/>
          </p14:sldIdLst>
        </p14:section>
        <p14:section name="Oddíl bez názvu" id="{3FFC2486-72B8-4750-AF5B-155E5BA17C14}">
          <p14:sldIdLst>
            <p14:sldId id="461"/>
          </p14:sldIdLst>
        </p14:section>
        <p14:section name="Kombinační obvod" id="{B71631C8-CEFD-459D-954D-8693C962D397}">
          <p14:sldIdLst>
            <p14:sldId id="424"/>
            <p14:sldId id="443"/>
          </p14:sldIdLst>
        </p14:section>
        <p14:section name="Moorův automat" id="{59D5F595-5D1B-4114-98AE-352390A1CFC4}">
          <p14:sldIdLst>
            <p14:sldId id="425"/>
            <p14:sldId id="444"/>
          </p14:sldIdLst>
        </p14:section>
        <p14:section name="Mealyho automat" id="{2BEB36F7-D77D-4731-8665-6A51A27EF6AE}">
          <p14:sldIdLst>
            <p14:sldId id="426"/>
            <p14:sldId id="445"/>
            <p14:sldId id="423"/>
          </p14:sldIdLst>
        </p14:section>
        <p14:section name="Oddíl bez názvu" id="{708790F7-AD8A-4D7E-97AC-9757832904FA}">
          <p14:sldIdLst>
            <p14:sldId id="462"/>
            <p14:sldId id="463"/>
            <p14:sldId id="464"/>
            <p14:sldId id="465"/>
            <p14:sldId id="466"/>
          </p14:sldIdLst>
        </p14:section>
        <p14:section name="Metody popisu sekv.obvodu" id="{79FD7FCD-E741-4DC1-8BAA-D331B91C5D2A}">
          <p14:sldIdLst>
            <p14:sldId id="428"/>
            <p14:sldId id="475"/>
            <p14:sldId id="472"/>
          </p14:sldIdLst>
        </p14:section>
        <p14:section name="Modelový příklad" id="{97AA2587-C5DA-4B33-87A6-529810D667D9}">
          <p14:sldIdLst>
            <p14:sldId id="474"/>
            <p14:sldId id="473"/>
            <p14:sldId id="431"/>
            <p14:sldId id="446"/>
            <p14:sldId id="476"/>
            <p14:sldId id="452"/>
            <p14:sldId id="440"/>
            <p14:sldId id="433"/>
          </p14:sldIdLst>
        </p14:section>
        <p14:section name="Příklady" id="{8BF15253-DBE8-4724-902A-5F46BCAF67E5}">
          <p14:sldIdLst>
            <p14:sldId id="453"/>
            <p14:sldId id="481"/>
            <p14:sldId id="482"/>
            <p14:sldId id="480"/>
            <p14:sldId id="483"/>
            <p14:sldId id="484"/>
            <p14:sldId id="485"/>
          </p14:sldIdLst>
        </p14:section>
        <p14:section name="Oddíl bez názvu" id="{B44D39CE-0520-4D81-9941-1CC0CFBDAEE4}">
          <p14:sldIdLst>
            <p14:sldId id="434"/>
            <p14:sldId id="447"/>
          </p14:sldIdLst>
        </p14:section>
        <p14:section name="Hazardní stavy" id="{2EF6D96F-FCD0-4346-9C6C-C395921C4352}">
          <p14:sldIdLst>
            <p14:sldId id="477"/>
            <p14:sldId id="478"/>
            <p14:sldId id="479"/>
            <p14:sldId id="4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9900"/>
    <a:srgbClr val="DDDDDD"/>
    <a:srgbClr val="CC9900"/>
    <a:srgbClr val="996633"/>
    <a:srgbClr val="993300"/>
    <a:srgbClr val="996600"/>
    <a:srgbClr val="000099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Střední styl 4 – zvýraznění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6D9F66E-5EB9-4882-86FB-DCBF35E3C3E4}" styleName="Střední styl 4 – zvýraznění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Střední styl 4 – zvýraznění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Styl s motivem 1 – zvýraznění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705" autoAdjust="0"/>
    <p:restoredTop sz="94249" autoAdjust="0"/>
  </p:normalViewPr>
  <p:slideViewPr>
    <p:cSldViewPr>
      <p:cViewPr varScale="1">
        <p:scale>
          <a:sx n="159" d="100"/>
          <a:sy n="159" d="100"/>
        </p:scale>
        <p:origin x="1752" y="138"/>
      </p:cViewPr>
      <p:guideLst>
        <p:guide orient="horz" pos="2160"/>
        <p:guide pos="2928"/>
      </p:guideLst>
    </p:cSldViewPr>
  </p:slideViewPr>
  <p:outlineViewPr>
    <p:cViewPr>
      <p:scale>
        <a:sx n="33" d="100"/>
        <a:sy n="33" d="100"/>
      </p:scale>
      <p:origin x="0" y="-87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5154"/>
    </p:cViewPr>
  </p:sorterViewPr>
  <p:notesViewPr>
    <p:cSldViewPr>
      <p:cViewPr varScale="1">
        <p:scale>
          <a:sx n="55" d="100"/>
          <a:sy n="55" d="100"/>
        </p:scale>
        <p:origin x="-2580" y="-84"/>
      </p:cViewPr>
      <p:guideLst>
        <p:guide orient="horz" pos="3108"/>
        <p:guide pos="21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95E1C9-ABAA-4FCB-A421-470C15E33C1B}" type="doc">
      <dgm:prSet loTypeId="urn:microsoft.com/office/officeart/2005/8/layout/hierarchy2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F29B1CE7-EAAA-4C69-A6BD-3C41AEE62C58}">
      <dgm:prSet phldrT="[Text]" custT="1"/>
      <dgm:spPr/>
      <dgm:t>
        <a:bodyPr/>
        <a:lstStyle/>
        <a:p>
          <a:r>
            <a:rPr lang="cs-CZ" sz="2400" b="1" dirty="0">
              <a:latin typeface="Verdana" panose="020B0604030504040204" pitchFamily="34" charset="0"/>
              <a:ea typeface="Verdana" panose="020B0604030504040204" pitchFamily="34" charset="0"/>
            </a:rPr>
            <a:t>Logický obvod</a:t>
          </a:r>
        </a:p>
      </dgm:t>
    </dgm:pt>
    <dgm:pt modelId="{56DCDC88-316E-4E8C-9A52-643358E6B833}" type="parTrans" cxnId="{216A0B81-0526-460B-A8E7-55842EF816EA}">
      <dgm:prSet/>
      <dgm:spPr/>
      <dgm:t>
        <a:bodyPr/>
        <a:lstStyle/>
        <a:p>
          <a:endParaRPr lang="cs-CZ" sz="2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5DA0B9C6-6E5B-43AF-8411-C40DE27485FA}" type="sibTrans" cxnId="{216A0B81-0526-460B-A8E7-55842EF816EA}">
      <dgm:prSet/>
      <dgm:spPr/>
      <dgm:t>
        <a:bodyPr/>
        <a:lstStyle/>
        <a:p>
          <a:endParaRPr lang="cs-CZ" sz="2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75358A47-F6AB-423D-865C-8DD6A60F993C}">
      <dgm:prSet phldrT="[Text]" custT="1"/>
      <dgm:spPr/>
      <dgm:t>
        <a:bodyPr/>
        <a:lstStyle/>
        <a:p>
          <a:r>
            <a:rPr lang="cs-CZ" sz="2000" dirty="0">
              <a:latin typeface="Verdana" panose="020B0604030504040204" pitchFamily="34" charset="0"/>
              <a:ea typeface="Verdana" panose="020B0604030504040204" pitchFamily="34" charset="0"/>
            </a:rPr>
            <a:t>Kombinační obvod</a:t>
          </a:r>
        </a:p>
      </dgm:t>
    </dgm:pt>
    <dgm:pt modelId="{4C51A9B3-20B4-425C-A7B0-B93C54F7228E}" type="parTrans" cxnId="{8C5DE288-E39A-4FCE-96C7-66631122BEBD}">
      <dgm:prSet custT="1"/>
      <dgm:spPr/>
      <dgm:t>
        <a:bodyPr/>
        <a:lstStyle/>
        <a:p>
          <a:endParaRPr lang="cs-CZ" sz="2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C91B005C-6A7B-4975-8908-3A22D3C678B6}" type="sibTrans" cxnId="{8C5DE288-E39A-4FCE-96C7-66631122BEBD}">
      <dgm:prSet/>
      <dgm:spPr/>
      <dgm:t>
        <a:bodyPr/>
        <a:lstStyle/>
        <a:p>
          <a:endParaRPr lang="cs-CZ" sz="2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EF7AC33F-596D-4911-8209-9CC8C4F610D3}">
      <dgm:prSet phldrT="[Text]" custT="1"/>
      <dgm:spPr/>
      <dgm:t>
        <a:bodyPr/>
        <a:lstStyle/>
        <a:p>
          <a:r>
            <a:rPr lang="cs-CZ" sz="2000" dirty="0">
              <a:latin typeface="Verdana" panose="020B0604030504040204" pitchFamily="34" charset="0"/>
              <a:ea typeface="Verdana" panose="020B0604030504040204" pitchFamily="34" charset="0"/>
            </a:rPr>
            <a:t>Sekvenční obvod</a:t>
          </a:r>
        </a:p>
      </dgm:t>
    </dgm:pt>
    <dgm:pt modelId="{ED08C8FD-BE49-48AA-88A3-D24A55AA53CF}" type="parTrans" cxnId="{936D3E56-CE4F-4810-B605-3029E02FFAAF}">
      <dgm:prSet custT="1"/>
      <dgm:spPr/>
      <dgm:t>
        <a:bodyPr/>
        <a:lstStyle/>
        <a:p>
          <a:endParaRPr lang="cs-CZ" sz="2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EF71B8E4-D816-4619-BA0F-3FF0297AAA32}" type="sibTrans" cxnId="{936D3E56-CE4F-4810-B605-3029E02FFAAF}">
      <dgm:prSet/>
      <dgm:spPr/>
      <dgm:t>
        <a:bodyPr/>
        <a:lstStyle/>
        <a:p>
          <a:endParaRPr lang="cs-CZ" sz="2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F04503FC-F860-44F9-988D-5A8EE2302EF0}">
      <dgm:prSet phldrT="[Text]" custT="1"/>
      <dgm:spPr/>
      <dgm:t>
        <a:bodyPr/>
        <a:lstStyle/>
        <a:p>
          <a:r>
            <a:rPr lang="cs-CZ" sz="2000" dirty="0">
              <a:latin typeface="Verdana" panose="020B0604030504040204" pitchFamily="34" charset="0"/>
              <a:ea typeface="Verdana" panose="020B0604030504040204" pitchFamily="34" charset="0"/>
            </a:rPr>
            <a:t>Moorův automat</a:t>
          </a:r>
        </a:p>
      </dgm:t>
    </dgm:pt>
    <dgm:pt modelId="{084AFF0B-DBEB-4222-8F24-4E35969FFE7A}" type="parTrans" cxnId="{487FB289-F36D-41C8-9A9F-88B564E68DA4}">
      <dgm:prSet custT="1"/>
      <dgm:spPr/>
      <dgm:t>
        <a:bodyPr/>
        <a:lstStyle/>
        <a:p>
          <a:endParaRPr lang="cs-CZ" sz="2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9E1A4974-C936-4093-A82C-D533959571C1}" type="sibTrans" cxnId="{487FB289-F36D-41C8-9A9F-88B564E68DA4}">
      <dgm:prSet/>
      <dgm:spPr/>
      <dgm:t>
        <a:bodyPr/>
        <a:lstStyle/>
        <a:p>
          <a:endParaRPr lang="cs-CZ" sz="2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85DC5D79-CA0A-4560-BF73-10ABA1AA6422}">
      <dgm:prSet phldrT="[Text]" custT="1"/>
      <dgm:spPr/>
      <dgm:t>
        <a:bodyPr/>
        <a:lstStyle/>
        <a:p>
          <a:r>
            <a:rPr lang="cs-CZ" sz="2000" dirty="0" err="1">
              <a:latin typeface="Verdana" panose="020B0604030504040204" pitchFamily="34" charset="0"/>
              <a:ea typeface="Verdana" panose="020B0604030504040204" pitchFamily="34" charset="0"/>
            </a:rPr>
            <a:t>Mealyho</a:t>
          </a:r>
          <a:r>
            <a:rPr lang="cs-CZ" sz="2000" dirty="0">
              <a:latin typeface="Verdana" panose="020B0604030504040204" pitchFamily="34" charset="0"/>
              <a:ea typeface="Verdana" panose="020B0604030504040204" pitchFamily="34" charset="0"/>
            </a:rPr>
            <a:t> automat</a:t>
          </a:r>
        </a:p>
      </dgm:t>
    </dgm:pt>
    <dgm:pt modelId="{D7118C4D-6863-4353-8811-A0352CE49AFC}" type="parTrans" cxnId="{0AFBB466-DCF2-4A65-88DD-7BAD28E21434}">
      <dgm:prSet custT="1"/>
      <dgm:spPr/>
      <dgm:t>
        <a:bodyPr/>
        <a:lstStyle/>
        <a:p>
          <a:endParaRPr lang="cs-CZ" sz="2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9F3D2B15-2B64-496A-B18C-55D80571C59F}" type="sibTrans" cxnId="{0AFBB466-DCF2-4A65-88DD-7BAD28E21434}">
      <dgm:prSet/>
      <dgm:spPr/>
      <dgm:t>
        <a:bodyPr/>
        <a:lstStyle/>
        <a:p>
          <a:endParaRPr lang="cs-CZ" sz="2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6AB7134A-A223-4877-870D-38BE38199141}" type="pres">
      <dgm:prSet presAssocID="{5395E1C9-ABAA-4FCB-A421-470C15E33C1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759EBFE-510A-4A43-9309-F10FE4D70115}" type="pres">
      <dgm:prSet presAssocID="{F29B1CE7-EAAA-4C69-A6BD-3C41AEE62C58}" presName="root1" presStyleCnt="0"/>
      <dgm:spPr/>
    </dgm:pt>
    <dgm:pt modelId="{C0D605DD-A060-472B-A033-45BAE018CE98}" type="pres">
      <dgm:prSet presAssocID="{F29B1CE7-EAAA-4C69-A6BD-3C41AEE62C58}" presName="LevelOneTextNode" presStyleLbl="node0" presStyleIdx="0" presStyleCnt="1">
        <dgm:presLayoutVars>
          <dgm:chPref val="3"/>
        </dgm:presLayoutVars>
      </dgm:prSet>
      <dgm:spPr/>
    </dgm:pt>
    <dgm:pt modelId="{7E9F9764-3F63-4473-A74B-AB222754039D}" type="pres">
      <dgm:prSet presAssocID="{F29B1CE7-EAAA-4C69-A6BD-3C41AEE62C58}" presName="level2hierChild" presStyleCnt="0"/>
      <dgm:spPr/>
    </dgm:pt>
    <dgm:pt modelId="{166A1B62-BB4F-4C1E-998D-DD4926AA8DFC}" type="pres">
      <dgm:prSet presAssocID="{4C51A9B3-20B4-425C-A7B0-B93C54F7228E}" presName="conn2-1" presStyleLbl="parChTrans1D2" presStyleIdx="0" presStyleCnt="2"/>
      <dgm:spPr/>
    </dgm:pt>
    <dgm:pt modelId="{CF0E7FDC-7939-4C32-B196-DF118F07B120}" type="pres">
      <dgm:prSet presAssocID="{4C51A9B3-20B4-425C-A7B0-B93C54F7228E}" presName="connTx" presStyleLbl="parChTrans1D2" presStyleIdx="0" presStyleCnt="2"/>
      <dgm:spPr/>
    </dgm:pt>
    <dgm:pt modelId="{6712B585-3441-4BB8-B92B-608EF8595BEC}" type="pres">
      <dgm:prSet presAssocID="{75358A47-F6AB-423D-865C-8DD6A60F993C}" presName="root2" presStyleCnt="0"/>
      <dgm:spPr/>
    </dgm:pt>
    <dgm:pt modelId="{954D66D6-C635-4BC9-9086-33E193858B62}" type="pres">
      <dgm:prSet presAssocID="{75358A47-F6AB-423D-865C-8DD6A60F993C}" presName="LevelTwoTextNode" presStyleLbl="node2" presStyleIdx="0" presStyleCnt="2">
        <dgm:presLayoutVars>
          <dgm:chPref val="3"/>
        </dgm:presLayoutVars>
      </dgm:prSet>
      <dgm:spPr/>
    </dgm:pt>
    <dgm:pt modelId="{694EE4BA-F54C-456D-97BE-DF3FF0722C16}" type="pres">
      <dgm:prSet presAssocID="{75358A47-F6AB-423D-865C-8DD6A60F993C}" presName="level3hierChild" presStyleCnt="0"/>
      <dgm:spPr/>
    </dgm:pt>
    <dgm:pt modelId="{950F4BC5-F877-4F02-829D-A688E36FC7A2}" type="pres">
      <dgm:prSet presAssocID="{ED08C8FD-BE49-48AA-88A3-D24A55AA53CF}" presName="conn2-1" presStyleLbl="parChTrans1D2" presStyleIdx="1" presStyleCnt="2"/>
      <dgm:spPr/>
    </dgm:pt>
    <dgm:pt modelId="{FBF2F37D-6B1F-4459-B16E-1A21A013C7B5}" type="pres">
      <dgm:prSet presAssocID="{ED08C8FD-BE49-48AA-88A3-D24A55AA53CF}" presName="connTx" presStyleLbl="parChTrans1D2" presStyleIdx="1" presStyleCnt="2"/>
      <dgm:spPr/>
    </dgm:pt>
    <dgm:pt modelId="{3CC2039F-F96A-4451-9B70-32567CA67D0D}" type="pres">
      <dgm:prSet presAssocID="{EF7AC33F-596D-4911-8209-9CC8C4F610D3}" presName="root2" presStyleCnt="0"/>
      <dgm:spPr/>
    </dgm:pt>
    <dgm:pt modelId="{A5C6CD23-0FAA-4BC8-B3EF-F949CD373D22}" type="pres">
      <dgm:prSet presAssocID="{EF7AC33F-596D-4911-8209-9CC8C4F610D3}" presName="LevelTwoTextNode" presStyleLbl="node2" presStyleIdx="1" presStyleCnt="2">
        <dgm:presLayoutVars>
          <dgm:chPref val="3"/>
        </dgm:presLayoutVars>
      </dgm:prSet>
      <dgm:spPr/>
    </dgm:pt>
    <dgm:pt modelId="{7730D669-BF67-49B7-AB63-7ED875ACF7DD}" type="pres">
      <dgm:prSet presAssocID="{EF7AC33F-596D-4911-8209-9CC8C4F610D3}" presName="level3hierChild" presStyleCnt="0"/>
      <dgm:spPr/>
    </dgm:pt>
    <dgm:pt modelId="{2120C249-44AC-4573-B384-AC5687842ACB}" type="pres">
      <dgm:prSet presAssocID="{084AFF0B-DBEB-4222-8F24-4E35969FFE7A}" presName="conn2-1" presStyleLbl="parChTrans1D3" presStyleIdx="0" presStyleCnt="2"/>
      <dgm:spPr/>
    </dgm:pt>
    <dgm:pt modelId="{82440452-3243-461E-8D70-4A2D2F70FE37}" type="pres">
      <dgm:prSet presAssocID="{084AFF0B-DBEB-4222-8F24-4E35969FFE7A}" presName="connTx" presStyleLbl="parChTrans1D3" presStyleIdx="0" presStyleCnt="2"/>
      <dgm:spPr/>
    </dgm:pt>
    <dgm:pt modelId="{383234C9-FC74-4862-A1C6-6924E7B1AB93}" type="pres">
      <dgm:prSet presAssocID="{F04503FC-F860-44F9-988D-5A8EE2302EF0}" presName="root2" presStyleCnt="0"/>
      <dgm:spPr/>
    </dgm:pt>
    <dgm:pt modelId="{625A4353-DA04-424C-A0B5-A63E6EBDAA35}" type="pres">
      <dgm:prSet presAssocID="{F04503FC-F860-44F9-988D-5A8EE2302EF0}" presName="LevelTwoTextNode" presStyleLbl="node3" presStyleIdx="0" presStyleCnt="2">
        <dgm:presLayoutVars>
          <dgm:chPref val="3"/>
        </dgm:presLayoutVars>
      </dgm:prSet>
      <dgm:spPr/>
    </dgm:pt>
    <dgm:pt modelId="{8DD908DE-6EA6-44E2-89DD-83922FBECAA2}" type="pres">
      <dgm:prSet presAssocID="{F04503FC-F860-44F9-988D-5A8EE2302EF0}" presName="level3hierChild" presStyleCnt="0"/>
      <dgm:spPr/>
    </dgm:pt>
    <dgm:pt modelId="{D3426AE2-46C4-452D-9957-5F1657E0A142}" type="pres">
      <dgm:prSet presAssocID="{D7118C4D-6863-4353-8811-A0352CE49AFC}" presName="conn2-1" presStyleLbl="parChTrans1D3" presStyleIdx="1" presStyleCnt="2"/>
      <dgm:spPr/>
    </dgm:pt>
    <dgm:pt modelId="{69DAB596-5620-4293-BA03-5C7F8A5D389D}" type="pres">
      <dgm:prSet presAssocID="{D7118C4D-6863-4353-8811-A0352CE49AFC}" presName="connTx" presStyleLbl="parChTrans1D3" presStyleIdx="1" presStyleCnt="2"/>
      <dgm:spPr/>
    </dgm:pt>
    <dgm:pt modelId="{E4922B1B-8BA8-4059-8210-8A8DD7AB7BC0}" type="pres">
      <dgm:prSet presAssocID="{85DC5D79-CA0A-4560-BF73-10ABA1AA6422}" presName="root2" presStyleCnt="0"/>
      <dgm:spPr/>
    </dgm:pt>
    <dgm:pt modelId="{FDDBC0C8-62B3-4004-AE62-7DCB9DDDA768}" type="pres">
      <dgm:prSet presAssocID="{85DC5D79-CA0A-4560-BF73-10ABA1AA6422}" presName="LevelTwoTextNode" presStyleLbl="node3" presStyleIdx="1" presStyleCnt="2">
        <dgm:presLayoutVars>
          <dgm:chPref val="3"/>
        </dgm:presLayoutVars>
      </dgm:prSet>
      <dgm:spPr/>
    </dgm:pt>
    <dgm:pt modelId="{3F280DA8-D29D-423A-822F-2862C4F2566A}" type="pres">
      <dgm:prSet presAssocID="{85DC5D79-CA0A-4560-BF73-10ABA1AA6422}" presName="level3hierChild" presStyleCnt="0"/>
      <dgm:spPr/>
    </dgm:pt>
  </dgm:ptLst>
  <dgm:cxnLst>
    <dgm:cxn modelId="{8F742905-2D43-474A-AECF-68A99BCCC040}" type="presOf" srcId="{F04503FC-F860-44F9-988D-5A8EE2302EF0}" destId="{625A4353-DA04-424C-A0B5-A63E6EBDAA35}" srcOrd="0" destOrd="0" presId="urn:microsoft.com/office/officeart/2005/8/layout/hierarchy2"/>
    <dgm:cxn modelId="{C9D2DB06-5FF9-4EFE-8A9C-2441D90E8ADC}" type="presOf" srcId="{4C51A9B3-20B4-425C-A7B0-B93C54F7228E}" destId="{166A1B62-BB4F-4C1E-998D-DD4926AA8DFC}" srcOrd="0" destOrd="0" presId="urn:microsoft.com/office/officeart/2005/8/layout/hierarchy2"/>
    <dgm:cxn modelId="{A9ED920C-D82D-4FD0-979A-FFE60D8C98B5}" type="presOf" srcId="{ED08C8FD-BE49-48AA-88A3-D24A55AA53CF}" destId="{FBF2F37D-6B1F-4459-B16E-1A21A013C7B5}" srcOrd="1" destOrd="0" presId="urn:microsoft.com/office/officeart/2005/8/layout/hierarchy2"/>
    <dgm:cxn modelId="{F82DA71C-2044-4C8D-B53E-D9BD31DA8AB3}" type="presOf" srcId="{D7118C4D-6863-4353-8811-A0352CE49AFC}" destId="{69DAB596-5620-4293-BA03-5C7F8A5D389D}" srcOrd="1" destOrd="0" presId="urn:microsoft.com/office/officeart/2005/8/layout/hierarchy2"/>
    <dgm:cxn modelId="{3CE36165-0B2D-4936-9BD2-7B607B487BF7}" type="presOf" srcId="{ED08C8FD-BE49-48AA-88A3-D24A55AA53CF}" destId="{950F4BC5-F877-4F02-829D-A688E36FC7A2}" srcOrd="0" destOrd="0" presId="urn:microsoft.com/office/officeart/2005/8/layout/hierarchy2"/>
    <dgm:cxn modelId="{0AFBB466-DCF2-4A65-88DD-7BAD28E21434}" srcId="{EF7AC33F-596D-4911-8209-9CC8C4F610D3}" destId="{85DC5D79-CA0A-4560-BF73-10ABA1AA6422}" srcOrd="1" destOrd="0" parTransId="{D7118C4D-6863-4353-8811-A0352CE49AFC}" sibTransId="{9F3D2B15-2B64-496A-B18C-55D80571C59F}"/>
    <dgm:cxn modelId="{936D3E56-CE4F-4810-B605-3029E02FFAAF}" srcId="{F29B1CE7-EAAA-4C69-A6BD-3C41AEE62C58}" destId="{EF7AC33F-596D-4911-8209-9CC8C4F610D3}" srcOrd="1" destOrd="0" parTransId="{ED08C8FD-BE49-48AA-88A3-D24A55AA53CF}" sibTransId="{EF71B8E4-D816-4619-BA0F-3FF0297AAA32}"/>
    <dgm:cxn modelId="{216A0B81-0526-460B-A8E7-55842EF816EA}" srcId="{5395E1C9-ABAA-4FCB-A421-470C15E33C1B}" destId="{F29B1CE7-EAAA-4C69-A6BD-3C41AEE62C58}" srcOrd="0" destOrd="0" parTransId="{56DCDC88-316E-4E8C-9A52-643358E6B833}" sibTransId="{5DA0B9C6-6E5B-43AF-8411-C40DE27485FA}"/>
    <dgm:cxn modelId="{90911782-5AE6-4112-9B62-F63917E76845}" type="presOf" srcId="{85DC5D79-CA0A-4560-BF73-10ABA1AA6422}" destId="{FDDBC0C8-62B3-4004-AE62-7DCB9DDDA768}" srcOrd="0" destOrd="0" presId="urn:microsoft.com/office/officeart/2005/8/layout/hierarchy2"/>
    <dgm:cxn modelId="{8C5DE288-E39A-4FCE-96C7-66631122BEBD}" srcId="{F29B1CE7-EAAA-4C69-A6BD-3C41AEE62C58}" destId="{75358A47-F6AB-423D-865C-8DD6A60F993C}" srcOrd="0" destOrd="0" parTransId="{4C51A9B3-20B4-425C-A7B0-B93C54F7228E}" sibTransId="{C91B005C-6A7B-4975-8908-3A22D3C678B6}"/>
    <dgm:cxn modelId="{487FB289-F36D-41C8-9A9F-88B564E68DA4}" srcId="{EF7AC33F-596D-4911-8209-9CC8C4F610D3}" destId="{F04503FC-F860-44F9-988D-5A8EE2302EF0}" srcOrd="0" destOrd="0" parTransId="{084AFF0B-DBEB-4222-8F24-4E35969FFE7A}" sibTransId="{9E1A4974-C936-4093-A82C-D533959571C1}"/>
    <dgm:cxn modelId="{21DF1A8A-B479-408E-A188-AACF4423EDFF}" type="presOf" srcId="{EF7AC33F-596D-4911-8209-9CC8C4F610D3}" destId="{A5C6CD23-0FAA-4BC8-B3EF-F949CD373D22}" srcOrd="0" destOrd="0" presId="urn:microsoft.com/office/officeart/2005/8/layout/hierarchy2"/>
    <dgm:cxn modelId="{D23B3AC6-1A7F-4F77-873D-4A195AE5A926}" type="presOf" srcId="{084AFF0B-DBEB-4222-8F24-4E35969FFE7A}" destId="{82440452-3243-461E-8D70-4A2D2F70FE37}" srcOrd="1" destOrd="0" presId="urn:microsoft.com/office/officeart/2005/8/layout/hierarchy2"/>
    <dgm:cxn modelId="{03F3D9D1-F29D-47A4-A938-38394E43DB60}" type="presOf" srcId="{5395E1C9-ABAA-4FCB-A421-470C15E33C1B}" destId="{6AB7134A-A223-4877-870D-38BE38199141}" srcOrd="0" destOrd="0" presId="urn:microsoft.com/office/officeart/2005/8/layout/hierarchy2"/>
    <dgm:cxn modelId="{C69B81D5-0FDB-4224-B7DC-C1F95410B9BD}" type="presOf" srcId="{75358A47-F6AB-423D-865C-8DD6A60F993C}" destId="{954D66D6-C635-4BC9-9086-33E193858B62}" srcOrd="0" destOrd="0" presId="urn:microsoft.com/office/officeart/2005/8/layout/hierarchy2"/>
    <dgm:cxn modelId="{580E04EA-A428-48D0-86CA-53D08D988535}" type="presOf" srcId="{F29B1CE7-EAAA-4C69-A6BD-3C41AEE62C58}" destId="{C0D605DD-A060-472B-A033-45BAE018CE98}" srcOrd="0" destOrd="0" presId="urn:microsoft.com/office/officeart/2005/8/layout/hierarchy2"/>
    <dgm:cxn modelId="{F13AC4FC-B88B-46EA-AC36-E644F97D2C7A}" type="presOf" srcId="{D7118C4D-6863-4353-8811-A0352CE49AFC}" destId="{D3426AE2-46C4-452D-9957-5F1657E0A142}" srcOrd="0" destOrd="0" presId="urn:microsoft.com/office/officeart/2005/8/layout/hierarchy2"/>
    <dgm:cxn modelId="{BCEE3DFD-BA78-4A4C-9610-7F8D21EB7179}" type="presOf" srcId="{084AFF0B-DBEB-4222-8F24-4E35969FFE7A}" destId="{2120C249-44AC-4573-B384-AC5687842ACB}" srcOrd="0" destOrd="0" presId="urn:microsoft.com/office/officeart/2005/8/layout/hierarchy2"/>
    <dgm:cxn modelId="{829D57FD-CDC4-4491-A8E4-3754E665B8E6}" type="presOf" srcId="{4C51A9B3-20B4-425C-A7B0-B93C54F7228E}" destId="{CF0E7FDC-7939-4C32-B196-DF118F07B120}" srcOrd="1" destOrd="0" presId="urn:microsoft.com/office/officeart/2005/8/layout/hierarchy2"/>
    <dgm:cxn modelId="{013E6E7A-EFCD-42B8-A6B4-8E1F66283CC3}" type="presParOf" srcId="{6AB7134A-A223-4877-870D-38BE38199141}" destId="{3759EBFE-510A-4A43-9309-F10FE4D70115}" srcOrd="0" destOrd="0" presId="urn:microsoft.com/office/officeart/2005/8/layout/hierarchy2"/>
    <dgm:cxn modelId="{25715EE5-FB75-45E0-A5BB-9AA2FB290CA9}" type="presParOf" srcId="{3759EBFE-510A-4A43-9309-F10FE4D70115}" destId="{C0D605DD-A060-472B-A033-45BAE018CE98}" srcOrd="0" destOrd="0" presId="urn:microsoft.com/office/officeart/2005/8/layout/hierarchy2"/>
    <dgm:cxn modelId="{FDA6A56C-B432-4C02-AD92-6D4AC7A8F976}" type="presParOf" srcId="{3759EBFE-510A-4A43-9309-F10FE4D70115}" destId="{7E9F9764-3F63-4473-A74B-AB222754039D}" srcOrd="1" destOrd="0" presId="urn:microsoft.com/office/officeart/2005/8/layout/hierarchy2"/>
    <dgm:cxn modelId="{88525539-412D-45A4-8A9E-876ACDCC4A62}" type="presParOf" srcId="{7E9F9764-3F63-4473-A74B-AB222754039D}" destId="{166A1B62-BB4F-4C1E-998D-DD4926AA8DFC}" srcOrd="0" destOrd="0" presId="urn:microsoft.com/office/officeart/2005/8/layout/hierarchy2"/>
    <dgm:cxn modelId="{AAB908F7-17D7-40FE-8115-ACD9BDF64162}" type="presParOf" srcId="{166A1B62-BB4F-4C1E-998D-DD4926AA8DFC}" destId="{CF0E7FDC-7939-4C32-B196-DF118F07B120}" srcOrd="0" destOrd="0" presId="urn:microsoft.com/office/officeart/2005/8/layout/hierarchy2"/>
    <dgm:cxn modelId="{34EB9911-01F6-4B23-AA05-36A514C28E93}" type="presParOf" srcId="{7E9F9764-3F63-4473-A74B-AB222754039D}" destId="{6712B585-3441-4BB8-B92B-608EF8595BEC}" srcOrd="1" destOrd="0" presId="urn:microsoft.com/office/officeart/2005/8/layout/hierarchy2"/>
    <dgm:cxn modelId="{E7630640-8186-4050-A50C-92570580FD02}" type="presParOf" srcId="{6712B585-3441-4BB8-B92B-608EF8595BEC}" destId="{954D66D6-C635-4BC9-9086-33E193858B62}" srcOrd="0" destOrd="0" presId="urn:microsoft.com/office/officeart/2005/8/layout/hierarchy2"/>
    <dgm:cxn modelId="{C642B399-BBF7-4F48-BA3D-524166135996}" type="presParOf" srcId="{6712B585-3441-4BB8-B92B-608EF8595BEC}" destId="{694EE4BA-F54C-456D-97BE-DF3FF0722C16}" srcOrd="1" destOrd="0" presId="urn:microsoft.com/office/officeart/2005/8/layout/hierarchy2"/>
    <dgm:cxn modelId="{3B330EF3-FA1A-4384-B952-F075C5EF93E4}" type="presParOf" srcId="{7E9F9764-3F63-4473-A74B-AB222754039D}" destId="{950F4BC5-F877-4F02-829D-A688E36FC7A2}" srcOrd="2" destOrd="0" presId="urn:microsoft.com/office/officeart/2005/8/layout/hierarchy2"/>
    <dgm:cxn modelId="{CE341AE5-6450-428F-AED7-CC4E067316C0}" type="presParOf" srcId="{950F4BC5-F877-4F02-829D-A688E36FC7A2}" destId="{FBF2F37D-6B1F-4459-B16E-1A21A013C7B5}" srcOrd="0" destOrd="0" presId="urn:microsoft.com/office/officeart/2005/8/layout/hierarchy2"/>
    <dgm:cxn modelId="{6FC3BD77-FC69-49CE-9E64-BFEDFD4224AB}" type="presParOf" srcId="{7E9F9764-3F63-4473-A74B-AB222754039D}" destId="{3CC2039F-F96A-4451-9B70-32567CA67D0D}" srcOrd="3" destOrd="0" presId="urn:microsoft.com/office/officeart/2005/8/layout/hierarchy2"/>
    <dgm:cxn modelId="{0DB4658A-F25A-45C8-8DDB-C11DACE95F97}" type="presParOf" srcId="{3CC2039F-F96A-4451-9B70-32567CA67D0D}" destId="{A5C6CD23-0FAA-4BC8-B3EF-F949CD373D22}" srcOrd="0" destOrd="0" presId="urn:microsoft.com/office/officeart/2005/8/layout/hierarchy2"/>
    <dgm:cxn modelId="{60259875-1E54-4484-BC50-A592D9F2C736}" type="presParOf" srcId="{3CC2039F-F96A-4451-9B70-32567CA67D0D}" destId="{7730D669-BF67-49B7-AB63-7ED875ACF7DD}" srcOrd="1" destOrd="0" presId="urn:microsoft.com/office/officeart/2005/8/layout/hierarchy2"/>
    <dgm:cxn modelId="{02ADE85B-F7ED-4A14-8296-F0EF9CF3BF3A}" type="presParOf" srcId="{7730D669-BF67-49B7-AB63-7ED875ACF7DD}" destId="{2120C249-44AC-4573-B384-AC5687842ACB}" srcOrd="0" destOrd="0" presId="urn:microsoft.com/office/officeart/2005/8/layout/hierarchy2"/>
    <dgm:cxn modelId="{B0594CA9-9F9F-423A-8792-C1EA7C8874F4}" type="presParOf" srcId="{2120C249-44AC-4573-B384-AC5687842ACB}" destId="{82440452-3243-461E-8D70-4A2D2F70FE37}" srcOrd="0" destOrd="0" presId="urn:microsoft.com/office/officeart/2005/8/layout/hierarchy2"/>
    <dgm:cxn modelId="{D5A5FC61-7127-4C45-A353-89B74F160E43}" type="presParOf" srcId="{7730D669-BF67-49B7-AB63-7ED875ACF7DD}" destId="{383234C9-FC74-4862-A1C6-6924E7B1AB93}" srcOrd="1" destOrd="0" presId="urn:microsoft.com/office/officeart/2005/8/layout/hierarchy2"/>
    <dgm:cxn modelId="{C0C6E4C3-D5F3-48C1-AA15-52D1AE46E3E6}" type="presParOf" srcId="{383234C9-FC74-4862-A1C6-6924E7B1AB93}" destId="{625A4353-DA04-424C-A0B5-A63E6EBDAA35}" srcOrd="0" destOrd="0" presId="urn:microsoft.com/office/officeart/2005/8/layout/hierarchy2"/>
    <dgm:cxn modelId="{2FD787BB-7C80-433C-953E-9C8A57368065}" type="presParOf" srcId="{383234C9-FC74-4862-A1C6-6924E7B1AB93}" destId="{8DD908DE-6EA6-44E2-89DD-83922FBECAA2}" srcOrd="1" destOrd="0" presId="urn:microsoft.com/office/officeart/2005/8/layout/hierarchy2"/>
    <dgm:cxn modelId="{3AB36F0C-3F85-40A5-96C3-23DBB988BA09}" type="presParOf" srcId="{7730D669-BF67-49B7-AB63-7ED875ACF7DD}" destId="{D3426AE2-46C4-452D-9957-5F1657E0A142}" srcOrd="2" destOrd="0" presId="urn:microsoft.com/office/officeart/2005/8/layout/hierarchy2"/>
    <dgm:cxn modelId="{BD398EBE-ABBF-4F48-8328-4BD5E5CFCD39}" type="presParOf" srcId="{D3426AE2-46C4-452D-9957-5F1657E0A142}" destId="{69DAB596-5620-4293-BA03-5C7F8A5D389D}" srcOrd="0" destOrd="0" presId="urn:microsoft.com/office/officeart/2005/8/layout/hierarchy2"/>
    <dgm:cxn modelId="{8F2C299E-16B7-48FB-9DC3-6F919AC27E8B}" type="presParOf" srcId="{7730D669-BF67-49B7-AB63-7ED875ACF7DD}" destId="{E4922B1B-8BA8-4059-8210-8A8DD7AB7BC0}" srcOrd="3" destOrd="0" presId="urn:microsoft.com/office/officeart/2005/8/layout/hierarchy2"/>
    <dgm:cxn modelId="{CEA29C0C-4AA3-4DCC-A889-B4B4DF4F8BCF}" type="presParOf" srcId="{E4922B1B-8BA8-4059-8210-8A8DD7AB7BC0}" destId="{FDDBC0C8-62B3-4004-AE62-7DCB9DDDA768}" srcOrd="0" destOrd="0" presId="urn:microsoft.com/office/officeart/2005/8/layout/hierarchy2"/>
    <dgm:cxn modelId="{4C722335-E10F-455F-99C8-DC41E1B84811}" type="presParOf" srcId="{E4922B1B-8BA8-4059-8210-8A8DD7AB7BC0}" destId="{3F280DA8-D29D-423A-822F-2862C4F2566A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95E1C9-ABAA-4FCB-A421-470C15E33C1B}" type="doc">
      <dgm:prSet loTypeId="urn:microsoft.com/office/officeart/2005/8/layout/hierarchy2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F29B1CE7-EAAA-4C69-A6BD-3C41AEE62C58}">
      <dgm:prSet phldrT="[Text]" custT="1"/>
      <dgm:spPr>
        <a:solidFill>
          <a:schemeClr val="bg2">
            <a:lumMod val="40000"/>
            <a:lumOff val="60000"/>
          </a:schemeClr>
        </a:solidFill>
      </dgm:spPr>
      <dgm:t>
        <a:bodyPr/>
        <a:lstStyle/>
        <a:p>
          <a:r>
            <a:rPr lang="cs-CZ" sz="3200" b="1" dirty="0"/>
            <a:t>Sekvenční obvod</a:t>
          </a:r>
        </a:p>
      </dgm:t>
    </dgm:pt>
    <dgm:pt modelId="{56DCDC88-316E-4E8C-9A52-643358E6B833}" type="parTrans" cxnId="{216A0B81-0526-460B-A8E7-55842EF816EA}">
      <dgm:prSet/>
      <dgm:spPr/>
      <dgm:t>
        <a:bodyPr/>
        <a:lstStyle/>
        <a:p>
          <a:endParaRPr lang="cs-CZ"/>
        </a:p>
      </dgm:t>
    </dgm:pt>
    <dgm:pt modelId="{5DA0B9C6-6E5B-43AF-8411-C40DE27485FA}" type="sibTrans" cxnId="{216A0B81-0526-460B-A8E7-55842EF816EA}">
      <dgm:prSet/>
      <dgm:spPr/>
      <dgm:t>
        <a:bodyPr/>
        <a:lstStyle/>
        <a:p>
          <a:endParaRPr lang="cs-CZ"/>
        </a:p>
      </dgm:t>
    </dgm:pt>
    <dgm:pt modelId="{75358A47-F6AB-423D-865C-8DD6A60F993C}">
      <dgm:prSet phldrT="[Text]" custT="1"/>
      <dgm:spPr/>
      <dgm:t>
        <a:bodyPr/>
        <a:lstStyle/>
        <a:p>
          <a:r>
            <a:rPr lang="cs-CZ" sz="2800" dirty="0"/>
            <a:t>Asynchronní</a:t>
          </a:r>
        </a:p>
      </dgm:t>
    </dgm:pt>
    <dgm:pt modelId="{4C51A9B3-20B4-425C-A7B0-B93C54F7228E}" type="parTrans" cxnId="{8C5DE288-E39A-4FCE-96C7-66631122BEBD}">
      <dgm:prSet/>
      <dgm:spPr/>
      <dgm:t>
        <a:bodyPr/>
        <a:lstStyle/>
        <a:p>
          <a:endParaRPr lang="cs-CZ"/>
        </a:p>
      </dgm:t>
    </dgm:pt>
    <dgm:pt modelId="{C91B005C-6A7B-4975-8908-3A22D3C678B6}" type="sibTrans" cxnId="{8C5DE288-E39A-4FCE-96C7-66631122BEBD}">
      <dgm:prSet/>
      <dgm:spPr/>
      <dgm:t>
        <a:bodyPr/>
        <a:lstStyle/>
        <a:p>
          <a:endParaRPr lang="cs-CZ"/>
        </a:p>
      </dgm:t>
    </dgm:pt>
    <dgm:pt modelId="{EF7AC33F-596D-4911-8209-9CC8C4F610D3}">
      <dgm:prSet phldrT="[Text]" custT="1"/>
      <dgm:spPr/>
      <dgm:t>
        <a:bodyPr/>
        <a:lstStyle/>
        <a:p>
          <a:r>
            <a:rPr lang="cs-CZ" sz="2800" dirty="0"/>
            <a:t>Synchronní</a:t>
          </a:r>
        </a:p>
      </dgm:t>
    </dgm:pt>
    <dgm:pt modelId="{ED08C8FD-BE49-48AA-88A3-D24A55AA53CF}" type="parTrans" cxnId="{936D3E56-CE4F-4810-B605-3029E02FFAAF}">
      <dgm:prSet/>
      <dgm:spPr/>
      <dgm:t>
        <a:bodyPr/>
        <a:lstStyle/>
        <a:p>
          <a:endParaRPr lang="cs-CZ"/>
        </a:p>
      </dgm:t>
    </dgm:pt>
    <dgm:pt modelId="{EF71B8E4-D816-4619-BA0F-3FF0297AAA32}" type="sibTrans" cxnId="{936D3E56-CE4F-4810-B605-3029E02FFAAF}">
      <dgm:prSet/>
      <dgm:spPr/>
      <dgm:t>
        <a:bodyPr/>
        <a:lstStyle/>
        <a:p>
          <a:endParaRPr lang="cs-CZ"/>
        </a:p>
      </dgm:t>
    </dgm:pt>
    <dgm:pt modelId="{F04503FC-F860-44F9-988D-5A8EE2302EF0}">
      <dgm:prSet phldrT="[Text]" custT="1"/>
      <dgm:spPr/>
      <dgm:t>
        <a:bodyPr/>
        <a:lstStyle/>
        <a:p>
          <a:r>
            <a:rPr lang="cs-CZ" sz="2400" dirty="0"/>
            <a:t>Úrovňové</a:t>
          </a:r>
        </a:p>
      </dgm:t>
    </dgm:pt>
    <dgm:pt modelId="{084AFF0B-DBEB-4222-8F24-4E35969FFE7A}" type="parTrans" cxnId="{487FB289-F36D-41C8-9A9F-88B564E68DA4}">
      <dgm:prSet/>
      <dgm:spPr/>
      <dgm:t>
        <a:bodyPr/>
        <a:lstStyle/>
        <a:p>
          <a:endParaRPr lang="cs-CZ"/>
        </a:p>
      </dgm:t>
    </dgm:pt>
    <dgm:pt modelId="{9E1A4974-C936-4093-A82C-D533959571C1}" type="sibTrans" cxnId="{487FB289-F36D-41C8-9A9F-88B564E68DA4}">
      <dgm:prSet/>
      <dgm:spPr/>
      <dgm:t>
        <a:bodyPr/>
        <a:lstStyle/>
        <a:p>
          <a:endParaRPr lang="cs-CZ"/>
        </a:p>
      </dgm:t>
    </dgm:pt>
    <dgm:pt modelId="{85DC5D79-CA0A-4560-BF73-10ABA1AA6422}">
      <dgm:prSet phldrT="[Text]" custT="1"/>
      <dgm:spPr/>
      <dgm:t>
        <a:bodyPr/>
        <a:lstStyle/>
        <a:p>
          <a:r>
            <a:rPr lang="cs-CZ" sz="2400" dirty="0"/>
            <a:t>Hranové</a:t>
          </a:r>
        </a:p>
      </dgm:t>
    </dgm:pt>
    <dgm:pt modelId="{D7118C4D-6863-4353-8811-A0352CE49AFC}" type="parTrans" cxnId="{0AFBB466-DCF2-4A65-88DD-7BAD28E21434}">
      <dgm:prSet/>
      <dgm:spPr/>
      <dgm:t>
        <a:bodyPr/>
        <a:lstStyle/>
        <a:p>
          <a:endParaRPr lang="cs-CZ"/>
        </a:p>
      </dgm:t>
    </dgm:pt>
    <dgm:pt modelId="{9F3D2B15-2B64-496A-B18C-55D80571C59F}" type="sibTrans" cxnId="{0AFBB466-DCF2-4A65-88DD-7BAD28E21434}">
      <dgm:prSet/>
      <dgm:spPr/>
      <dgm:t>
        <a:bodyPr/>
        <a:lstStyle/>
        <a:p>
          <a:endParaRPr lang="cs-CZ"/>
        </a:p>
      </dgm:t>
    </dgm:pt>
    <dgm:pt modelId="{6AB7134A-A223-4877-870D-38BE38199141}" type="pres">
      <dgm:prSet presAssocID="{5395E1C9-ABAA-4FCB-A421-470C15E33C1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759EBFE-510A-4A43-9309-F10FE4D70115}" type="pres">
      <dgm:prSet presAssocID="{F29B1CE7-EAAA-4C69-A6BD-3C41AEE62C58}" presName="root1" presStyleCnt="0"/>
      <dgm:spPr/>
    </dgm:pt>
    <dgm:pt modelId="{C0D605DD-A060-472B-A033-45BAE018CE98}" type="pres">
      <dgm:prSet presAssocID="{F29B1CE7-EAAA-4C69-A6BD-3C41AEE62C58}" presName="LevelOneTextNode" presStyleLbl="node0" presStyleIdx="0" presStyleCnt="1">
        <dgm:presLayoutVars>
          <dgm:chPref val="3"/>
        </dgm:presLayoutVars>
      </dgm:prSet>
      <dgm:spPr/>
    </dgm:pt>
    <dgm:pt modelId="{7E9F9764-3F63-4473-A74B-AB222754039D}" type="pres">
      <dgm:prSet presAssocID="{F29B1CE7-EAAA-4C69-A6BD-3C41AEE62C58}" presName="level2hierChild" presStyleCnt="0"/>
      <dgm:spPr/>
    </dgm:pt>
    <dgm:pt modelId="{166A1B62-BB4F-4C1E-998D-DD4926AA8DFC}" type="pres">
      <dgm:prSet presAssocID="{4C51A9B3-20B4-425C-A7B0-B93C54F7228E}" presName="conn2-1" presStyleLbl="parChTrans1D2" presStyleIdx="0" presStyleCnt="2"/>
      <dgm:spPr/>
    </dgm:pt>
    <dgm:pt modelId="{CF0E7FDC-7939-4C32-B196-DF118F07B120}" type="pres">
      <dgm:prSet presAssocID="{4C51A9B3-20B4-425C-A7B0-B93C54F7228E}" presName="connTx" presStyleLbl="parChTrans1D2" presStyleIdx="0" presStyleCnt="2"/>
      <dgm:spPr/>
    </dgm:pt>
    <dgm:pt modelId="{6712B585-3441-4BB8-B92B-608EF8595BEC}" type="pres">
      <dgm:prSet presAssocID="{75358A47-F6AB-423D-865C-8DD6A60F993C}" presName="root2" presStyleCnt="0"/>
      <dgm:spPr/>
    </dgm:pt>
    <dgm:pt modelId="{954D66D6-C635-4BC9-9086-33E193858B62}" type="pres">
      <dgm:prSet presAssocID="{75358A47-F6AB-423D-865C-8DD6A60F993C}" presName="LevelTwoTextNode" presStyleLbl="node2" presStyleIdx="0" presStyleCnt="2">
        <dgm:presLayoutVars>
          <dgm:chPref val="3"/>
        </dgm:presLayoutVars>
      </dgm:prSet>
      <dgm:spPr/>
    </dgm:pt>
    <dgm:pt modelId="{694EE4BA-F54C-456D-97BE-DF3FF0722C16}" type="pres">
      <dgm:prSet presAssocID="{75358A47-F6AB-423D-865C-8DD6A60F993C}" presName="level3hierChild" presStyleCnt="0"/>
      <dgm:spPr/>
    </dgm:pt>
    <dgm:pt modelId="{950F4BC5-F877-4F02-829D-A688E36FC7A2}" type="pres">
      <dgm:prSet presAssocID="{ED08C8FD-BE49-48AA-88A3-D24A55AA53CF}" presName="conn2-1" presStyleLbl="parChTrans1D2" presStyleIdx="1" presStyleCnt="2"/>
      <dgm:spPr/>
    </dgm:pt>
    <dgm:pt modelId="{FBF2F37D-6B1F-4459-B16E-1A21A013C7B5}" type="pres">
      <dgm:prSet presAssocID="{ED08C8FD-BE49-48AA-88A3-D24A55AA53CF}" presName="connTx" presStyleLbl="parChTrans1D2" presStyleIdx="1" presStyleCnt="2"/>
      <dgm:spPr/>
    </dgm:pt>
    <dgm:pt modelId="{3CC2039F-F96A-4451-9B70-32567CA67D0D}" type="pres">
      <dgm:prSet presAssocID="{EF7AC33F-596D-4911-8209-9CC8C4F610D3}" presName="root2" presStyleCnt="0"/>
      <dgm:spPr/>
    </dgm:pt>
    <dgm:pt modelId="{A5C6CD23-0FAA-4BC8-B3EF-F949CD373D22}" type="pres">
      <dgm:prSet presAssocID="{EF7AC33F-596D-4911-8209-9CC8C4F610D3}" presName="LevelTwoTextNode" presStyleLbl="node2" presStyleIdx="1" presStyleCnt="2">
        <dgm:presLayoutVars>
          <dgm:chPref val="3"/>
        </dgm:presLayoutVars>
      </dgm:prSet>
      <dgm:spPr/>
    </dgm:pt>
    <dgm:pt modelId="{7730D669-BF67-49B7-AB63-7ED875ACF7DD}" type="pres">
      <dgm:prSet presAssocID="{EF7AC33F-596D-4911-8209-9CC8C4F610D3}" presName="level3hierChild" presStyleCnt="0"/>
      <dgm:spPr/>
    </dgm:pt>
    <dgm:pt modelId="{2120C249-44AC-4573-B384-AC5687842ACB}" type="pres">
      <dgm:prSet presAssocID="{084AFF0B-DBEB-4222-8F24-4E35969FFE7A}" presName="conn2-1" presStyleLbl="parChTrans1D3" presStyleIdx="0" presStyleCnt="2"/>
      <dgm:spPr/>
    </dgm:pt>
    <dgm:pt modelId="{82440452-3243-461E-8D70-4A2D2F70FE37}" type="pres">
      <dgm:prSet presAssocID="{084AFF0B-DBEB-4222-8F24-4E35969FFE7A}" presName="connTx" presStyleLbl="parChTrans1D3" presStyleIdx="0" presStyleCnt="2"/>
      <dgm:spPr/>
    </dgm:pt>
    <dgm:pt modelId="{383234C9-FC74-4862-A1C6-6924E7B1AB93}" type="pres">
      <dgm:prSet presAssocID="{F04503FC-F860-44F9-988D-5A8EE2302EF0}" presName="root2" presStyleCnt="0"/>
      <dgm:spPr/>
    </dgm:pt>
    <dgm:pt modelId="{625A4353-DA04-424C-A0B5-A63E6EBDAA35}" type="pres">
      <dgm:prSet presAssocID="{F04503FC-F860-44F9-988D-5A8EE2302EF0}" presName="LevelTwoTextNode" presStyleLbl="node3" presStyleIdx="0" presStyleCnt="2">
        <dgm:presLayoutVars>
          <dgm:chPref val="3"/>
        </dgm:presLayoutVars>
      </dgm:prSet>
      <dgm:spPr/>
    </dgm:pt>
    <dgm:pt modelId="{8DD908DE-6EA6-44E2-89DD-83922FBECAA2}" type="pres">
      <dgm:prSet presAssocID="{F04503FC-F860-44F9-988D-5A8EE2302EF0}" presName="level3hierChild" presStyleCnt="0"/>
      <dgm:spPr/>
    </dgm:pt>
    <dgm:pt modelId="{D3426AE2-46C4-452D-9957-5F1657E0A142}" type="pres">
      <dgm:prSet presAssocID="{D7118C4D-6863-4353-8811-A0352CE49AFC}" presName="conn2-1" presStyleLbl="parChTrans1D3" presStyleIdx="1" presStyleCnt="2"/>
      <dgm:spPr/>
    </dgm:pt>
    <dgm:pt modelId="{69DAB596-5620-4293-BA03-5C7F8A5D389D}" type="pres">
      <dgm:prSet presAssocID="{D7118C4D-6863-4353-8811-A0352CE49AFC}" presName="connTx" presStyleLbl="parChTrans1D3" presStyleIdx="1" presStyleCnt="2"/>
      <dgm:spPr/>
    </dgm:pt>
    <dgm:pt modelId="{E4922B1B-8BA8-4059-8210-8A8DD7AB7BC0}" type="pres">
      <dgm:prSet presAssocID="{85DC5D79-CA0A-4560-BF73-10ABA1AA6422}" presName="root2" presStyleCnt="0"/>
      <dgm:spPr/>
    </dgm:pt>
    <dgm:pt modelId="{FDDBC0C8-62B3-4004-AE62-7DCB9DDDA768}" type="pres">
      <dgm:prSet presAssocID="{85DC5D79-CA0A-4560-BF73-10ABA1AA6422}" presName="LevelTwoTextNode" presStyleLbl="node3" presStyleIdx="1" presStyleCnt="2">
        <dgm:presLayoutVars>
          <dgm:chPref val="3"/>
        </dgm:presLayoutVars>
      </dgm:prSet>
      <dgm:spPr/>
    </dgm:pt>
    <dgm:pt modelId="{3F280DA8-D29D-423A-822F-2862C4F2566A}" type="pres">
      <dgm:prSet presAssocID="{85DC5D79-CA0A-4560-BF73-10ABA1AA6422}" presName="level3hierChild" presStyleCnt="0"/>
      <dgm:spPr/>
    </dgm:pt>
  </dgm:ptLst>
  <dgm:cxnLst>
    <dgm:cxn modelId="{7D4B840A-9473-47CE-BC7A-D02F344138AC}" type="presOf" srcId="{084AFF0B-DBEB-4222-8F24-4E35969FFE7A}" destId="{82440452-3243-461E-8D70-4A2D2F70FE37}" srcOrd="1" destOrd="0" presId="urn:microsoft.com/office/officeart/2005/8/layout/hierarchy2"/>
    <dgm:cxn modelId="{96EC7914-D168-42C6-8402-CC735C0CEB76}" type="presOf" srcId="{EF7AC33F-596D-4911-8209-9CC8C4F610D3}" destId="{A5C6CD23-0FAA-4BC8-B3EF-F949CD373D22}" srcOrd="0" destOrd="0" presId="urn:microsoft.com/office/officeart/2005/8/layout/hierarchy2"/>
    <dgm:cxn modelId="{E053CC1E-8713-4536-9E9B-AC900DCE6B26}" type="presOf" srcId="{ED08C8FD-BE49-48AA-88A3-D24A55AA53CF}" destId="{950F4BC5-F877-4F02-829D-A688E36FC7A2}" srcOrd="0" destOrd="0" presId="urn:microsoft.com/office/officeart/2005/8/layout/hierarchy2"/>
    <dgm:cxn modelId="{D202343F-BDE2-4DCA-974F-E18AE2750A29}" type="presOf" srcId="{D7118C4D-6863-4353-8811-A0352CE49AFC}" destId="{69DAB596-5620-4293-BA03-5C7F8A5D389D}" srcOrd="1" destOrd="0" presId="urn:microsoft.com/office/officeart/2005/8/layout/hierarchy2"/>
    <dgm:cxn modelId="{0AFBB466-DCF2-4A65-88DD-7BAD28E21434}" srcId="{EF7AC33F-596D-4911-8209-9CC8C4F610D3}" destId="{85DC5D79-CA0A-4560-BF73-10ABA1AA6422}" srcOrd="1" destOrd="0" parTransId="{D7118C4D-6863-4353-8811-A0352CE49AFC}" sibTransId="{9F3D2B15-2B64-496A-B18C-55D80571C59F}"/>
    <dgm:cxn modelId="{C03D9853-D59A-4F96-B8BD-992F310F4BAE}" type="presOf" srcId="{ED08C8FD-BE49-48AA-88A3-D24A55AA53CF}" destId="{FBF2F37D-6B1F-4459-B16E-1A21A013C7B5}" srcOrd="1" destOrd="0" presId="urn:microsoft.com/office/officeart/2005/8/layout/hierarchy2"/>
    <dgm:cxn modelId="{936D3E56-CE4F-4810-B605-3029E02FFAAF}" srcId="{F29B1CE7-EAAA-4C69-A6BD-3C41AEE62C58}" destId="{EF7AC33F-596D-4911-8209-9CC8C4F610D3}" srcOrd="1" destOrd="0" parTransId="{ED08C8FD-BE49-48AA-88A3-D24A55AA53CF}" sibTransId="{EF71B8E4-D816-4619-BA0F-3FF0297AAA32}"/>
    <dgm:cxn modelId="{17517179-2D3B-41F5-AF62-E7407D1FDB82}" type="presOf" srcId="{084AFF0B-DBEB-4222-8F24-4E35969FFE7A}" destId="{2120C249-44AC-4573-B384-AC5687842ACB}" srcOrd="0" destOrd="0" presId="urn:microsoft.com/office/officeart/2005/8/layout/hierarchy2"/>
    <dgm:cxn modelId="{216A0B81-0526-460B-A8E7-55842EF816EA}" srcId="{5395E1C9-ABAA-4FCB-A421-470C15E33C1B}" destId="{F29B1CE7-EAAA-4C69-A6BD-3C41AEE62C58}" srcOrd="0" destOrd="0" parTransId="{56DCDC88-316E-4E8C-9A52-643358E6B833}" sibTransId="{5DA0B9C6-6E5B-43AF-8411-C40DE27485FA}"/>
    <dgm:cxn modelId="{9144F683-243A-42E1-A23B-5A99985C323D}" type="presOf" srcId="{85DC5D79-CA0A-4560-BF73-10ABA1AA6422}" destId="{FDDBC0C8-62B3-4004-AE62-7DCB9DDDA768}" srcOrd="0" destOrd="0" presId="urn:microsoft.com/office/officeart/2005/8/layout/hierarchy2"/>
    <dgm:cxn modelId="{7F24C686-4ECF-4081-A4F0-FDEE070B1FC6}" type="presOf" srcId="{D7118C4D-6863-4353-8811-A0352CE49AFC}" destId="{D3426AE2-46C4-452D-9957-5F1657E0A142}" srcOrd="0" destOrd="0" presId="urn:microsoft.com/office/officeart/2005/8/layout/hierarchy2"/>
    <dgm:cxn modelId="{8C5DE288-E39A-4FCE-96C7-66631122BEBD}" srcId="{F29B1CE7-EAAA-4C69-A6BD-3C41AEE62C58}" destId="{75358A47-F6AB-423D-865C-8DD6A60F993C}" srcOrd="0" destOrd="0" parTransId="{4C51A9B3-20B4-425C-A7B0-B93C54F7228E}" sibTransId="{C91B005C-6A7B-4975-8908-3A22D3C678B6}"/>
    <dgm:cxn modelId="{487FB289-F36D-41C8-9A9F-88B564E68DA4}" srcId="{EF7AC33F-596D-4911-8209-9CC8C4F610D3}" destId="{F04503FC-F860-44F9-988D-5A8EE2302EF0}" srcOrd="0" destOrd="0" parTransId="{084AFF0B-DBEB-4222-8F24-4E35969FFE7A}" sibTransId="{9E1A4974-C936-4093-A82C-D533959571C1}"/>
    <dgm:cxn modelId="{C12BB98B-0E04-4A13-9C03-34AAF390F272}" type="presOf" srcId="{75358A47-F6AB-423D-865C-8DD6A60F993C}" destId="{954D66D6-C635-4BC9-9086-33E193858B62}" srcOrd="0" destOrd="0" presId="urn:microsoft.com/office/officeart/2005/8/layout/hierarchy2"/>
    <dgm:cxn modelId="{21858EAE-0E3C-4D7F-AE23-BB990ECEF97A}" type="presOf" srcId="{F04503FC-F860-44F9-988D-5A8EE2302EF0}" destId="{625A4353-DA04-424C-A0B5-A63E6EBDAA35}" srcOrd="0" destOrd="0" presId="urn:microsoft.com/office/officeart/2005/8/layout/hierarchy2"/>
    <dgm:cxn modelId="{F1EF63B6-BCB5-41A4-AF17-5620C39DC22B}" type="presOf" srcId="{4C51A9B3-20B4-425C-A7B0-B93C54F7228E}" destId="{166A1B62-BB4F-4C1E-998D-DD4926AA8DFC}" srcOrd="0" destOrd="0" presId="urn:microsoft.com/office/officeart/2005/8/layout/hierarchy2"/>
    <dgm:cxn modelId="{BB97F1B8-847E-4A00-8655-5F5B1CBF1236}" type="presOf" srcId="{4C51A9B3-20B4-425C-A7B0-B93C54F7228E}" destId="{CF0E7FDC-7939-4C32-B196-DF118F07B120}" srcOrd="1" destOrd="0" presId="urn:microsoft.com/office/officeart/2005/8/layout/hierarchy2"/>
    <dgm:cxn modelId="{4EAF17C5-3961-40EE-A915-D54B913B4BCF}" type="presOf" srcId="{F29B1CE7-EAAA-4C69-A6BD-3C41AEE62C58}" destId="{C0D605DD-A060-472B-A033-45BAE018CE98}" srcOrd="0" destOrd="0" presId="urn:microsoft.com/office/officeart/2005/8/layout/hierarchy2"/>
    <dgm:cxn modelId="{3EDD9AFA-9B41-4155-BC3E-F15AA52F1F5B}" type="presOf" srcId="{5395E1C9-ABAA-4FCB-A421-470C15E33C1B}" destId="{6AB7134A-A223-4877-870D-38BE38199141}" srcOrd="0" destOrd="0" presId="urn:microsoft.com/office/officeart/2005/8/layout/hierarchy2"/>
    <dgm:cxn modelId="{CAD20245-EFF5-4415-B255-A5F67B99A8FF}" type="presParOf" srcId="{6AB7134A-A223-4877-870D-38BE38199141}" destId="{3759EBFE-510A-4A43-9309-F10FE4D70115}" srcOrd="0" destOrd="0" presId="urn:microsoft.com/office/officeart/2005/8/layout/hierarchy2"/>
    <dgm:cxn modelId="{6C730D78-C44D-4974-B784-FC0FC32C5848}" type="presParOf" srcId="{3759EBFE-510A-4A43-9309-F10FE4D70115}" destId="{C0D605DD-A060-472B-A033-45BAE018CE98}" srcOrd="0" destOrd="0" presId="urn:microsoft.com/office/officeart/2005/8/layout/hierarchy2"/>
    <dgm:cxn modelId="{54A15F66-D2A4-4BCF-BBC3-ADA34B4FF10A}" type="presParOf" srcId="{3759EBFE-510A-4A43-9309-F10FE4D70115}" destId="{7E9F9764-3F63-4473-A74B-AB222754039D}" srcOrd="1" destOrd="0" presId="urn:microsoft.com/office/officeart/2005/8/layout/hierarchy2"/>
    <dgm:cxn modelId="{F5764903-40BC-4E15-BB9F-17C30E4A5E22}" type="presParOf" srcId="{7E9F9764-3F63-4473-A74B-AB222754039D}" destId="{166A1B62-BB4F-4C1E-998D-DD4926AA8DFC}" srcOrd="0" destOrd="0" presId="urn:microsoft.com/office/officeart/2005/8/layout/hierarchy2"/>
    <dgm:cxn modelId="{FB3BF6D3-93BF-47F9-B563-644ACD596868}" type="presParOf" srcId="{166A1B62-BB4F-4C1E-998D-DD4926AA8DFC}" destId="{CF0E7FDC-7939-4C32-B196-DF118F07B120}" srcOrd="0" destOrd="0" presId="urn:microsoft.com/office/officeart/2005/8/layout/hierarchy2"/>
    <dgm:cxn modelId="{440E3C3B-DD78-46A3-81F2-6AA039EEC6AC}" type="presParOf" srcId="{7E9F9764-3F63-4473-A74B-AB222754039D}" destId="{6712B585-3441-4BB8-B92B-608EF8595BEC}" srcOrd="1" destOrd="0" presId="urn:microsoft.com/office/officeart/2005/8/layout/hierarchy2"/>
    <dgm:cxn modelId="{05FF64F7-569C-49EC-AE5A-B013411BDE6E}" type="presParOf" srcId="{6712B585-3441-4BB8-B92B-608EF8595BEC}" destId="{954D66D6-C635-4BC9-9086-33E193858B62}" srcOrd="0" destOrd="0" presId="urn:microsoft.com/office/officeart/2005/8/layout/hierarchy2"/>
    <dgm:cxn modelId="{B22747F7-8BB8-432B-A1E5-966CC7A9975D}" type="presParOf" srcId="{6712B585-3441-4BB8-B92B-608EF8595BEC}" destId="{694EE4BA-F54C-456D-97BE-DF3FF0722C16}" srcOrd="1" destOrd="0" presId="urn:microsoft.com/office/officeart/2005/8/layout/hierarchy2"/>
    <dgm:cxn modelId="{D5AD373F-F0D3-4E86-BE1A-F83AE625EC90}" type="presParOf" srcId="{7E9F9764-3F63-4473-A74B-AB222754039D}" destId="{950F4BC5-F877-4F02-829D-A688E36FC7A2}" srcOrd="2" destOrd="0" presId="urn:microsoft.com/office/officeart/2005/8/layout/hierarchy2"/>
    <dgm:cxn modelId="{7949FAA7-BCA7-4440-BDEA-FCDD8AA6FEEA}" type="presParOf" srcId="{950F4BC5-F877-4F02-829D-A688E36FC7A2}" destId="{FBF2F37D-6B1F-4459-B16E-1A21A013C7B5}" srcOrd="0" destOrd="0" presId="urn:microsoft.com/office/officeart/2005/8/layout/hierarchy2"/>
    <dgm:cxn modelId="{2E3EA040-FAE2-4D47-A198-8D12F2F24F0C}" type="presParOf" srcId="{7E9F9764-3F63-4473-A74B-AB222754039D}" destId="{3CC2039F-F96A-4451-9B70-32567CA67D0D}" srcOrd="3" destOrd="0" presId="urn:microsoft.com/office/officeart/2005/8/layout/hierarchy2"/>
    <dgm:cxn modelId="{09DEF7A3-04D1-4C29-BA19-F1D4A517FBDC}" type="presParOf" srcId="{3CC2039F-F96A-4451-9B70-32567CA67D0D}" destId="{A5C6CD23-0FAA-4BC8-B3EF-F949CD373D22}" srcOrd="0" destOrd="0" presId="urn:microsoft.com/office/officeart/2005/8/layout/hierarchy2"/>
    <dgm:cxn modelId="{E4EEC916-175D-401A-8BF8-003FE859A30C}" type="presParOf" srcId="{3CC2039F-F96A-4451-9B70-32567CA67D0D}" destId="{7730D669-BF67-49B7-AB63-7ED875ACF7DD}" srcOrd="1" destOrd="0" presId="urn:microsoft.com/office/officeart/2005/8/layout/hierarchy2"/>
    <dgm:cxn modelId="{B5DAA757-074A-4286-8510-25CE1B551DD7}" type="presParOf" srcId="{7730D669-BF67-49B7-AB63-7ED875ACF7DD}" destId="{2120C249-44AC-4573-B384-AC5687842ACB}" srcOrd="0" destOrd="0" presId="urn:microsoft.com/office/officeart/2005/8/layout/hierarchy2"/>
    <dgm:cxn modelId="{B3BCBB35-7313-423A-BAC9-B477BAA5995F}" type="presParOf" srcId="{2120C249-44AC-4573-B384-AC5687842ACB}" destId="{82440452-3243-461E-8D70-4A2D2F70FE37}" srcOrd="0" destOrd="0" presId="urn:microsoft.com/office/officeart/2005/8/layout/hierarchy2"/>
    <dgm:cxn modelId="{A790CA31-0009-4D47-857F-7271280A4A25}" type="presParOf" srcId="{7730D669-BF67-49B7-AB63-7ED875ACF7DD}" destId="{383234C9-FC74-4862-A1C6-6924E7B1AB93}" srcOrd="1" destOrd="0" presId="urn:microsoft.com/office/officeart/2005/8/layout/hierarchy2"/>
    <dgm:cxn modelId="{D45B6EFA-8087-4EAF-982C-E6B38FE2D63F}" type="presParOf" srcId="{383234C9-FC74-4862-A1C6-6924E7B1AB93}" destId="{625A4353-DA04-424C-A0B5-A63E6EBDAA35}" srcOrd="0" destOrd="0" presId="urn:microsoft.com/office/officeart/2005/8/layout/hierarchy2"/>
    <dgm:cxn modelId="{271AFDD5-6830-45E2-9857-5C3B956C0C4A}" type="presParOf" srcId="{383234C9-FC74-4862-A1C6-6924E7B1AB93}" destId="{8DD908DE-6EA6-44E2-89DD-83922FBECAA2}" srcOrd="1" destOrd="0" presId="urn:microsoft.com/office/officeart/2005/8/layout/hierarchy2"/>
    <dgm:cxn modelId="{9C049D9C-CC1A-43DD-8455-822F28C1376E}" type="presParOf" srcId="{7730D669-BF67-49B7-AB63-7ED875ACF7DD}" destId="{D3426AE2-46C4-452D-9957-5F1657E0A142}" srcOrd="2" destOrd="0" presId="urn:microsoft.com/office/officeart/2005/8/layout/hierarchy2"/>
    <dgm:cxn modelId="{32CBE046-3669-484B-AF93-5CE6ADC44A4A}" type="presParOf" srcId="{D3426AE2-46C4-452D-9957-5F1657E0A142}" destId="{69DAB596-5620-4293-BA03-5C7F8A5D389D}" srcOrd="0" destOrd="0" presId="urn:microsoft.com/office/officeart/2005/8/layout/hierarchy2"/>
    <dgm:cxn modelId="{19CAB351-8DBC-436A-8FAC-3AA023FA25C1}" type="presParOf" srcId="{7730D669-BF67-49B7-AB63-7ED875ACF7DD}" destId="{E4922B1B-8BA8-4059-8210-8A8DD7AB7BC0}" srcOrd="3" destOrd="0" presId="urn:microsoft.com/office/officeart/2005/8/layout/hierarchy2"/>
    <dgm:cxn modelId="{8D8C6C00-83D7-4B8D-B04B-F2E69D1832F0}" type="presParOf" srcId="{E4922B1B-8BA8-4059-8210-8A8DD7AB7BC0}" destId="{FDDBC0C8-62B3-4004-AE62-7DCB9DDDA768}" srcOrd="0" destOrd="0" presId="urn:microsoft.com/office/officeart/2005/8/layout/hierarchy2"/>
    <dgm:cxn modelId="{1837277F-5323-454D-AD49-14C0F35C49EF}" type="presParOf" srcId="{E4922B1B-8BA8-4059-8210-8A8DD7AB7BC0}" destId="{3F280DA8-D29D-423A-822F-2862C4F2566A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95E1C9-ABAA-4FCB-A421-470C15E33C1B}" type="doc">
      <dgm:prSet loTypeId="urn:microsoft.com/office/officeart/2005/8/layout/hierarchy2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F29B1CE7-EAAA-4C69-A6BD-3C41AEE62C58}">
      <dgm:prSet phldrT="[Text]" custT="1"/>
      <dgm:spPr>
        <a:solidFill>
          <a:schemeClr val="bg2">
            <a:lumMod val="40000"/>
            <a:lumOff val="60000"/>
          </a:schemeClr>
        </a:solidFill>
      </dgm:spPr>
      <dgm:t>
        <a:bodyPr/>
        <a:lstStyle/>
        <a:p>
          <a:r>
            <a:rPr lang="cs-CZ" sz="2800" b="1" dirty="0">
              <a:latin typeface="Verdana" panose="020B0604030504040204" pitchFamily="34" charset="0"/>
              <a:ea typeface="Verdana" panose="020B0604030504040204" pitchFamily="34" charset="0"/>
            </a:rPr>
            <a:t>Metody popisu</a:t>
          </a:r>
        </a:p>
      </dgm:t>
    </dgm:pt>
    <dgm:pt modelId="{56DCDC88-316E-4E8C-9A52-643358E6B833}" type="parTrans" cxnId="{216A0B81-0526-460B-A8E7-55842EF816EA}">
      <dgm:prSet/>
      <dgm:spPr/>
      <dgm:t>
        <a:bodyPr/>
        <a:lstStyle/>
        <a:p>
          <a:endParaRPr lang="cs-CZ" sz="2800" b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5DA0B9C6-6E5B-43AF-8411-C40DE27485FA}" type="sibTrans" cxnId="{216A0B81-0526-460B-A8E7-55842EF816EA}">
      <dgm:prSet/>
      <dgm:spPr/>
      <dgm:t>
        <a:bodyPr/>
        <a:lstStyle/>
        <a:p>
          <a:endParaRPr lang="cs-CZ" sz="2800" b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75358A47-F6AB-423D-865C-8DD6A60F993C}">
      <dgm:prSet phldrT="[Text]" custT="1"/>
      <dgm:spPr/>
      <dgm:t>
        <a:bodyPr/>
        <a:lstStyle/>
        <a:p>
          <a:r>
            <a:rPr lang="cs-CZ" sz="2400" b="0" dirty="0">
              <a:latin typeface="Verdana" panose="020B0604030504040204" pitchFamily="34" charset="0"/>
              <a:ea typeface="Verdana" panose="020B0604030504040204" pitchFamily="34" charset="0"/>
            </a:rPr>
            <a:t>Časový diagram</a:t>
          </a:r>
        </a:p>
      </dgm:t>
    </dgm:pt>
    <dgm:pt modelId="{4C51A9B3-20B4-425C-A7B0-B93C54F7228E}" type="parTrans" cxnId="{8C5DE288-E39A-4FCE-96C7-66631122BEBD}">
      <dgm:prSet custT="1"/>
      <dgm:spPr/>
      <dgm:t>
        <a:bodyPr/>
        <a:lstStyle/>
        <a:p>
          <a:endParaRPr lang="cs-CZ" sz="2800" b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C91B005C-6A7B-4975-8908-3A22D3C678B6}" type="sibTrans" cxnId="{8C5DE288-E39A-4FCE-96C7-66631122BEBD}">
      <dgm:prSet/>
      <dgm:spPr/>
      <dgm:t>
        <a:bodyPr/>
        <a:lstStyle/>
        <a:p>
          <a:endParaRPr lang="cs-CZ" sz="2800" b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EF7AC33F-596D-4911-8209-9CC8C4F610D3}">
      <dgm:prSet phldrT="[Text]" custT="1"/>
      <dgm:spPr/>
      <dgm:t>
        <a:bodyPr/>
        <a:lstStyle/>
        <a:p>
          <a:r>
            <a:rPr lang="cs-CZ" sz="2400" b="0" dirty="0">
              <a:latin typeface="Verdana" panose="020B0604030504040204" pitchFamily="34" charset="0"/>
              <a:ea typeface="Verdana" panose="020B0604030504040204" pitchFamily="34" charset="0"/>
            </a:rPr>
            <a:t>Stavový diagram</a:t>
          </a:r>
        </a:p>
      </dgm:t>
    </dgm:pt>
    <dgm:pt modelId="{ED08C8FD-BE49-48AA-88A3-D24A55AA53CF}" type="parTrans" cxnId="{936D3E56-CE4F-4810-B605-3029E02FFAAF}">
      <dgm:prSet custT="1"/>
      <dgm:spPr/>
      <dgm:t>
        <a:bodyPr/>
        <a:lstStyle/>
        <a:p>
          <a:endParaRPr lang="cs-CZ" sz="2800" b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EF71B8E4-D816-4619-BA0F-3FF0297AAA32}" type="sibTrans" cxnId="{936D3E56-CE4F-4810-B605-3029E02FFAAF}">
      <dgm:prSet/>
      <dgm:spPr/>
      <dgm:t>
        <a:bodyPr/>
        <a:lstStyle/>
        <a:p>
          <a:endParaRPr lang="cs-CZ" sz="2800" b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EBA0C154-9F80-417A-B498-533CD1BCE03E}">
      <dgm:prSet phldrT="[Text]" custT="1"/>
      <dgm:spPr/>
      <dgm:t>
        <a:bodyPr/>
        <a:lstStyle/>
        <a:p>
          <a:r>
            <a:rPr lang="cs-CZ" sz="2400" b="0" dirty="0">
              <a:latin typeface="Verdana" panose="020B0604030504040204" pitchFamily="34" charset="0"/>
              <a:ea typeface="Verdana" panose="020B0604030504040204" pitchFamily="34" charset="0"/>
            </a:rPr>
            <a:t>Vývojová tabulka</a:t>
          </a:r>
        </a:p>
      </dgm:t>
    </dgm:pt>
    <dgm:pt modelId="{8F093391-8E32-4D07-93D9-5175753CDE5A}" type="parTrans" cxnId="{700E68A2-36EE-4E82-A4E5-92EF7A5118DA}">
      <dgm:prSet custT="1"/>
      <dgm:spPr/>
      <dgm:t>
        <a:bodyPr/>
        <a:lstStyle/>
        <a:p>
          <a:endParaRPr lang="cs-CZ" sz="2800" b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701B3927-4806-4A15-B3FE-F84A78D20638}" type="sibTrans" cxnId="{700E68A2-36EE-4E82-A4E5-92EF7A5118DA}">
      <dgm:prSet/>
      <dgm:spPr/>
      <dgm:t>
        <a:bodyPr/>
        <a:lstStyle/>
        <a:p>
          <a:endParaRPr lang="cs-CZ" sz="2800" b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6AB7134A-A223-4877-870D-38BE38199141}" type="pres">
      <dgm:prSet presAssocID="{5395E1C9-ABAA-4FCB-A421-470C15E33C1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759EBFE-510A-4A43-9309-F10FE4D70115}" type="pres">
      <dgm:prSet presAssocID="{F29B1CE7-EAAA-4C69-A6BD-3C41AEE62C58}" presName="root1" presStyleCnt="0"/>
      <dgm:spPr/>
    </dgm:pt>
    <dgm:pt modelId="{C0D605DD-A060-472B-A033-45BAE018CE98}" type="pres">
      <dgm:prSet presAssocID="{F29B1CE7-EAAA-4C69-A6BD-3C41AEE62C58}" presName="LevelOneTextNode" presStyleLbl="node0" presStyleIdx="0" presStyleCnt="1" custLinFactNeighborX="-27243" custLinFactNeighborY="2814">
        <dgm:presLayoutVars>
          <dgm:chPref val="3"/>
        </dgm:presLayoutVars>
      </dgm:prSet>
      <dgm:spPr/>
    </dgm:pt>
    <dgm:pt modelId="{7E9F9764-3F63-4473-A74B-AB222754039D}" type="pres">
      <dgm:prSet presAssocID="{F29B1CE7-EAAA-4C69-A6BD-3C41AEE62C58}" presName="level2hierChild" presStyleCnt="0"/>
      <dgm:spPr/>
    </dgm:pt>
    <dgm:pt modelId="{166A1B62-BB4F-4C1E-998D-DD4926AA8DFC}" type="pres">
      <dgm:prSet presAssocID="{4C51A9B3-20B4-425C-A7B0-B93C54F7228E}" presName="conn2-1" presStyleLbl="parChTrans1D2" presStyleIdx="0" presStyleCnt="3"/>
      <dgm:spPr/>
    </dgm:pt>
    <dgm:pt modelId="{CF0E7FDC-7939-4C32-B196-DF118F07B120}" type="pres">
      <dgm:prSet presAssocID="{4C51A9B3-20B4-425C-A7B0-B93C54F7228E}" presName="connTx" presStyleLbl="parChTrans1D2" presStyleIdx="0" presStyleCnt="3"/>
      <dgm:spPr/>
    </dgm:pt>
    <dgm:pt modelId="{6712B585-3441-4BB8-B92B-608EF8595BEC}" type="pres">
      <dgm:prSet presAssocID="{75358A47-F6AB-423D-865C-8DD6A60F993C}" presName="root2" presStyleCnt="0"/>
      <dgm:spPr/>
    </dgm:pt>
    <dgm:pt modelId="{954D66D6-C635-4BC9-9086-33E193858B62}" type="pres">
      <dgm:prSet presAssocID="{75358A47-F6AB-423D-865C-8DD6A60F993C}" presName="LevelTwoTextNode" presStyleLbl="node2" presStyleIdx="0" presStyleCnt="3">
        <dgm:presLayoutVars>
          <dgm:chPref val="3"/>
        </dgm:presLayoutVars>
      </dgm:prSet>
      <dgm:spPr/>
    </dgm:pt>
    <dgm:pt modelId="{694EE4BA-F54C-456D-97BE-DF3FF0722C16}" type="pres">
      <dgm:prSet presAssocID="{75358A47-F6AB-423D-865C-8DD6A60F993C}" presName="level3hierChild" presStyleCnt="0"/>
      <dgm:spPr/>
    </dgm:pt>
    <dgm:pt modelId="{950F4BC5-F877-4F02-829D-A688E36FC7A2}" type="pres">
      <dgm:prSet presAssocID="{ED08C8FD-BE49-48AA-88A3-D24A55AA53CF}" presName="conn2-1" presStyleLbl="parChTrans1D2" presStyleIdx="1" presStyleCnt="3"/>
      <dgm:spPr/>
    </dgm:pt>
    <dgm:pt modelId="{FBF2F37D-6B1F-4459-B16E-1A21A013C7B5}" type="pres">
      <dgm:prSet presAssocID="{ED08C8FD-BE49-48AA-88A3-D24A55AA53CF}" presName="connTx" presStyleLbl="parChTrans1D2" presStyleIdx="1" presStyleCnt="3"/>
      <dgm:spPr/>
    </dgm:pt>
    <dgm:pt modelId="{3CC2039F-F96A-4451-9B70-32567CA67D0D}" type="pres">
      <dgm:prSet presAssocID="{EF7AC33F-596D-4911-8209-9CC8C4F610D3}" presName="root2" presStyleCnt="0"/>
      <dgm:spPr/>
    </dgm:pt>
    <dgm:pt modelId="{A5C6CD23-0FAA-4BC8-B3EF-F949CD373D22}" type="pres">
      <dgm:prSet presAssocID="{EF7AC33F-596D-4911-8209-9CC8C4F610D3}" presName="LevelTwoTextNode" presStyleLbl="node2" presStyleIdx="1" presStyleCnt="3">
        <dgm:presLayoutVars>
          <dgm:chPref val="3"/>
        </dgm:presLayoutVars>
      </dgm:prSet>
      <dgm:spPr/>
    </dgm:pt>
    <dgm:pt modelId="{7730D669-BF67-49B7-AB63-7ED875ACF7DD}" type="pres">
      <dgm:prSet presAssocID="{EF7AC33F-596D-4911-8209-9CC8C4F610D3}" presName="level3hierChild" presStyleCnt="0"/>
      <dgm:spPr/>
    </dgm:pt>
    <dgm:pt modelId="{4F4FAF51-C4D6-4BA4-8AC4-F206C6D1B292}" type="pres">
      <dgm:prSet presAssocID="{8F093391-8E32-4D07-93D9-5175753CDE5A}" presName="conn2-1" presStyleLbl="parChTrans1D2" presStyleIdx="2" presStyleCnt="3"/>
      <dgm:spPr/>
    </dgm:pt>
    <dgm:pt modelId="{31AFF389-73A9-4D2F-9950-3DC66E39B673}" type="pres">
      <dgm:prSet presAssocID="{8F093391-8E32-4D07-93D9-5175753CDE5A}" presName="connTx" presStyleLbl="parChTrans1D2" presStyleIdx="2" presStyleCnt="3"/>
      <dgm:spPr/>
    </dgm:pt>
    <dgm:pt modelId="{65DD5BA9-FCF3-4657-9E3E-D324B853DDE5}" type="pres">
      <dgm:prSet presAssocID="{EBA0C154-9F80-417A-B498-533CD1BCE03E}" presName="root2" presStyleCnt="0"/>
      <dgm:spPr/>
    </dgm:pt>
    <dgm:pt modelId="{87F211A8-D56C-4CAA-8DD0-E05444BF18D9}" type="pres">
      <dgm:prSet presAssocID="{EBA0C154-9F80-417A-B498-533CD1BCE03E}" presName="LevelTwoTextNode" presStyleLbl="node2" presStyleIdx="2" presStyleCnt="3">
        <dgm:presLayoutVars>
          <dgm:chPref val="3"/>
        </dgm:presLayoutVars>
      </dgm:prSet>
      <dgm:spPr/>
    </dgm:pt>
    <dgm:pt modelId="{3C00D028-3428-4657-8B14-BD0E2A88C64C}" type="pres">
      <dgm:prSet presAssocID="{EBA0C154-9F80-417A-B498-533CD1BCE03E}" presName="level3hierChild" presStyleCnt="0"/>
      <dgm:spPr/>
    </dgm:pt>
  </dgm:ptLst>
  <dgm:cxnLst>
    <dgm:cxn modelId="{96EC7914-D168-42C6-8402-CC735C0CEB76}" type="presOf" srcId="{EF7AC33F-596D-4911-8209-9CC8C4F610D3}" destId="{A5C6CD23-0FAA-4BC8-B3EF-F949CD373D22}" srcOrd="0" destOrd="0" presId="urn:microsoft.com/office/officeart/2005/8/layout/hierarchy2"/>
    <dgm:cxn modelId="{E053CC1E-8713-4536-9E9B-AC900DCE6B26}" type="presOf" srcId="{ED08C8FD-BE49-48AA-88A3-D24A55AA53CF}" destId="{950F4BC5-F877-4F02-829D-A688E36FC7A2}" srcOrd="0" destOrd="0" presId="urn:microsoft.com/office/officeart/2005/8/layout/hierarchy2"/>
    <dgm:cxn modelId="{C03D9853-D59A-4F96-B8BD-992F310F4BAE}" type="presOf" srcId="{ED08C8FD-BE49-48AA-88A3-D24A55AA53CF}" destId="{FBF2F37D-6B1F-4459-B16E-1A21A013C7B5}" srcOrd="1" destOrd="0" presId="urn:microsoft.com/office/officeart/2005/8/layout/hierarchy2"/>
    <dgm:cxn modelId="{936D3E56-CE4F-4810-B605-3029E02FFAAF}" srcId="{F29B1CE7-EAAA-4C69-A6BD-3C41AEE62C58}" destId="{EF7AC33F-596D-4911-8209-9CC8C4F610D3}" srcOrd="1" destOrd="0" parTransId="{ED08C8FD-BE49-48AA-88A3-D24A55AA53CF}" sibTransId="{EF71B8E4-D816-4619-BA0F-3FF0297AAA32}"/>
    <dgm:cxn modelId="{216A0B81-0526-460B-A8E7-55842EF816EA}" srcId="{5395E1C9-ABAA-4FCB-A421-470C15E33C1B}" destId="{F29B1CE7-EAAA-4C69-A6BD-3C41AEE62C58}" srcOrd="0" destOrd="0" parTransId="{56DCDC88-316E-4E8C-9A52-643358E6B833}" sibTransId="{5DA0B9C6-6E5B-43AF-8411-C40DE27485FA}"/>
    <dgm:cxn modelId="{8C5DE288-E39A-4FCE-96C7-66631122BEBD}" srcId="{F29B1CE7-EAAA-4C69-A6BD-3C41AEE62C58}" destId="{75358A47-F6AB-423D-865C-8DD6A60F993C}" srcOrd="0" destOrd="0" parTransId="{4C51A9B3-20B4-425C-A7B0-B93C54F7228E}" sibTransId="{C91B005C-6A7B-4975-8908-3A22D3C678B6}"/>
    <dgm:cxn modelId="{C12BB98B-0E04-4A13-9C03-34AAF390F272}" type="presOf" srcId="{75358A47-F6AB-423D-865C-8DD6A60F993C}" destId="{954D66D6-C635-4BC9-9086-33E193858B62}" srcOrd="0" destOrd="0" presId="urn:microsoft.com/office/officeart/2005/8/layout/hierarchy2"/>
    <dgm:cxn modelId="{75FC5A97-6A9B-49E9-A4AA-9E6011DC6F61}" type="presOf" srcId="{8F093391-8E32-4D07-93D9-5175753CDE5A}" destId="{31AFF389-73A9-4D2F-9950-3DC66E39B673}" srcOrd="1" destOrd="0" presId="urn:microsoft.com/office/officeart/2005/8/layout/hierarchy2"/>
    <dgm:cxn modelId="{700E68A2-36EE-4E82-A4E5-92EF7A5118DA}" srcId="{F29B1CE7-EAAA-4C69-A6BD-3C41AEE62C58}" destId="{EBA0C154-9F80-417A-B498-533CD1BCE03E}" srcOrd="2" destOrd="0" parTransId="{8F093391-8E32-4D07-93D9-5175753CDE5A}" sibTransId="{701B3927-4806-4A15-B3FE-F84A78D20638}"/>
    <dgm:cxn modelId="{5FE427B4-F9B5-44DD-AA9A-907023933C58}" type="presOf" srcId="{8F093391-8E32-4D07-93D9-5175753CDE5A}" destId="{4F4FAF51-C4D6-4BA4-8AC4-F206C6D1B292}" srcOrd="0" destOrd="0" presId="urn:microsoft.com/office/officeart/2005/8/layout/hierarchy2"/>
    <dgm:cxn modelId="{F1EF63B6-BCB5-41A4-AF17-5620C39DC22B}" type="presOf" srcId="{4C51A9B3-20B4-425C-A7B0-B93C54F7228E}" destId="{166A1B62-BB4F-4C1E-998D-DD4926AA8DFC}" srcOrd="0" destOrd="0" presId="urn:microsoft.com/office/officeart/2005/8/layout/hierarchy2"/>
    <dgm:cxn modelId="{BB97F1B8-847E-4A00-8655-5F5B1CBF1236}" type="presOf" srcId="{4C51A9B3-20B4-425C-A7B0-B93C54F7228E}" destId="{CF0E7FDC-7939-4C32-B196-DF118F07B120}" srcOrd="1" destOrd="0" presId="urn:microsoft.com/office/officeart/2005/8/layout/hierarchy2"/>
    <dgm:cxn modelId="{4EAF17C5-3961-40EE-A915-D54B913B4BCF}" type="presOf" srcId="{F29B1CE7-EAAA-4C69-A6BD-3C41AEE62C58}" destId="{C0D605DD-A060-472B-A033-45BAE018CE98}" srcOrd="0" destOrd="0" presId="urn:microsoft.com/office/officeart/2005/8/layout/hierarchy2"/>
    <dgm:cxn modelId="{F2FD19F4-E274-4C94-9BA8-CF1E61154DC6}" type="presOf" srcId="{EBA0C154-9F80-417A-B498-533CD1BCE03E}" destId="{87F211A8-D56C-4CAA-8DD0-E05444BF18D9}" srcOrd="0" destOrd="0" presId="urn:microsoft.com/office/officeart/2005/8/layout/hierarchy2"/>
    <dgm:cxn modelId="{3EDD9AFA-9B41-4155-BC3E-F15AA52F1F5B}" type="presOf" srcId="{5395E1C9-ABAA-4FCB-A421-470C15E33C1B}" destId="{6AB7134A-A223-4877-870D-38BE38199141}" srcOrd="0" destOrd="0" presId="urn:microsoft.com/office/officeart/2005/8/layout/hierarchy2"/>
    <dgm:cxn modelId="{CAD20245-EFF5-4415-B255-A5F67B99A8FF}" type="presParOf" srcId="{6AB7134A-A223-4877-870D-38BE38199141}" destId="{3759EBFE-510A-4A43-9309-F10FE4D70115}" srcOrd="0" destOrd="0" presId="urn:microsoft.com/office/officeart/2005/8/layout/hierarchy2"/>
    <dgm:cxn modelId="{6C730D78-C44D-4974-B784-FC0FC32C5848}" type="presParOf" srcId="{3759EBFE-510A-4A43-9309-F10FE4D70115}" destId="{C0D605DD-A060-472B-A033-45BAE018CE98}" srcOrd="0" destOrd="0" presId="urn:microsoft.com/office/officeart/2005/8/layout/hierarchy2"/>
    <dgm:cxn modelId="{54A15F66-D2A4-4BCF-BBC3-ADA34B4FF10A}" type="presParOf" srcId="{3759EBFE-510A-4A43-9309-F10FE4D70115}" destId="{7E9F9764-3F63-4473-A74B-AB222754039D}" srcOrd="1" destOrd="0" presId="urn:microsoft.com/office/officeart/2005/8/layout/hierarchy2"/>
    <dgm:cxn modelId="{F5764903-40BC-4E15-BB9F-17C30E4A5E22}" type="presParOf" srcId="{7E9F9764-3F63-4473-A74B-AB222754039D}" destId="{166A1B62-BB4F-4C1E-998D-DD4926AA8DFC}" srcOrd="0" destOrd="0" presId="urn:microsoft.com/office/officeart/2005/8/layout/hierarchy2"/>
    <dgm:cxn modelId="{FB3BF6D3-93BF-47F9-B563-644ACD596868}" type="presParOf" srcId="{166A1B62-BB4F-4C1E-998D-DD4926AA8DFC}" destId="{CF0E7FDC-7939-4C32-B196-DF118F07B120}" srcOrd="0" destOrd="0" presId="urn:microsoft.com/office/officeart/2005/8/layout/hierarchy2"/>
    <dgm:cxn modelId="{440E3C3B-DD78-46A3-81F2-6AA039EEC6AC}" type="presParOf" srcId="{7E9F9764-3F63-4473-A74B-AB222754039D}" destId="{6712B585-3441-4BB8-B92B-608EF8595BEC}" srcOrd="1" destOrd="0" presId="urn:microsoft.com/office/officeart/2005/8/layout/hierarchy2"/>
    <dgm:cxn modelId="{05FF64F7-569C-49EC-AE5A-B013411BDE6E}" type="presParOf" srcId="{6712B585-3441-4BB8-B92B-608EF8595BEC}" destId="{954D66D6-C635-4BC9-9086-33E193858B62}" srcOrd="0" destOrd="0" presId="urn:microsoft.com/office/officeart/2005/8/layout/hierarchy2"/>
    <dgm:cxn modelId="{B22747F7-8BB8-432B-A1E5-966CC7A9975D}" type="presParOf" srcId="{6712B585-3441-4BB8-B92B-608EF8595BEC}" destId="{694EE4BA-F54C-456D-97BE-DF3FF0722C16}" srcOrd="1" destOrd="0" presId="urn:microsoft.com/office/officeart/2005/8/layout/hierarchy2"/>
    <dgm:cxn modelId="{D5AD373F-F0D3-4E86-BE1A-F83AE625EC90}" type="presParOf" srcId="{7E9F9764-3F63-4473-A74B-AB222754039D}" destId="{950F4BC5-F877-4F02-829D-A688E36FC7A2}" srcOrd="2" destOrd="0" presId="urn:microsoft.com/office/officeart/2005/8/layout/hierarchy2"/>
    <dgm:cxn modelId="{7949FAA7-BCA7-4440-BDEA-FCDD8AA6FEEA}" type="presParOf" srcId="{950F4BC5-F877-4F02-829D-A688E36FC7A2}" destId="{FBF2F37D-6B1F-4459-B16E-1A21A013C7B5}" srcOrd="0" destOrd="0" presId="urn:microsoft.com/office/officeart/2005/8/layout/hierarchy2"/>
    <dgm:cxn modelId="{2E3EA040-FAE2-4D47-A198-8D12F2F24F0C}" type="presParOf" srcId="{7E9F9764-3F63-4473-A74B-AB222754039D}" destId="{3CC2039F-F96A-4451-9B70-32567CA67D0D}" srcOrd="3" destOrd="0" presId="urn:microsoft.com/office/officeart/2005/8/layout/hierarchy2"/>
    <dgm:cxn modelId="{09DEF7A3-04D1-4C29-BA19-F1D4A517FBDC}" type="presParOf" srcId="{3CC2039F-F96A-4451-9B70-32567CA67D0D}" destId="{A5C6CD23-0FAA-4BC8-B3EF-F949CD373D22}" srcOrd="0" destOrd="0" presId="urn:microsoft.com/office/officeart/2005/8/layout/hierarchy2"/>
    <dgm:cxn modelId="{E4EEC916-175D-401A-8BF8-003FE859A30C}" type="presParOf" srcId="{3CC2039F-F96A-4451-9B70-32567CA67D0D}" destId="{7730D669-BF67-49B7-AB63-7ED875ACF7DD}" srcOrd="1" destOrd="0" presId="urn:microsoft.com/office/officeart/2005/8/layout/hierarchy2"/>
    <dgm:cxn modelId="{6D3EF672-BCA6-4C79-9C0E-917115925254}" type="presParOf" srcId="{7E9F9764-3F63-4473-A74B-AB222754039D}" destId="{4F4FAF51-C4D6-4BA4-8AC4-F206C6D1B292}" srcOrd="4" destOrd="0" presId="urn:microsoft.com/office/officeart/2005/8/layout/hierarchy2"/>
    <dgm:cxn modelId="{2F10D0B5-5A16-491C-ACBB-ECE0DF11D487}" type="presParOf" srcId="{4F4FAF51-C4D6-4BA4-8AC4-F206C6D1B292}" destId="{31AFF389-73A9-4D2F-9950-3DC66E39B673}" srcOrd="0" destOrd="0" presId="urn:microsoft.com/office/officeart/2005/8/layout/hierarchy2"/>
    <dgm:cxn modelId="{16B01F12-DF0C-44C6-8AFF-1252D732B14D}" type="presParOf" srcId="{7E9F9764-3F63-4473-A74B-AB222754039D}" destId="{65DD5BA9-FCF3-4657-9E3E-D324B853DDE5}" srcOrd="5" destOrd="0" presId="urn:microsoft.com/office/officeart/2005/8/layout/hierarchy2"/>
    <dgm:cxn modelId="{37C45C99-88FE-4203-B8C4-7BA0F16D6A3F}" type="presParOf" srcId="{65DD5BA9-FCF3-4657-9E3E-D324B853DDE5}" destId="{87F211A8-D56C-4CAA-8DD0-E05444BF18D9}" srcOrd="0" destOrd="0" presId="urn:microsoft.com/office/officeart/2005/8/layout/hierarchy2"/>
    <dgm:cxn modelId="{91A4DCF9-08BE-476C-9FA6-8636D4302DAC}" type="presParOf" srcId="{65DD5BA9-FCF3-4657-9E3E-D324B853DDE5}" destId="{3C00D028-3428-4657-8B14-BD0E2A88C64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1FBC266-A079-432E-B617-A1836E18FA6C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9AAE2842-E77B-41E7-AE6D-1FE1F9CA755A}">
      <dgm:prSet phldrT="[Text]" custT="1"/>
      <dgm:spPr/>
      <dgm:t>
        <a:bodyPr/>
        <a:lstStyle/>
        <a:p>
          <a:r>
            <a:rPr lang="cs-CZ" sz="24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Sekvenční obvody</a:t>
          </a:r>
        </a:p>
      </dgm:t>
    </dgm:pt>
    <dgm:pt modelId="{3E0971CE-2380-4CD0-BDC8-0EAA9B443987}" type="parTrans" cxnId="{1B5BB529-6E69-4314-8DC2-E658FBEC8C1C}">
      <dgm:prSet/>
      <dgm:spPr/>
      <dgm:t>
        <a:bodyPr/>
        <a:lstStyle/>
        <a:p>
          <a:endParaRPr lang="cs-CZ"/>
        </a:p>
      </dgm:t>
    </dgm:pt>
    <dgm:pt modelId="{DAFDC05C-4F96-43B8-B2F0-6BDAA94F12D3}" type="sibTrans" cxnId="{1B5BB529-6E69-4314-8DC2-E658FBEC8C1C}">
      <dgm:prSet/>
      <dgm:spPr/>
      <dgm:t>
        <a:bodyPr/>
        <a:lstStyle/>
        <a:p>
          <a:endParaRPr lang="cs-CZ"/>
        </a:p>
      </dgm:t>
    </dgm:pt>
    <dgm:pt modelId="{56B22E4B-FD09-4AB7-B114-FC17B6CB641F}">
      <dgm:prSet phldrT="[Text]" custT="1"/>
      <dgm:spPr/>
      <dgm:t>
        <a:bodyPr/>
        <a:lstStyle/>
        <a:p>
          <a:pPr>
            <a:buClr>
              <a:schemeClr val="folHlink"/>
            </a:buClr>
            <a:buNone/>
          </a:pPr>
          <a:r>
            <a:rPr lang="cs-CZ" sz="2000" b="1" dirty="0">
              <a:latin typeface="Verdana" pitchFamily="34" charset="0"/>
            </a:rPr>
            <a:t>Klopné obvody</a:t>
          </a:r>
          <a:endParaRPr lang="cs-CZ" sz="2000" dirty="0"/>
        </a:p>
      </dgm:t>
    </dgm:pt>
    <dgm:pt modelId="{74F387BF-747D-40DE-9B63-DB7FCEFBE358}" type="parTrans" cxnId="{536FE2DF-8BC0-4BEF-8D8E-1A9AF9998918}">
      <dgm:prSet/>
      <dgm:spPr/>
      <dgm:t>
        <a:bodyPr/>
        <a:lstStyle/>
        <a:p>
          <a:endParaRPr lang="cs-CZ"/>
        </a:p>
      </dgm:t>
    </dgm:pt>
    <dgm:pt modelId="{A0DB8C04-C57D-4A14-91CA-CCC897EA7F3F}" type="sibTrans" cxnId="{536FE2DF-8BC0-4BEF-8D8E-1A9AF9998918}">
      <dgm:prSet/>
      <dgm:spPr/>
      <dgm:t>
        <a:bodyPr/>
        <a:lstStyle/>
        <a:p>
          <a:endParaRPr lang="cs-CZ"/>
        </a:p>
      </dgm:t>
    </dgm:pt>
    <dgm:pt modelId="{18A017F2-9685-4E16-ABBB-6D4E2BC62495}">
      <dgm:prSet custT="1"/>
      <dgm:spPr/>
      <dgm:t>
        <a:bodyPr/>
        <a:lstStyle/>
        <a:p>
          <a:r>
            <a:rPr lang="cs-CZ" sz="2000" b="1" dirty="0">
              <a:latin typeface="Verdana" pitchFamily="34" charset="0"/>
            </a:rPr>
            <a:t>Posuvné registry</a:t>
          </a:r>
        </a:p>
      </dgm:t>
    </dgm:pt>
    <dgm:pt modelId="{DC9540A6-8C70-4B05-8415-2F5F47DB9025}" type="parTrans" cxnId="{90043D8D-BFEF-4FB8-8289-92B7C4C7400E}">
      <dgm:prSet/>
      <dgm:spPr/>
      <dgm:t>
        <a:bodyPr/>
        <a:lstStyle/>
        <a:p>
          <a:endParaRPr lang="cs-CZ"/>
        </a:p>
      </dgm:t>
    </dgm:pt>
    <dgm:pt modelId="{A0BEF7DD-24B6-40C6-B427-08899552FF5F}" type="sibTrans" cxnId="{90043D8D-BFEF-4FB8-8289-92B7C4C7400E}">
      <dgm:prSet/>
      <dgm:spPr/>
      <dgm:t>
        <a:bodyPr/>
        <a:lstStyle/>
        <a:p>
          <a:endParaRPr lang="cs-CZ"/>
        </a:p>
      </dgm:t>
    </dgm:pt>
    <dgm:pt modelId="{1EE05680-85AF-4752-B658-9C95EB4264B2}">
      <dgm:prSet custT="1"/>
      <dgm:spPr/>
      <dgm:t>
        <a:bodyPr/>
        <a:lstStyle/>
        <a:p>
          <a:r>
            <a:rPr lang="cs-CZ" sz="2000" b="1" dirty="0">
              <a:latin typeface="Verdana" pitchFamily="34" charset="0"/>
            </a:rPr>
            <a:t>Čítače</a:t>
          </a:r>
        </a:p>
      </dgm:t>
    </dgm:pt>
    <dgm:pt modelId="{19566F5A-A4F6-48B7-9359-FC915DC0A558}" type="parTrans" cxnId="{33340412-1605-444C-A2E9-C557F6DD4C71}">
      <dgm:prSet/>
      <dgm:spPr/>
      <dgm:t>
        <a:bodyPr/>
        <a:lstStyle/>
        <a:p>
          <a:endParaRPr lang="cs-CZ"/>
        </a:p>
      </dgm:t>
    </dgm:pt>
    <dgm:pt modelId="{F511A980-6CC9-4A77-91BA-76CF30402CFD}" type="sibTrans" cxnId="{33340412-1605-444C-A2E9-C557F6DD4C71}">
      <dgm:prSet/>
      <dgm:spPr/>
      <dgm:t>
        <a:bodyPr/>
        <a:lstStyle/>
        <a:p>
          <a:endParaRPr lang="cs-CZ"/>
        </a:p>
      </dgm:t>
    </dgm:pt>
    <dgm:pt modelId="{9764CEC9-CACA-4A3E-97B3-1147ECC3149A}">
      <dgm:prSet custT="1"/>
      <dgm:spPr/>
      <dgm:t>
        <a:bodyPr/>
        <a:lstStyle/>
        <a:p>
          <a:r>
            <a:rPr lang="cs-CZ" sz="2000" b="1" dirty="0">
              <a:latin typeface="Verdana" pitchFamily="34" charset="0"/>
            </a:rPr>
            <a:t>Paměti</a:t>
          </a:r>
          <a:endParaRPr lang="cs-CZ" sz="2000" dirty="0"/>
        </a:p>
      </dgm:t>
    </dgm:pt>
    <dgm:pt modelId="{D026C913-5769-4B27-BEB7-6DCEC874831A}" type="parTrans" cxnId="{2C67DE8C-A6C1-4788-B1D6-5332EDF6C189}">
      <dgm:prSet/>
      <dgm:spPr/>
      <dgm:t>
        <a:bodyPr/>
        <a:lstStyle/>
        <a:p>
          <a:endParaRPr lang="cs-CZ"/>
        </a:p>
      </dgm:t>
    </dgm:pt>
    <dgm:pt modelId="{6D3A80C1-32BC-4F47-BADD-1A7B980CD51C}" type="sibTrans" cxnId="{2C67DE8C-A6C1-4788-B1D6-5332EDF6C189}">
      <dgm:prSet/>
      <dgm:spPr/>
      <dgm:t>
        <a:bodyPr/>
        <a:lstStyle/>
        <a:p>
          <a:endParaRPr lang="cs-CZ"/>
        </a:p>
      </dgm:t>
    </dgm:pt>
    <dgm:pt modelId="{F3061C3A-52E6-4264-BC29-FE35251A09B9}" type="pres">
      <dgm:prSet presAssocID="{11FBC266-A079-432E-B617-A1836E18FA6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1628066-6B57-49E3-B83F-F55883EF5FCC}" type="pres">
      <dgm:prSet presAssocID="{9AAE2842-E77B-41E7-AE6D-1FE1F9CA755A}" presName="root1" presStyleCnt="0"/>
      <dgm:spPr/>
    </dgm:pt>
    <dgm:pt modelId="{C297538C-DDB4-4562-A80D-36ED4B97FCE7}" type="pres">
      <dgm:prSet presAssocID="{9AAE2842-E77B-41E7-AE6D-1FE1F9CA755A}" presName="LevelOneTextNode" presStyleLbl="node0" presStyleIdx="0" presStyleCnt="1">
        <dgm:presLayoutVars>
          <dgm:chPref val="3"/>
        </dgm:presLayoutVars>
      </dgm:prSet>
      <dgm:spPr/>
    </dgm:pt>
    <dgm:pt modelId="{2AB37806-73ED-4D22-A596-1157C002E95B}" type="pres">
      <dgm:prSet presAssocID="{9AAE2842-E77B-41E7-AE6D-1FE1F9CA755A}" presName="level2hierChild" presStyleCnt="0"/>
      <dgm:spPr/>
    </dgm:pt>
    <dgm:pt modelId="{0052FCA4-59E9-4A13-8B90-3AEA326464D6}" type="pres">
      <dgm:prSet presAssocID="{74F387BF-747D-40DE-9B63-DB7FCEFBE358}" presName="conn2-1" presStyleLbl="parChTrans1D2" presStyleIdx="0" presStyleCnt="4"/>
      <dgm:spPr/>
    </dgm:pt>
    <dgm:pt modelId="{50C0F595-0BED-4AC1-8043-83E89C871978}" type="pres">
      <dgm:prSet presAssocID="{74F387BF-747D-40DE-9B63-DB7FCEFBE358}" presName="connTx" presStyleLbl="parChTrans1D2" presStyleIdx="0" presStyleCnt="4"/>
      <dgm:spPr/>
    </dgm:pt>
    <dgm:pt modelId="{EC661E6F-7B7C-49B5-86A9-A8F4AA0CC632}" type="pres">
      <dgm:prSet presAssocID="{56B22E4B-FD09-4AB7-B114-FC17B6CB641F}" presName="root2" presStyleCnt="0"/>
      <dgm:spPr/>
    </dgm:pt>
    <dgm:pt modelId="{E3D59E00-A5C8-4EBB-9991-7E96F440029B}" type="pres">
      <dgm:prSet presAssocID="{56B22E4B-FD09-4AB7-B114-FC17B6CB641F}" presName="LevelTwoTextNode" presStyleLbl="node2" presStyleIdx="0" presStyleCnt="4">
        <dgm:presLayoutVars>
          <dgm:chPref val="3"/>
        </dgm:presLayoutVars>
      </dgm:prSet>
      <dgm:spPr/>
    </dgm:pt>
    <dgm:pt modelId="{C2D0DAAF-0897-4231-B88E-0254BF4D1F87}" type="pres">
      <dgm:prSet presAssocID="{56B22E4B-FD09-4AB7-B114-FC17B6CB641F}" presName="level3hierChild" presStyleCnt="0"/>
      <dgm:spPr/>
    </dgm:pt>
    <dgm:pt modelId="{C67C78CB-9B2B-4D3B-938F-C7C2D2254930}" type="pres">
      <dgm:prSet presAssocID="{DC9540A6-8C70-4B05-8415-2F5F47DB9025}" presName="conn2-1" presStyleLbl="parChTrans1D2" presStyleIdx="1" presStyleCnt="4"/>
      <dgm:spPr/>
    </dgm:pt>
    <dgm:pt modelId="{AEE3A9E9-E1E3-4823-9FD7-A36126230C4B}" type="pres">
      <dgm:prSet presAssocID="{DC9540A6-8C70-4B05-8415-2F5F47DB9025}" presName="connTx" presStyleLbl="parChTrans1D2" presStyleIdx="1" presStyleCnt="4"/>
      <dgm:spPr/>
    </dgm:pt>
    <dgm:pt modelId="{F2DB7377-56DB-42CF-997E-D4DCD0C60F9F}" type="pres">
      <dgm:prSet presAssocID="{18A017F2-9685-4E16-ABBB-6D4E2BC62495}" presName="root2" presStyleCnt="0"/>
      <dgm:spPr/>
    </dgm:pt>
    <dgm:pt modelId="{E44D8864-04E1-404B-A756-30BA1D100E9B}" type="pres">
      <dgm:prSet presAssocID="{18A017F2-9685-4E16-ABBB-6D4E2BC62495}" presName="LevelTwoTextNode" presStyleLbl="node2" presStyleIdx="1" presStyleCnt="4">
        <dgm:presLayoutVars>
          <dgm:chPref val="3"/>
        </dgm:presLayoutVars>
      </dgm:prSet>
      <dgm:spPr/>
    </dgm:pt>
    <dgm:pt modelId="{FB1FDAB8-4AA4-4211-9CFD-CCF46AA9AA58}" type="pres">
      <dgm:prSet presAssocID="{18A017F2-9685-4E16-ABBB-6D4E2BC62495}" presName="level3hierChild" presStyleCnt="0"/>
      <dgm:spPr/>
    </dgm:pt>
    <dgm:pt modelId="{9538EB3A-0298-4AF7-B936-E3D1D37F197B}" type="pres">
      <dgm:prSet presAssocID="{19566F5A-A4F6-48B7-9359-FC915DC0A558}" presName="conn2-1" presStyleLbl="parChTrans1D2" presStyleIdx="2" presStyleCnt="4"/>
      <dgm:spPr/>
    </dgm:pt>
    <dgm:pt modelId="{FF4FA024-4345-457E-AEC1-CCE91FE153F0}" type="pres">
      <dgm:prSet presAssocID="{19566F5A-A4F6-48B7-9359-FC915DC0A558}" presName="connTx" presStyleLbl="parChTrans1D2" presStyleIdx="2" presStyleCnt="4"/>
      <dgm:spPr/>
    </dgm:pt>
    <dgm:pt modelId="{9E08E285-B328-438C-9003-E5CCBD9F419B}" type="pres">
      <dgm:prSet presAssocID="{1EE05680-85AF-4752-B658-9C95EB4264B2}" presName="root2" presStyleCnt="0"/>
      <dgm:spPr/>
    </dgm:pt>
    <dgm:pt modelId="{ECC0DB46-9665-4D3B-A19A-E8FBD8292D6C}" type="pres">
      <dgm:prSet presAssocID="{1EE05680-85AF-4752-B658-9C95EB4264B2}" presName="LevelTwoTextNode" presStyleLbl="node2" presStyleIdx="2" presStyleCnt="4">
        <dgm:presLayoutVars>
          <dgm:chPref val="3"/>
        </dgm:presLayoutVars>
      </dgm:prSet>
      <dgm:spPr/>
    </dgm:pt>
    <dgm:pt modelId="{FBA9A5A9-4197-4999-8EC9-B849612D0E7E}" type="pres">
      <dgm:prSet presAssocID="{1EE05680-85AF-4752-B658-9C95EB4264B2}" presName="level3hierChild" presStyleCnt="0"/>
      <dgm:spPr/>
    </dgm:pt>
    <dgm:pt modelId="{7F4BF359-7F36-487A-88ED-F1D7161D4623}" type="pres">
      <dgm:prSet presAssocID="{D026C913-5769-4B27-BEB7-6DCEC874831A}" presName="conn2-1" presStyleLbl="parChTrans1D2" presStyleIdx="3" presStyleCnt="4"/>
      <dgm:spPr/>
    </dgm:pt>
    <dgm:pt modelId="{719F7313-A88B-4406-8E00-C377585B1D67}" type="pres">
      <dgm:prSet presAssocID="{D026C913-5769-4B27-BEB7-6DCEC874831A}" presName="connTx" presStyleLbl="parChTrans1D2" presStyleIdx="3" presStyleCnt="4"/>
      <dgm:spPr/>
    </dgm:pt>
    <dgm:pt modelId="{B17C730A-4B34-4C26-9B69-801659F439AA}" type="pres">
      <dgm:prSet presAssocID="{9764CEC9-CACA-4A3E-97B3-1147ECC3149A}" presName="root2" presStyleCnt="0"/>
      <dgm:spPr/>
    </dgm:pt>
    <dgm:pt modelId="{E15925B9-0E54-49DF-98B8-CAB047898564}" type="pres">
      <dgm:prSet presAssocID="{9764CEC9-CACA-4A3E-97B3-1147ECC3149A}" presName="LevelTwoTextNode" presStyleLbl="node2" presStyleIdx="3" presStyleCnt="4">
        <dgm:presLayoutVars>
          <dgm:chPref val="3"/>
        </dgm:presLayoutVars>
      </dgm:prSet>
      <dgm:spPr/>
    </dgm:pt>
    <dgm:pt modelId="{1F2D35A0-FE7E-4A7B-A350-153C03F59615}" type="pres">
      <dgm:prSet presAssocID="{9764CEC9-CACA-4A3E-97B3-1147ECC3149A}" presName="level3hierChild" presStyleCnt="0"/>
      <dgm:spPr/>
    </dgm:pt>
  </dgm:ptLst>
  <dgm:cxnLst>
    <dgm:cxn modelId="{BEF11700-13A8-465B-8971-5A96A42F4969}" type="presOf" srcId="{19566F5A-A4F6-48B7-9359-FC915DC0A558}" destId="{FF4FA024-4345-457E-AEC1-CCE91FE153F0}" srcOrd="1" destOrd="0" presId="urn:microsoft.com/office/officeart/2005/8/layout/hierarchy2"/>
    <dgm:cxn modelId="{95F4EB0D-BB74-42B2-A002-26786D054E6E}" type="presOf" srcId="{9AAE2842-E77B-41E7-AE6D-1FE1F9CA755A}" destId="{C297538C-DDB4-4562-A80D-36ED4B97FCE7}" srcOrd="0" destOrd="0" presId="urn:microsoft.com/office/officeart/2005/8/layout/hierarchy2"/>
    <dgm:cxn modelId="{33340412-1605-444C-A2E9-C557F6DD4C71}" srcId="{9AAE2842-E77B-41E7-AE6D-1FE1F9CA755A}" destId="{1EE05680-85AF-4752-B658-9C95EB4264B2}" srcOrd="2" destOrd="0" parTransId="{19566F5A-A4F6-48B7-9359-FC915DC0A558}" sibTransId="{F511A980-6CC9-4A77-91BA-76CF30402CFD}"/>
    <dgm:cxn modelId="{1B5BB529-6E69-4314-8DC2-E658FBEC8C1C}" srcId="{11FBC266-A079-432E-B617-A1836E18FA6C}" destId="{9AAE2842-E77B-41E7-AE6D-1FE1F9CA755A}" srcOrd="0" destOrd="0" parTransId="{3E0971CE-2380-4CD0-BDC8-0EAA9B443987}" sibTransId="{DAFDC05C-4F96-43B8-B2F0-6BDAA94F12D3}"/>
    <dgm:cxn modelId="{F5DA462D-5C5C-4C88-A71A-C1F5BD9F50D6}" type="presOf" srcId="{74F387BF-747D-40DE-9B63-DB7FCEFBE358}" destId="{0052FCA4-59E9-4A13-8B90-3AEA326464D6}" srcOrd="0" destOrd="0" presId="urn:microsoft.com/office/officeart/2005/8/layout/hierarchy2"/>
    <dgm:cxn modelId="{D36CE042-3117-41C6-A699-F3610C502747}" type="presOf" srcId="{56B22E4B-FD09-4AB7-B114-FC17B6CB641F}" destId="{E3D59E00-A5C8-4EBB-9991-7E96F440029B}" srcOrd="0" destOrd="0" presId="urn:microsoft.com/office/officeart/2005/8/layout/hierarchy2"/>
    <dgm:cxn modelId="{2C67DE8C-A6C1-4788-B1D6-5332EDF6C189}" srcId="{9AAE2842-E77B-41E7-AE6D-1FE1F9CA755A}" destId="{9764CEC9-CACA-4A3E-97B3-1147ECC3149A}" srcOrd="3" destOrd="0" parTransId="{D026C913-5769-4B27-BEB7-6DCEC874831A}" sibTransId="{6D3A80C1-32BC-4F47-BADD-1A7B980CD51C}"/>
    <dgm:cxn modelId="{90043D8D-BFEF-4FB8-8289-92B7C4C7400E}" srcId="{9AAE2842-E77B-41E7-AE6D-1FE1F9CA755A}" destId="{18A017F2-9685-4E16-ABBB-6D4E2BC62495}" srcOrd="1" destOrd="0" parTransId="{DC9540A6-8C70-4B05-8415-2F5F47DB9025}" sibTransId="{A0BEF7DD-24B6-40C6-B427-08899552FF5F}"/>
    <dgm:cxn modelId="{E7882E97-DF31-4E32-983E-600AEAE387A1}" type="presOf" srcId="{74F387BF-747D-40DE-9B63-DB7FCEFBE358}" destId="{50C0F595-0BED-4AC1-8043-83E89C871978}" srcOrd="1" destOrd="0" presId="urn:microsoft.com/office/officeart/2005/8/layout/hierarchy2"/>
    <dgm:cxn modelId="{06CDBB97-6B51-47BA-85E5-D5976E9AEDF6}" type="presOf" srcId="{1EE05680-85AF-4752-B658-9C95EB4264B2}" destId="{ECC0DB46-9665-4D3B-A19A-E8FBD8292D6C}" srcOrd="0" destOrd="0" presId="urn:microsoft.com/office/officeart/2005/8/layout/hierarchy2"/>
    <dgm:cxn modelId="{EFE43F98-D952-4C36-9F57-5BC2C1CB52DD}" type="presOf" srcId="{9764CEC9-CACA-4A3E-97B3-1147ECC3149A}" destId="{E15925B9-0E54-49DF-98B8-CAB047898564}" srcOrd="0" destOrd="0" presId="urn:microsoft.com/office/officeart/2005/8/layout/hierarchy2"/>
    <dgm:cxn modelId="{62FE62B3-F633-4088-9BA5-AA0CEB8270B3}" type="presOf" srcId="{18A017F2-9685-4E16-ABBB-6D4E2BC62495}" destId="{E44D8864-04E1-404B-A756-30BA1D100E9B}" srcOrd="0" destOrd="0" presId="urn:microsoft.com/office/officeart/2005/8/layout/hierarchy2"/>
    <dgm:cxn modelId="{573B81CC-982B-42D5-84A9-2730932D152D}" type="presOf" srcId="{DC9540A6-8C70-4B05-8415-2F5F47DB9025}" destId="{AEE3A9E9-E1E3-4823-9FD7-A36126230C4B}" srcOrd="1" destOrd="0" presId="urn:microsoft.com/office/officeart/2005/8/layout/hierarchy2"/>
    <dgm:cxn modelId="{D6BDFBD1-C74A-400C-939A-4BD579323AA6}" type="presOf" srcId="{19566F5A-A4F6-48B7-9359-FC915DC0A558}" destId="{9538EB3A-0298-4AF7-B936-E3D1D37F197B}" srcOrd="0" destOrd="0" presId="urn:microsoft.com/office/officeart/2005/8/layout/hierarchy2"/>
    <dgm:cxn modelId="{536FE2DF-8BC0-4BEF-8D8E-1A9AF9998918}" srcId="{9AAE2842-E77B-41E7-AE6D-1FE1F9CA755A}" destId="{56B22E4B-FD09-4AB7-B114-FC17B6CB641F}" srcOrd="0" destOrd="0" parTransId="{74F387BF-747D-40DE-9B63-DB7FCEFBE358}" sibTransId="{A0DB8C04-C57D-4A14-91CA-CCC897EA7F3F}"/>
    <dgm:cxn modelId="{1D5D48E1-2337-439F-AA12-7430CDACD934}" type="presOf" srcId="{D026C913-5769-4B27-BEB7-6DCEC874831A}" destId="{719F7313-A88B-4406-8E00-C377585B1D67}" srcOrd="1" destOrd="0" presId="urn:microsoft.com/office/officeart/2005/8/layout/hierarchy2"/>
    <dgm:cxn modelId="{90A70CF5-E496-4168-8F48-D56B7C16B6DD}" type="presOf" srcId="{DC9540A6-8C70-4B05-8415-2F5F47DB9025}" destId="{C67C78CB-9B2B-4D3B-938F-C7C2D2254930}" srcOrd="0" destOrd="0" presId="urn:microsoft.com/office/officeart/2005/8/layout/hierarchy2"/>
    <dgm:cxn modelId="{80363AF7-D58D-4832-A835-B78FD55873D5}" type="presOf" srcId="{D026C913-5769-4B27-BEB7-6DCEC874831A}" destId="{7F4BF359-7F36-487A-88ED-F1D7161D4623}" srcOrd="0" destOrd="0" presId="urn:microsoft.com/office/officeart/2005/8/layout/hierarchy2"/>
    <dgm:cxn modelId="{8E8A28F9-CBF1-4214-A4FB-2DA399625777}" type="presOf" srcId="{11FBC266-A079-432E-B617-A1836E18FA6C}" destId="{F3061C3A-52E6-4264-BC29-FE35251A09B9}" srcOrd="0" destOrd="0" presId="urn:microsoft.com/office/officeart/2005/8/layout/hierarchy2"/>
    <dgm:cxn modelId="{11FCD4D1-62D6-476F-B71C-9D933E9A83CF}" type="presParOf" srcId="{F3061C3A-52E6-4264-BC29-FE35251A09B9}" destId="{B1628066-6B57-49E3-B83F-F55883EF5FCC}" srcOrd="0" destOrd="0" presId="urn:microsoft.com/office/officeart/2005/8/layout/hierarchy2"/>
    <dgm:cxn modelId="{7FD68FD2-3D4B-4BE2-A6B6-7D600F883ACB}" type="presParOf" srcId="{B1628066-6B57-49E3-B83F-F55883EF5FCC}" destId="{C297538C-DDB4-4562-A80D-36ED4B97FCE7}" srcOrd="0" destOrd="0" presId="urn:microsoft.com/office/officeart/2005/8/layout/hierarchy2"/>
    <dgm:cxn modelId="{8BEF6D14-C4CC-4E37-81D9-2D4D3523AD32}" type="presParOf" srcId="{B1628066-6B57-49E3-B83F-F55883EF5FCC}" destId="{2AB37806-73ED-4D22-A596-1157C002E95B}" srcOrd="1" destOrd="0" presId="urn:microsoft.com/office/officeart/2005/8/layout/hierarchy2"/>
    <dgm:cxn modelId="{91E8CAAF-B516-418F-8903-8780BBA06E51}" type="presParOf" srcId="{2AB37806-73ED-4D22-A596-1157C002E95B}" destId="{0052FCA4-59E9-4A13-8B90-3AEA326464D6}" srcOrd="0" destOrd="0" presId="urn:microsoft.com/office/officeart/2005/8/layout/hierarchy2"/>
    <dgm:cxn modelId="{5EDB6121-DE7C-4770-B9C6-6356EE7B4B6D}" type="presParOf" srcId="{0052FCA4-59E9-4A13-8B90-3AEA326464D6}" destId="{50C0F595-0BED-4AC1-8043-83E89C871978}" srcOrd="0" destOrd="0" presId="urn:microsoft.com/office/officeart/2005/8/layout/hierarchy2"/>
    <dgm:cxn modelId="{3460717E-7490-4DD1-A917-7F8F7ED4603C}" type="presParOf" srcId="{2AB37806-73ED-4D22-A596-1157C002E95B}" destId="{EC661E6F-7B7C-49B5-86A9-A8F4AA0CC632}" srcOrd="1" destOrd="0" presId="urn:microsoft.com/office/officeart/2005/8/layout/hierarchy2"/>
    <dgm:cxn modelId="{9C35C040-5F6A-4DCF-83E0-D703D595C713}" type="presParOf" srcId="{EC661E6F-7B7C-49B5-86A9-A8F4AA0CC632}" destId="{E3D59E00-A5C8-4EBB-9991-7E96F440029B}" srcOrd="0" destOrd="0" presId="urn:microsoft.com/office/officeart/2005/8/layout/hierarchy2"/>
    <dgm:cxn modelId="{14EDE340-8884-4B2F-A322-96F1922C2ECE}" type="presParOf" srcId="{EC661E6F-7B7C-49B5-86A9-A8F4AA0CC632}" destId="{C2D0DAAF-0897-4231-B88E-0254BF4D1F87}" srcOrd="1" destOrd="0" presId="urn:microsoft.com/office/officeart/2005/8/layout/hierarchy2"/>
    <dgm:cxn modelId="{BF9C48A5-CA01-4915-B573-463522D4A7FB}" type="presParOf" srcId="{2AB37806-73ED-4D22-A596-1157C002E95B}" destId="{C67C78CB-9B2B-4D3B-938F-C7C2D2254930}" srcOrd="2" destOrd="0" presId="urn:microsoft.com/office/officeart/2005/8/layout/hierarchy2"/>
    <dgm:cxn modelId="{8A22C45A-3FC3-4519-BA04-B8CAB28FF377}" type="presParOf" srcId="{C67C78CB-9B2B-4D3B-938F-C7C2D2254930}" destId="{AEE3A9E9-E1E3-4823-9FD7-A36126230C4B}" srcOrd="0" destOrd="0" presId="urn:microsoft.com/office/officeart/2005/8/layout/hierarchy2"/>
    <dgm:cxn modelId="{9C998AA2-062B-49D2-BD77-CEAE766901D7}" type="presParOf" srcId="{2AB37806-73ED-4D22-A596-1157C002E95B}" destId="{F2DB7377-56DB-42CF-997E-D4DCD0C60F9F}" srcOrd="3" destOrd="0" presId="urn:microsoft.com/office/officeart/2005/8/layout/hierarchy2"/>
    <dgm:cxn modelId="{D2117C62-1A12-46C8-9847-80867B8C788C}" type="presParOf" srcId="{F2DB7377-56DB-42CF-997E-D4DCD0C60F9F}" destId="{E44D8864-04E1-404B-A756-30BA1D100E9B}" srcOrd="0" destOrd="0" presId="urn:microsoft.com/office/officeart/2005/8/layout/hierarchy2"/>
    <dgm:cxn modelId="{2A65A6E1-1DF3-4036-AF7D-36E52CA09151}" type="presParOf" srcId="{F2DB7377-56DB-42CF-997E-D4DCD0C60F9F}" destId="{FB1FDAB8-4AA4-4211-9CFD-CCF46AA9AA58}" srcOrd="1" destOrd="0" presId="urn:microsoft.com/office/officeart/2005/8/layout/hierarchy2"/>
    <dgm:cxn modelId="{14540976-E4B9-4F06-BFF2-08DD126C307D}" type="presParOf" srcId="{2AB37806-73ED-4D22-A596-1157C002E95B}" destId="{9538EB3A-0298-4AF7-B936-E3D1D37F197B}" srcOrd="4" destOrd="0" presId="urn:microsoft.com/office/officeart/2005/8/layout/hierarchy2"/>
    <dgm:cxn modelId="{BFF91B45-5223-4D13-9F67-EC6723615E34}" type="presParOf" srcId="{9538EB3A-0298-4AF7-B936-E3D1D37F197B}" destId="{FF4FA024-4345-457E-AEC1-CCE91FE153F0}" srcOrd="0" destOrd="0" presId="urn:microsoft.com/office/officeart/2005/8/layout/hierarchy2"/>
    <dgm:cxn modelId="{F66F000D-569A-434B-8FAB-CC3705B8AC5E}" type="presParOf" srcId="{2AB37806-73ED-4D22-A596-1157C002E95B}" destId="{9E08E285-B328-438C-9003-E5CCBD9F419B}" srcOrd="5" destOrd="0" presId="urn:microsoft.com/office/officeart/2005/8/layout/hierarchy2"/>
    <dgm:cxn modelId="{7DA40B79-4781-458D-9494-20D37374E9E0}" type="presParOf" srcId="{9E08E285-B328-438C-9003-E5CCBD9F419B}" destId="{ECC0DB46-9665-4D3B-A19A-E8FBD8292D6C}" srcOrd="0" destOrd="0" presId="urn:microsoft.com/office/officeart/2005/8/layout/hierarchy2"/>
    <dgm:cxn modelId="{F9B5E862-4590-47A6-9136-F727B4BA16EC}" type="presParOf" srcId="{9E08E285-B328-438C-9003-E5CCBD9F419B}" destId="{FBA9A5A9-4197-4999-8EC9-B849612D0E7E}" srcOrd="1" destOrd="0" presId="urn:microsoft.com/office/officeart/2005/8/layout/hierarchy2"/>
    <dgm:cxn modelId="{0818B8C0-3A53-481C-A374-72AD5CC1428C}" type="presParOf" srcId="{2AB37806-73ED-4D22-A596-1157C002E95B}" destId="{7F4BF359-7F36-487A-88ED-F1D7161D4623}" srcOrd="6" destOrd="0" presId="urn:microsoft.com/office/officeart/2005/8/layout/hierarchy2"/>
    <dgm:cxn modelId="{97CC2AB5-567D-42C3-ABC8-78B1C29F646D}" type="presParOf" srcId="{7F4BF359-7F36-487A-88ED-F1D7161D4623}" destId="{719F7313-A88B-4406-8E00-C377585B1D67}" srcOrd="0" destOrd="0" presId="urn:microsoft.com/office/officeart/2005/8/layout/hierarchy2"/>
    <dgm:cxn modelId="{6225BFDA-0973-43C6-BF8C-856CE83F5C5B}" type="presParOf" srcId="{2AB37806-73ED-4D22-A596-1157C002E95B}" destId="{B17C730A-4B34-4C26-9B69-801659F439AA}" srcOrd="7" destOrd="0" presId="urn:microsoft.com/office/officeart/2005/8/layout/hierarchy2"/>
    <dgm:cxn modelId="{4500317D-E20C-40B3-B278-0DD8C56F0413}" type="presParOf" srcId="{B17C730A-4B34-4C26-9B69-801659F439AA}" destId="{E15925B9-0E54-49DF-98B8-CAB047898564}" srcOrd="0" destOrd="0" presId="urn:microsoft.com/office/officeart/2005/8/layout/hierarchy2"/>
    <dgm:cxn modelId="{EFD5D8B6-0BB9-4A0F-94C6-274D59C5951A}" type="presParOf" srcId="{B17C730A-4B34-4C26-9B69-801659F439AA}" destId="{1F2D35A0-FE7E-4A7B-A350-153C03F5961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D605DD-A060-472B-A033-45BAE018CE98}">
      <dsp:nvSpPr>
        <dsp:cNvPr id="0" name=""/>
        <dsp:cNvSpPr/>
      </dsp:nvSpPr>
      <dsp:spPr>
        <a:xfrm>
          <a:off x="1578" y="1087881"/>
          <a:ext cx="2083379" cy="10416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b="1" kern="1200" dirty="0">
              <a:latin typeface="Verdana" panose="020B0604030504040204" pitchFamily="34" charset="0"/>
              <a:ea typeface="Verdana" panose="020B0604030504040204" pitchFamily="34" charset="0"/>
            </a:rPr>
            <a:t>Logický obvod</a:t>
          </a:r>
        </a:p>
      </dsp:txBody>
      <dsp:txXfrm>
        <a:off x="32088" y="1118391"/>
        <a:ext cx="2022359" cy="980669"/>
      </dsp:txXfrm>
    </dsp:sp>
    <dsp:sp modelId="{166A1B62-BB4F-4C1E-998D-DD4926AA8DFC}">
      <dsp:nvSpPr>
        <dsp:cNvPr id="0" name=""/>
        <dsp:cNvSpPr/>
      </dsp:nvSpPr>
      <dsp:spPr>
        <a:xfrm rot="19457599">
          <a:off x="1988496" y="1284674"/>
          <a:ext cx="1026276" cy="49130"/>
        </a:xfrm>
        <a:custGeom>
          <a:avLst/>
          <a:gdLst/>
          <a:ahLst/>
          <a:cxnLst/>
          <a:rect l="0" t="0" r="0" b="0"/>
          <a:pathLst>
            <a:path>
              <a:moveTo>
                <a:pt x="0" y="24565"/>
              </a:moveTo>
              <a:lnTo>
                <a:pt x="1026276" y="2456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4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2475977" y="1283583"/>
        <a:ext cx="51313" cy="51313"/>
      </dsp:txXfrm>
    </dsp:sp>
    <dsp:sp modelId="{954D66D6-C635-4BC9-9086-33E193858B62}">
      <dsp:nvSpPr>
        <dsp:cNvPr id="0" name=""/>
        <dsp:cNvSpPr/>
      </dsp:nvSpPr>
      <dsp:spPr>
        <a:xfrm>
          <a:off x="2918310" y="488909"/>
          <a:ext cx="2083379" cy="10416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 dirty="0">
              <a:latin typeface="Verdana" panose="020B0604030504040204" pitchFamily="34" charset="0"/>
              <a:ea typeface="Verdana" panose="020B0604030504040204" pitchFamily="34" charset="0"/>
            </a:rPr>
            <a:t>Kombinační obvod</a:t>
          </a:r>
        </a:p>
      </dsp:txBody>
      <dsp:txXfrm>
        <a:off x="2948820" y="519419"/>
        <a:ext cx="2022359" cy="980669"/>
      </dsp:txXfrm>
    </dsp:sp>
    <dsp:sp modelId="{950F4BC5-F877-4F02-829D-A688E36FC7A2}">
      <dsp:nvSpPr>
        <dsp:cNvPr id="0" name=""/>
        <dsp:cNvSpPr/>
      </dsp:nvSpPr>
      <dsp:spPr>
        <a:xfrm rot="2142401">
          <a:off x="1988496" y="1883646"/>
          <a:ext cx="1026276" cy="49130"/>
        </a:xfrm>
        <a:custGeom>
          <a:avLst/>
          <a:gdLst/>
          <a:ahLst/>
          <a:cxnLst/>
          <a:rect l="0" t="0" r="0" b="0"/>
          <a:pathLst>
            <a:path>
              <a:moveTo>
                <a:pt x="0" y="24565"/>
              </a:moveTo>
              <a:lnTo>
                <a:pt x="1026276" y="2456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4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2475977" y="1882555"/>
        <a:ext cx="51313" cy="51313"/>
      </dsp:txXfrm>
    </dsp:sp>
    <dsp:sp modelId="{A5C6CD23-0FAA-4BC8-B3EF-F949CD373D22}">
      <dsp:nvSpPr>
        <dsp:cNvPr id="0" name=""/>
        <dsp:cNvSpPr/>
      </dsp:nvSpPr>
      <dsp:spPr>
        <a:xfrm>
          <a:off x="2918310" y="1686852"/>
          <a:ext cx="2083379" cy="10416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 dirty="0">
              <a:latin typeface="Verdana" panose="020B0604030504040204" pitchFamily="34" charset="0"/>
              <a:ea typeface="Verdana" panose="020B0604030504040204" pitchFamily="34" charset="0"/>
            </a:rPr>
            <a:t>Sekvenční obvod</a:t>
          </a:r>
        </a:p>
      </dsp:txBody>
      <dsp:txXfrm>
        <a:off x="2948820" y="1717362"/>
        <a:ext cx="2022359" cy="980669"/>
      </dsp:txXfrm>
    </dsp:sp>
    <dsp:sp modelId="{2120C249-44AC-4573-B384-AC5687842ACB}">
      <dsp:nvSpPr>
        <dsp:cNvPr id="0" name=""/>
        <dsp:cNvSpPr/>
      </dsp:nvSpPr>
      <dsp:spPr>
        <a:xfrm rot="19457599">
          <a:off x="4905227" y="1883646"/>
          <a:ext cx="1026276" cy="49130"/>
        </a:xfrm>
        <a:custGeom>
          <a:avLst/>
          <a:gdLst/>
          <a:ahLst/>
          <a:cxnLst/>
          <a:rect l="0" t="0" r="0" b="0"/>
          <a:pathLst>
            <a:path>
              <a:moveTo>
                <a:pt x="0" y="24565"/>
              </a:moveTo>
              <a:lnTo>
                <a:pt x="1026276" y="2456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4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5392709" y="1882555"/>
        <a:ext cx="51313" cy="51313"/>
      </dsp:txXfrm>
    </dsp:sp>
    <dsp:sp modelId="{625A4353-DA04-424C-A0B5-A63E6EBDAA35}">
      <dsp:nvSpPr>
        <dsp:cNvPr id="0" name=""/>
        <dsp:cNvSpPr/>
      </dsp:nvSpPr>
      <dsp:spPr>
        <a:xfrm>
          <a:off x="5835041" y="1087881"/>
          <a:ext cx="2083379" cy="10416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 dirty="0">
              <a:latin typeface="Verdana" panose="020B0604030504040204" pitchFamily="34" charset="0"/>
              <a:ea typeface="Verdana" panose="020B0604030504040204" pitchFamily="34" charset="0"/>
            </a:rPr>
            <a:t>Moorův automat</a:t>
          </a:r>
        </a:p>
      </dsp:txBody>
      <dsp:txXfrm>
        <a:off x="5865551" y="1118391"/>
        <a:ext cx="2022359" cy="980669"/>
      </dsp:txXfrm>
    </dsp:sp>
    <dsp:sp modelId="{D3426AE2-46C4-452D-9957-5F1657E0A142}">
      <dsp:nvSpPr>
        <dsp:cNvPr id="0" name=""/>
        <dsp:cNvSpPr/>
      </dsp:nvSpPr>
      <dsp:spPr>
        <a:xfrm rot="2142401">
          <a:off x="4905227" y="2482618"/>
          <a:ext cx="1026276" cy="49130"/>
        </a:xfrm>
        <a:custGeom>
          <a:avLst/>
          <a:gdLst/>
          <a:ahLst/>
          <a:cxnLst/>
          <a:rect l="0" t="0" r="0" b="0"/>
          <a:pathLst>
            <a:path>
              <a:moveTo>
                <a:pt x="0" y="24565"/>
              </a:moveTo>
              <a:lnTo>
                <a:pt x="1026276" y="2456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4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5392709" y="2481526"/>
        <a:ext cx="51313" cy="51313"/>
      </dsp:txXfrm>
    </dsp:sp>
    <dsp:sp modelId="{FDDBC0C8-62B3-4004-AE62-7DCB9DDDA768}">
      <dsp:nvSpPr>
        <dsp:cNvPr id="0" name=""/>
        <dsp:cNvSpPr/>
      </dsp:nvSpPr>
      <dsp:spPr>
        <a:xfrm>
          <a:off x="5835041" y="2285824"/>
          <a:ext cx="2083379" cy="10416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 dirty="0" err="1">
              <a:latin typeface="Verdana" panose="020B0604030504040204" pitchFamily="34" charset="0"/>
              <a:ea typeface="Verdana" panose="020B0604030504040204" pitchFamily="34" charset="0"/>
            </a:rPr>
            <a:t>Mealyho</a:t>
          </a:r>
          <a:r>
            <a:rPr lang="cs-CZ" sz="2000" kern="1200" dirty="0">
              <a:latin typeface="Verdana" panose="020B0604030504040204" pitchFamily="34" charset="0"/>
              <a:ea typeface="Verdana" panose="020B0604030504040204" pitchFamily="34" charset="0"/>
            </a:rPr>
            <a:t> automat</a:t>
          </a:r>
        </a:p>
      </dsp:txBody>
      <dsp:txXfrm>
        <a:off x="5865551" y="2316334"/>
        <a:ext cx="2022359" cy="9806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D605DD-A060-472B-A033-45BAE018CE98}">
      <dsp:nvSpPr>
        <dsp:cNvPr id="0" name=""/>
        <dsp:cNvSpPr/>
      </dsp:nvSpPr>
      <dsp:spPr>
        <a:xfrm>
          <a:off x="6603" y="1070271"/>
          <a:ext cx="2128103" cy="1064051"/>
        </a:xfrm>
        <a:prstGeom prst="roundRect">
          <a:avLst>
            <a:gd name="adj" fmla="val 10000"/>
          </a:avLst>
        </a:prstGeom>
        <a:solidFill>
          <a:schemeClr val="bg2">
            <a:lumMod val="40000"/>
            <a:lumOff val="6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200" b="1" kern="1200" dirty="0"/>
            <a:t>Sekvenční obvod</a:t>
          </a:r>
        </a:p>
      </dsp:txBody>
      <dsp:txXfrm>
        <a:off x="37768" y="1101436"/>
        <a:ext cx="2065773" cy="1001721"/>
      </dsp:txXfrm>
    </dsp:sp>
    <dsp:sp modelId="{166A1B62-BB4F-4C1E-998D-DD4926AA8DFC}">
      <dsp:nvSpPr>
        <dsp:cNvPr id="0" name=""/>
        <dsp:cNvSpPr/>
      </dsp:nvSpPr>
      <dsp:spPr>
        <a:xfrm rot="19457599">
          <a:off x="2036173" y="1271289"/>
          <a:ext cx="1048307" cy="50185"/>
        </a:xfrm>
        <a:custGeom>
          <a:avLst/>
          <a:gdLst/>
          <a:ahLst/>
          <a:cxnLst/>
          <a:rect l="0" t="0" r="0" b="0"/>
          <a:pathLst>
            <a:path>
              <a:moveTo>
                <a:pt x="0" y="25092"/>
              </a:moveTo>
              <a:lnTo>
                <a:pt x="1048307" y="2509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2534119" y="1270174"/>
        <a:ext cx="52415" cy="52415"/>
      </dsp:txXfrm>
    </dsp:sp>
    <dsp:sp modelId="{954D66D6-C635-4BC9-9086-33E193858B62}">
      <dsp:nvSpPr>
        <dsp:cNvPr id="0" name=""/>
        <dsp:cNvSpPr/>
      </dsp:nvSpPr>
      <dsp:spPr>
        <a:xfrm>
          <a:off x="2985948" y="458441"/>
          <a:ext cx="2128103" cy="10640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Asynchronní</a:t>
          </a:r>
        </a:p>
      </dsp:txBody>
      <dsp:txXfrm>
        <a:off x="3017113" y="489606"/>
        <a:ext cx="2065773" cy="1001721"/>
      </dsp:txXfrm>
    </dsp:sp>
    <dsp:sp modelId="{950F4BC5-F877-4F02-829D-A688E36FC7A2}">
      <dsp:nvSpPr>
        <dsp:cNvPr id="0" name=""/>
        <dsp:cNvSpPr/>
      </dsp:nvSpPr>
      <dsp:spPr>
        <a:xfrm rot="2142401">
          <a:off x="2036173" y="1883119"/>
          <a:ext cx="1048307" cy="50185"/>
        </a:xfrm>
        <a:custGeom>
          <a:avLst/>
          <a:gdLst/>
          <a:ahLst/>
          <a:cxnLst/>
          <a:rect l="0" t="0" r="0" b="0"/>
          <a:pathLst>
            <a:path>
              <a:moveTo>
                <a:pt x="0" y="25092"/>
              </a:moveTo>
              <a:lnTo>
                <a:pt x="1048307" y="2509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2534119" y="1882004"/>
        <a:ext cx="52415" cy="52415"/>
      </dsp:txXfrm>
    </dsp:sp>
    <dsp:sp modelId="{A5C6CD23-0FAA-4BC8-B3EF-F949CD373D22}">
      <dsp:nvSpPr>
        <dsp:cNvPr id="0" name=""/>
        <dsp:cNvSpPr/>
      </dsp:nvSpPr>
      <dsp:spPr>
        <a:xfrm>
          <a:off x="2985948" y="1682100"/>
          <a:ext cx="2128103" cy="10640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Synchronní</a:t>
          </a:r>
        </a:p>
      </dsp:txBody>
      <dsp:txXfrm>
        <a:off x="3017113" y="1713265"/>
        <a:ext cx="2065773" cy="1001721"/>
      </dsp:txXfrm>
    </dsp:sp>
    <dsp:sp modelId="{2120C249-44AC-4573-B384-AC5687842ACB}">
      <dsp:nvSpPr>
        <dsp:cNvPr id="0" name=""/>
        <dsp:cNvSpPr/>
      </dsp:nvSpPr>
      <dsp:spPr>
        <a:xfrm rot="19457599">
          <a:off x="5015519" y="1883119"/>
          <a:ext cx="1048307" cy="50185"/>
        </a:xfrm>
        <a:custGeom>
          <a:avLst/>
          <a:gdLst/>
          <a:ahLst/>
          <a:cxnLst/>
          <a:rect l="0" t="0" r="0" b="0"/>
          <a:pathLst>
            <a:path>
              <a:moveTo>
                <a:pt x="0" y="25092"/>
              </a:moveTo>
              <a:lnTo>
                <a:pt x="1048307" y="2509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5513464" y="1882004"/>
        <a:ext cx="52415" cy="52415"/>
      </dsp:txXfrm>
    </dsp:sp>
    <dsp:sp modelId="{625A4353-DA04-424C-A0B5-A63E6EBDAA35}">
      <dsp:nvSpPr>
        <dsp:cNvPr id="0" name=""/>
        <dsp:cNvSpPr/>
      </dsp:nvSpPr>
      <dsp:spPr>
        <a:xfrm>
          <a:off x="5965293" y="1070271"/>
          <a:ext cx="2128103" cy="10640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/>
            <a:t>Úrovňové</a:t>
          </a:r>
        </a:p>
      </dsp:txBody>
      <dsp:txXfrm>
        <a:off x="5996458" y="1101436"/>
        <a:ext cx="2065773" cy="1001721"/>
      </dsp:txXfrm>
    </dsp:sp>
    <dsp:sp modelId="{D3426AE2-46C4-452D-9957-5F1657E0A142}">
      <dsp:nvSpPr>
        <dsp:cNvPr id="0" name=""/>
        <dsp:cNvSpPr/>
      </dsp:nvSpPr>
      <dsp:spPr>
        <a:xfrm rot="2142401">
          <a:off x="5015519" y="2494949"/>
          <a:ext cx="1048307" cy="50185"/>
        </a:xfrm>
        <a:custGeom>
          <a:avLst/>
          <a:gdLst/>
          <a:ahLst/>
          <a:cxnLst/>
          <a:rect l="0" t="0" r="0" b="0"/>
          <a:pathLst>
            <a:path>
              <a:moveTo>
                <a:pt x="0" y="25092"/>
              </a:moveTo>
              <a:lnTo>
                <a:pt x="1048307" y="2509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5513464" y="2493834"/>
        <a:ext cx="52415" cy="52415"/>
      </dsp:txXfrm>
    </dsp:sp>
    <dsp:sp modelId="{FDDBC0C8-62B3-4004-AE62-7DCB9DDDA768}">
      <dsp:nvSpPr>
        <dsp:cNvPr id="0" name=""/>
        <dsp:cNvSpPr/>
      </dsp:nvSpPr>
      <dsp:spPr>
        <a:xfrm>
          <a:off x="5965293" y="2293930"/>
          <a:ext cx="2128103" cy="10640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/>
            <a:t>Hranové</a:t>
          </a:r>
        </a:p>
      </dsp:txBody>
      <dsp:txXfrm>
        <a:off x="5996458" y="2325095"/>
        <a:ext cx="2065773" cy="10017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D605DD-A060-472B-A033-45BAE018CE98}">
      <dsp:nvSpPr>
        <dsp:cNvPr id="0" name=""/>
        <dsp:cNvSpPr/>
      </dsp:nvSpPr>
      <dsp:spPr>
        <a:xfrm>
          <a:off x="647618" y="1363042"/>
          <a:ext cx="2310725" cy="1155362"/>
        </a:xfrm>
        <a:prstGeom prst="roundRect">
          <a:avLst>
            <a:gd name="adj" fmla="val 10000"/>
          </a:avLst>
        </a:prstGeom>
        <a:solidFill>
          <a:schemeClr val="bg2">
            <a:lumMod val="40000"/>
            <a:lumOff val="6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>
              <a:latin typeface="Verdana" panose="020B0604030504040204" pitchFamily="34" charset="0"/>
              <a:ea typeface="Verdana" panose="020B0604030504040204" pitchFamily="34" charset="0"/>
            </a:rPr>
            <a:t>Metody popisu</a:t>
          </a:r>
        </a:p>
      </dsp:txBody>
      <dsp:txXfrm>
        <a:off x="681457" y="1396881"/>
        <a:ext cx="2243047" cy="1087684"/>
      </dsp:txXfrm>
    </dsp:sp>
    <dsp:sp modelId="{166A1B62-BB4F-4C1E-998D-DD4926AA8DFC}">
      <dsp:nvSpPr>
        <dsp:cNvPr id="0" name=""/>
        <dsp:cNvSpPr/>
      </dsp:nvSpPr>
      <dsp:spPr>
        <a:xfrm rot="19126837">
          <a:off x="2702395" y="1232888"/>
          <a:ext cx="2065697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065697" y="2724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800" b="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3683602" y="1208491"/>
        <a:ext cx="103284" cy="103284"/>
      </dsp:txXfrm>
    </dsp:sp>
    <dsp:sp modelId="{954D66D6-C635-4BC9-9086-33E193858B62}">
      <dsp:nvSpPr>
        <dsp:cNvPr id="0" name=""/>
        <dsp:cNvSpPr/>
      </dsp:nvSpPr>
      <dsp:spPr>
        <a:xfrm>
          <a:off x="4512145" y="1863"/>
          <a:ext cx="2310725" cy="11553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b="0" kern="1200" dirty="0">
              <a:latin typeface="Verdana" panose="020B0604030504040204" pitchFamily="34" charset="0"/>
              <a:ea typeface="Verdana" panose="020B0604030504040204" pitchFamily="34" charset="0"/>
            </a:rPr>
            <a:t>Časový diagram</a:t>
          </a:r>
        </a:p>
      </dsp:txBody>
      <dsp:txXfrm>
        <a:off x="4545984" y="35702"/>
        <a:ext cx="2243047" cy="1087684"/>
      </dsp:txXfrm>
    </dsp:sp>
    <dsp:sp modelId="{950F4BC5-F877-4F02-829D-A688E36FC7A2}">
      <dsp:nvSpPr>
        <dsp:cNvPr id="0" name=""/>
        <dsp:cNvSpPr/>
      </dsp:nvSpPr>
      <dsp:spPr>
        <a:xfrm rot="21528079">
          <a:off x="2958173" y="1897221"/>
          <a:ext cx="1554141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554141" y="2724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800" b="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3696390" y="1885614"/>
        <a:ext cx="77707" cy="77707"/>
      </dsp:txXfrm>
    </dsp:sp>
    <dsp:sp modelId="{A5C6CD23-0FAA-4BC8-B3EF-F949CD373D22}">
      <dsp:nvSpPr>
        <dsp:cNvPr id="0" name=""/>
        <dsp:cNvSpPr/>
      </dsp:nvSpPr>
      <dsp:spPr>
        <a:xfrm>
          <a:off x="4512145" y="1330530"/>
          <a:ext cx="2310725" cy="11553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b="0" kern="1200" dirty="0">
              <a:latin typeface="Verdana" panose="020B0604030504040204" pitchFamily="34" charset="0"/>
              <a:ea typeface="Verdana" panose="020B0604030504040204" pitchFamily="34" charset="0"/>
            </a:rPr>
            <a:t>Stavový diagram</a:t>
          </a:r>
        </a:p>
      </dsp:txBody>
      <dsp:txXfrm>
        <a:off x="4545984" y="1364369"/>
        <a:ext cx="2243047" cy="1087684"/>
      </dsp:txXfrm>
    </dsp:sp>
    <dsp:sp modelId="{4F4FAF51-C4D6-4BA4-8AC4-F206C6D1B292}">
      <dsp:nvSpPr>
        <dsp:cNvPr id="0" name=""/>
        <dsp:cNvSpPr/>
      </dsp:nvSpPr>
      <dsp:spPr>
        <a:xfrm rot="2390058">
          <a:off x="2723523" y="2561555"/>
          <a:ext cx="2023441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023441" y="2724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800" b="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3684658" y="2538215"/>
        <a:ext cx="101172" cy="101172"/>
      </dsp:txXfrm>
    </dsp:sp>
    <dsp:sp modelId="{87F211A8-D56C-4CAA-8DD0-E05444BF18D9}">
      <dsp:nvSpPr>
        <dsp:cNvPr id="0" name=""/>
        <dsp:cNvSpPr/>
      </dsp:nvSpPr>
      <dsp:spPr>
        <a:xfrm>
          <a:off x="4512145" y="2659197"/>
          <a:ext cx="2310725" cy="11553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b="0" kern="1200" dirty="0">
              <a:latin typeface="Verdana" panose="020B0604030504040204" pitchFamily="34" charset="0"/>
              <a:ea typeface="Verdana" panose="020B0604030504040204" pitchFamily="34" charset="0"/>
            </a:rPr>
            <a:t>Vývojová tabulka</a:t>
          </a:r>
        </a:p>
      </dsp:txBody>
      <dsp:txXfrm>
        <a:off x="4545984" y="2693036"/>
        <a:ext cx="2243047" cy="10876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97538C-DDB4-4562-A80D-36ED4B97FCE7}">
      <dsp:nvSpPr>
        <dsp:cNvPr id="0" name=""/>
        <dsp:cNvSpPr/>
      </dsp:nvSpPr>
      <dsp:spPr>
        <a:xfrm>
          <a:off x="857250" y="1575593"/>
          <a:ext cx="1825625" cy="9128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Sekvenční obvody</a:t>
          </a:r>
        </a:p>
      </dsp:txBody>
      <dsp:txXfrm>
        <a:off x="883985" y="1602328"/>
        <a:ext cx="1772155" cy="859342"/>
      </dsp:txXfrm>
    </dsp:sp>
    <dsp:sp modelId="{0052FCA4-59E9-4A13-8B90-3AEA326464D6}">
      <dsp:nvSpPr>
        <dsp:cNvPr id="0" name=""/>
        <dsp:cNvSpPr/>
      </dsp:nvSpPr>
      <dsp:spPr>
        <a:xfrm rot="17692822">
          <a:off x="2180152" y="1224484"/>
          <a:ext cx="1735694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735694" y="2021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600" kern="1200"/>
        </a:p>
      </dsp:txBody>
      <dsp:txXfrm>
        <a:off x="3004607" y="1201306"/>
        <a:ext cx="86784" cy="86784"/>
      </dsp:txXfrm>
    </dsp:sp>
    <dsp:sp modelId="{E3D59E00-A5C8-4EBB-9991-7E96F440029B}">
      <dsp:nvSpPr>
        <dsp:cNvPr id="0" name=""/>
        <dsp:cNvSpPr/>
      </dsp:nvSpPr>
      <dsp:spPr>
        <a:xfrm>
          <a:off x="3413125" y="992"/>
          <a:ext cx="1825625" cy="9128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folHlink"/>
            </a:buClr>
            <a:buNone/>
          </a:pPr>
          <a:r>
            <a:rPr lang="cs-CZ" sz="2000" b="1" kern="1200" dirty="0">
              <a:latin typeface="Verdana" pitchFamily="34" charset="0"/>
            </a:rPr>
            <a:t>Klopné obvody</a:t>
          </a:r>
          <a:endParaRPr lang="cs-CZ" sz="2000" kern="1200" dirty="0"/>
        </a:p>
      </dsp:txBody>
      <dsp:txXfrm>
        <a:off x="3439860" y="27727"/>
        <a:ext cx="1772155" cy="859342"/>
      </dsp:txXfrm>
    </dsp:sp>
    <dsp:sp modelId="{C67C78CB-9B2B-4D3B-938F-C7C2D2254930}">
      <dsp:nvSpPr>
        <dsp:cNvPr id="0" name=""/>
        <dsp:cNvSpPr/>
      </dsp:nvSpPr>
      <dsp:spPr>
        <a:xfrm rot="19457599">
          <a:off x="2598347" y="1749351"/>
          <a:ext cx="899305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99305" y="2021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3025517" y="1747083"/>
        <a:ext cx="44965" cy="44965"/>
      </dsp:txXfrm>
    </dsp:sp>
    <dsp:sp modelId="{E44D8864-04E1-404B-A756-30BA1D100E9B}">
      <dsp:nvSpPr>
        <dsp:cNvPr id="0" name=""/>
        <dsp:cNvSpPr/>
      </dsp:nvSpPr>
      <dsp:spPr>
        <a:xfrm>
          <a:off x="3413125" y="1050726"/>
          <a:ext cx="1825625" cy="9128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latin typeface="Verdana" pitchFamily="34" charset="0"/>
            </a:rPr>
            <a:t>Posuvné registry</a:t>
          </a:r>
        </a:p>
      </dsp:txBody>
      <dsp:txXfrm>
        <a:off x="3439860" y="1077461"/>
        <a:ext cx="1772155" cy="859342"/>
      </dsp:txXfrm>
    </dsp:sp>
    <dsp:sp modelId="{9538EB3A-0298-4AF7-B936-E3D1D37F197B}">
      <dsp:nvSpPr>
        <dsp:cNvPr id="0" name=""/>
        <dsp:cNvSpPr/>
      </dsp:nvSpPr>
      <dsp:spPr>
        <a:xfrm rot="2142401">
          <a:off x="2598347" y="2274218"/>
          <a:ext cx="899305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99305" y="2021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3025517" y="2271950"/>
        <a:ext cx="44965" cy="44965"/>
      </dsp:txXfrm>
    </dsp:sp>
    <dsp:sp modelId="{ECC0DB46-9665-4D3B-A19A-E8FBD8292D6C}">
      <dsp:nvSpPr>
        <dsp:cNvPr id="0" name=""/>
        <dsp:cNvSpPr/>
      </dsp:nvSpPr>
      <dsp:spPr>
        <a:xfrm>
          <a:off x="3413125" y="2100460"/>
          <a:ext cx="1825625" cy="9128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latin typeface="Verdana" pitchFamily="34" charset="0"/>
            </a:rPr>
            <a:t>Čítače</a:t>
          </a:r>
        </a:p>
      </dsp:txBody>
      <dsp:txXfrm>
        <a:off x="3439860" y="2127195"/>
        <a:ext cx="1772155" cy="859342"/>
      </dsp:txXfrm>
    </dsp:sp>
    <dsp:sp modelId="{7F4BF359-7F36-487A-88ED-F1D7161D4623}">
      <dsp:nvSpPr>
        <dsp:cNvPr id="0" name=""/>
        <dsp:cNvSpPr/>
      </dsp:nvSpPr>
      <dsp:spPr>
        <a:xfrm rot="3907178">
          <a:off x="2180152" y="2799085"/>
          <a:ext cx="1735694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735694" y="2021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600" kern="1200"/>
        </a:p>
      </dsp:txBody>
      <dsp:txXfrm>
        <a:off x="3004607" y="2775908"/>
        <a:ext cx="86784" cy="86784"/>
      </dsp:txXfrm>
    </dsp:sp>
    <dsp:sp modelId="{E15925B9-0E54-49DF-98B8-CAB047898564}">
      <dsp:nvSpPr>
        <dsp:cNvPr id="0" name=""/>
        <dsp:cNvSpPr/>
      </dsp:nvSpPr>
      <dsp:spPr>
        <a:xfrm>
          <a:off x="3413125" y="3150195"/>
          <a:ext cx="1825625" cy="9128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latin typeface="Verdana" pitchFamily="34" charset="0"/>
            </a:rPr>
            <a:t>Paměti</a:t>
          </a:r>
          <a:endParaRPr lang="cs-CZ" sz="2000" kern="1200" dirty="0"/>
        </a:p>
      </dsp:txBody>
      <dsp:txXfrm>
        <a:off x="3439860" y="3176930"/>
        <a:ext cx="1772155" cy="8593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2588" cy="493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1113" y="0"/>
            <a:ext cx="2922587" cy="493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4188"/>
            <a:ext cx="2922588" cy="493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1113" y="9374188"/>
            <a:ext cx="2922587" cy="493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894CB776-55F0-4C61-BDD4-D27A9D4F0650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745781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0000" y="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7620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49530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noProof="0"/>
              <a:t>Klepnutím lze upravit styly předlohy textu.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0000" y="9372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E56570B1-65E1-4A9D-BA76-BA7CC2CF8DA9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582218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EEAFF5-42F6-48E8-8B2A-FBA7A2EC0999}" type="slidenum">
              <a:rPr lang="cs-CZ" smtClean="0"/>
              <a:pPr/>
              <a:t>1</a:t>
            </a:fld>
            <a:endParaRPr lang="cs-CZ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F47E2342-14F7-425B-93D2-D06753AC8677}" type="slidenum">
              <a:rPr lang="cs-CZ">
                <a:solidFill>
                  <a:prstClr val="black"/>
                </a:solidFill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cs-CZ" dirty="0">
              <a:solidFill>
                <a:prstClr val="black"/>
              </a:solidFill>
            </a:endParaRPr>
          </a:p>
        </p:txBody>
      </p:sp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0F6ACE72-45B9-46EB-9812-BE6DEFC3F096}" type="slidenum">
              <a:rPr lang="cs-CZ">
                <a:solidFill>
                  <a:prstClr val="black"/>
                </a:solidFill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cs-CZ" dirty="0">
              <a:solidFill>
                <a:prstClr val="black"/>
              </a:solidFill>
            </a:endParaRPr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415192-1EC6-44ED-96DF-1592854C7C07}" type="slidenum">
              <a:rPr lang="cs-CZ"/>
              <a:pPr/>
              <a:t>4</a:t>
            </a:fld>
            <a:endParaRPr lang="cs-CZ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C16521-CD07-466D-B8E2-677FC521A2F0}" type="slidenum">
              <a:rPr lang="cs-CZ"/>
              <a:pPr/>
              <a:t>5</a:t>
            </a:fld>
            <a:endParaRPr lang="cs-CZ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C16521-CD07-466D-B8E2-677FC521A2F0}" type="slidenum">
              <a:rPr lang="cs-CZ"/>
              <a:pPr/>
              <a:t>6</a:t>
            </a:fld>
            <a:endParaRPr lang="cs-CZ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C16521-CD07-466D-B8E2-677FC521A2F0}" type="slidenum">
              <a:rPr lang="cs-CZ"/>
              <a:pPr/>
              <a:t>7</a:t>
            </a:fld>
            <a:endParaRPr lang="cs-CZ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C16521-CD07-466D-B8E2-677FC521A2F0}" type="slidenum">
              <a:rPr lang="cs-CZ"/>
              <a:pPr/>
              <a:t>8</a:t>
            </a:fld>
            <a:endParaRPr lang="cs-CZ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C16521-CD07-466D-B8E2-677FC521A2F0}" type="slidenum">
              <a:rPr lang="cs-CZ"/>
              <a:pPr/>
              <a:t>9</a:t>
            </a:fld>
            <a:endParaRPr lang="cs-CZ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C16521-CD07-466D-B8E2-677FC521A2F0}" type="slidenum">
              <a:rPr lang="cs-CZ"/>
              <a:pPr/>
              <a:t>10</a:t>
            </a:fld>
            <a:endParaRPr lang="cs-CZ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C16521-CD07-466D-B8E2-677FC521A2F0}" type="slidenum">
              <a:rPr lang="cs-CZ"/>
              <a:pPr/>
              <a:t>11</a:t>
            </a:fld>
            <a:endParaRPr lang="cs-CZ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77AB2E-0E1D-4CFA-9B67-1B8F8972EE51}" type="slidenum">
              <a:rPr lang="cs-CZ"/>
              <a:pPr/>
              <a:t>12</a:t>
            </a:fld>
            <a:endParaRPr lang="cs-CZ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EF345F-C42D-4BFB-832D-7718F492B793}" type="slidenum">
              <a:rPr lang="cs-CZ"/>
              <a:pPr/>
              <a:t>13</a:t>
            </a:fld>
            <a:endParaRPr lang="cs-CZ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E7A647-95F5-41A2-A8DA-7991749AEB96}" type="slidenum">
              <a:rPr lang="cs-CZ"/>
              <a:pPr/>
              <a:t>14</a:t>
            </a:fld>
            <a:endParaRPr lang="cs-CZ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4F426B-81F4-45D3-BBB1-3F1D292D8DA5}" type="slidenum">
              <a:rPr lang="cs-CZ"/>
              <a:pPr/>
              <a:t>15</a:t>
            </a:fld>
            <a:endParaRPr lang="cs-CZ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4F426B-81F4-45D3-BBB1-3F1D292D8DA5}" type="slidenum">
              <a:rPr lang="cs-CZ"/>
              <a:pPr/>
              <a:t>16</a:t>
            </a:fld>
            <a:endParaRPr lang="cs-CZ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E7D3EB-D4FE-45DB-9F36-09C687928948}" type="slidenum">
              <a:rPr lang="cs-CZ"/>
              <a:pPr/>
              <a:t>17</a:t>
            </a:fld>
            <a:endParaRPr lang="cs-CZ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E7D3EB-D4FE-45DB-9F36-09C687928948}" type="slidenum">
              <a:rPr lang="cs-CZ"/>
              <a:pPr/>
              <a:t>18</a:t>
            </a:fld>
            <a:endParaRPr lang="cs-CZ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77FDC3-5390-4037-854D-3F926CF22ADD}" type="slidenum">
              <a:rPr lang="cs-CZ"/>
              <a:pPr/>
              <a:t>19</a:t>
            </a:fld>
            <a:endParaRPr lang="cs-CZ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77FDC3-5390-4037-854D-3F926CF22ADD}" type="slidenum">
              <a:rPr lang="cs-CZ"/>
              <a:pPr/>
              <a:t>20</a:t>
            </a:fld>
            <a:endParaRPr lang="cs-CZ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95F32F-F56D-4E8D-ABE4-9497AB05370C}" type="slidenum">
              <a:rPr lang="cs-CZ"/>
              <a:pPr/>
              <a:t>21</a:t>
            </a:fld>
            <a:endParaRPr lang="cs-CZ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E7A647-95F5-41A2-A8DA-7991749AEB96}" type="slidenum">
              <a:rPr lang="cs-CZ"/>
              <a:pPr/>
              <a:t>22</a:t>
            </a:fld>
            <a:endParaRPr lang="cs-CZ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77AB2E-0E1D-4CFA-9B67-1B8F8972EE51}" type="slidenum">
              <a:rPr lang="cs-CZ"/>
              <a:pPr/>
              <a:t>23</a:t>
            </a:fld>
            <a:endParaRPr lang="cs-CZ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77AB2E-0E1D-4CFA-9B67-1B8F8972EE51}" type="slidenum">
              <a:rPr lang="cs-CZ"/>
              <a:pPr/>
              <a:t>24</a:t>
            </a:fld>
            <a:endParaRPr lang="cs-CZ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77AB2E-0E1D-4CFA-9B67-1B8F8972EE51}" type="slidenum">
              <a:rPr lang="cs-CZ"/>
              <a:pPr/>
              <a:t>25</a:t>
            </a:fld>
            <a:endParaRPr lang="cs-CZ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77AB2E-0E1D-4CFA-9B67-1B8F8972EE51}" type="slidenum">
              <a:rPr lang="cs-CZ"/>
              <a:pPr/>
              <a:t>26</a:t>
            </a:fld>
            <a:endParaRPr lang="cs-CZ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44A748-183E-4AC4-A120-56A637314612}" type="slidenum">
              <a:rPr lang="cs-CZ"/>
              <a:pPr/>
              <a:t>27</a:t>
            </a:fld>
            <a:endParaRPr lang="cs-CZ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88E8EF-820E-45DE-B2A3-329F3719DE50}" type="slidenum">
              <a:rPr lang="cs-CZ"/>
              <a:pPr/>
              <a:t>28</a:t>
            </a:fld>
            <a:endParaRPr lang="cs-CZ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33406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88E8EF-820E-45DE-B2A3-329F3719DE50}" type="slidenum">
              <a:rPr lang="cs-CZ"/>
              <a:pPr/>
              <a:t>29</a:t>
            </a:fld>
            <a:endParaRPr lang="cs-CZ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435271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88E8EF-820E-45DE-B2A3-329F3719DE50}" type="slidenum">
              <a:rPr lang="cs-CZ"/>
              <a:pPr/>
              <a:t>30</a:t>
            </a:fld>
            <a:endParaRPr lang="cs-CZ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818056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88E8EF-820E-45DE-B2A3-329F3719DE50}" type="slidenum">
              <a:rPr lang="cs-CZ"/>
              <a:pPr/>
              <a:t>31</a:t>
            </a:fld>
            <a:endParaRPr lang="cs-CZ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5625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88E8EF-820E-45DE-B2A3-329F3719DE50}" type="slidenum">
              <a:rPr lang="cs-CZ"/>
              <a:pPr/>
              <a:t>32</a:t>
            </a:fld>
            <a:endParaRPr lang="cs-CZ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88E8EF-820E-45DE-B2A3-329F3719DE50}" type="slidenum">
              <a:rPr lang="cs-CZ"/>
              <a:pPr/>
              <a:t>33</a:t>
            </a:fld>
            <a:endParaRPr lang="cs-CZ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2DE262-BAC3-4221-876C-47AA0CF2CD91}" type="slidenum">
              <a:rPr lang="cs-CZ"/>
              <a:pPr/>
              <a:t>34</a:t>
            </a:fld>
            <a:endParaRPr lang="cs-CZ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06985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88E8EF-820E-45DE-B2A3-329F3719DE50}" type="slidenum">
              <a:rPr lang="cs-CZ"/>
              <a:pPr/>
              <a:t>35</a:t>
            </a:fld>
            <a:endParaRPr lang="cs-CZ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03758B-799F-414F-A657-23F2BACBDE63}" type="slidenum">
              <a:rPr lang="cs-CZ"/>
              <a:pPr/>
              <a:t>36</a:t>
            </a:fld>
            <a:endParaRPr lang="cs-CZ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14958E-416E-4E8E-AE64-34128404490C}" type="slidenum">
              <a:rPr lang="cs-CZ"/>
              <a:pPr/>
              <a:t>37</a:t>
            </a:fld>
            <a:endParaRPr lang="cs-CZ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88E8EF-820E-45DE-B2A3-329F3719DE50}" type="slidenum">
              <a:rPr lang="cs-CZ"/>
              <a:pPr/>
              <a:t>38</a:t>
            </a:fld>
            <a:endParaRPr lang="cs-CZ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03758B-799F-414F-A657-23F2BACBDE63}" type="slidenum">
              <a:rPr lang="cs-CZ"/>
              <a:pPr/>
              <a:t>39</a:t>
            </a:fld>
            <a:endParaRPr lang="cs-CZ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044235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03758B-799F-414F-A657-23F2BACBDE63}" type="slidenum">
              <a:rPr lang="cs-CZ"/>
              <a:pPr/>
              <a:t>40</a:t>
            </a:fld>
            <a:endParaRPr lang="cs-CZ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2396199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88E8EF-820E-45DE-B2A3-329F3719DE50}" type="slidenum">
              <a:rPr lang="cs-CZ"/>
              <a:pPr/>
              <a:t>41</a:t>
            </a:fld>
            <a:endParaRPr lang="cs-CZ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474132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03758B-799F-414F-A657-23F2BACBDE63}" type="slidenum">
              <a:rPr lang="cs-CZ"/>
              <a:pPr/>
              <a:t>42</a:t>
            </a:fld>
            <a:endParaRPr lang="cs-CZ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9575087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03758B-799F-414F-A657-23F2BACBDE63}" type="slidenum">
              <a:rPr lang="cs-CZ"/>
              <a:pPr/>
              <a:t>43</a:t>
            </a:fld>
            <a:endParaRPr lang="cs-CZ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0759710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03758B-799F-414F-A657-23F2BACBDE63}" type="slidenum">
              <a:rPr lang="cs-CZ"/>
              <a:pPr/>
              <a:t>44</a:t>
            </a:fld>
            <a:endParaRPr lang="cs-CZ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0913940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6525F8-7445-4C03-9411-8B5DE32B6DD1}" type="slidenum">
              <a:rPr lang="cs-CZ"/>
              <a:pPr/>
              <a:t>45</a:t>
            </a:fld>
            <a:endParaRPr lang="cs-CZ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EDA8AC-1440-49B2-AD36-01897CABF61C}" type="slidenum">
              <a:rPr lang="cs-CZ"/>
              <a:pPr/>
              <a:t>46</a:t>
            </a:fld>
            <a:endParaRPr lang="cs-CZ"/>
          </a:p>
        </p:txBody>
      </p:sp>
      <p:sp>
        <p:nvSpPr>
          <p:cNvPr id="264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6525F8-7445-4C03-9411-8B5DE32B6DD1}" type="slidenum">
              <a:rPr lang="cs-CZ"/>
              <a:pPr/>
              <a:t>47</a:t>
            </a:fld>
            <a:endParaRPr lang="cs-CZ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9043024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6525F8-7445-4C03-9411-8B5DE32B6DD1}" type="slidenum">
              <a:rPr lang="cs-CZ"/>
              <a:pPr/>
              <a:t>48</a:t>
            </a:fld>
            <a:endParaRPr lang="cs-CZ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8500673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6525F8-7445-4C03-9411-8B5DE32B6DD1}" type="slidenum">
              <a:rPr lang="cs-CZ"/>
              <a:pPr/>
              <a:t>49</a:t>
            </a:fld>
            <a:endParaRPr lang="cs-CZ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9277746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2DE262-BAC3-4221-876C-47AA0CF2CD91}" type="slidenum">
              <a:rPr lang="cs-CZ"/>
              <a:pPr/>
              <a:t>50</a:t>
            </a:fld>
            <a:endParaRPr lang="cs-CZ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cs-CZ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sz="2400">
                <a:latin typeface="Times New Roman" pitchFamily="18" charset="0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B65DC55-E893-4EE8-8A8B-6DA568A27054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F66D0-82FF-4BA6-B883-7C7C1032B927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96D68381-F635-4D39-9F92-D82C0D717FFC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559B3-67AD-4C83-BCAC-8B3B6A0753FD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FA6FB5A0-4048-4636-BBBF-653AF58990B7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B8E5F0-04C2-44D5-BC34-9D863BD0A404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19A20298-520D-46AF-BE39-52FE2DD5B21C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396A3B-5738-45F4-8694-284A6461B664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85C79FCD-773E-4868-9A96-7DFF09370B58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FF4117-AD9E-449A-B15E-7020DE7ABB6B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BA591355-70BC-4A91-9E19-8B4F84628024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0F3E24-D000-4220-AA0A-9B714C484EAD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A9E067FD-134F-46F2-B1ED-5D38EA5EDF0D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65165-9110-40BB-BC9C-A841353D6CAE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C0CBD45C-8BD7-4AE6-9BE9-86DE0E5D5F60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/>
              <a:t>Klepnutím na ikonu přidáte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289DB6-7295-458D-A210-1F57264F626A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CDFD29A4-A312-47F2-AE97-D843D438F14D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09F8CF-4449-4DD1-B1EB-EE6208907F64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C354A954-F1A4-4D2D-A226-CF3F657A3355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DA61A2-7106-46C7-9139-454E21F82E7F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BBD2583A-7FFA-4763-9F3A-05BA84DBA658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Nadpis, 2 malé a 1 velký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3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DBC-B5BF-4B72-AF1E-FBCE826940B2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471F5909-505B-4C80-980D-7D3E32994565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D98FFF-FC1C-438A-A866-11D5CD7D1791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B34F2570-7282-4FF9-A3F4-4CC292C21B5F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DBC-B5BF-4B72-AF1E-FBCE826940B2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471F5909-505B-4C80-980D-7D3E32994565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1000" y="55563"/>
            <a:ext cx="7772400" cy="719137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357188" y="1412875"/>
            <a:ext cx="4125912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35500" y="1412875"/>
            <a:ext cx="4127500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381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C04CD753-5E15-4361-9886-99B8E0E102EB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6858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CA8FF-3D39-4FBC-9EB3-36D375138D5A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pitchFamily="34" charset="0"/>
              </a:defRPr>
            </a:lvl1pPr>
          </a:lstStyle>
          <a:p>
            <a:pPr>
              <a:defRPr/>
            </a:pPr>
            <a:fld id="{C8BB0DBC-B5BF-4B72-AF1E-FBCE826940B2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cs-CZ" sz="2400">
                <a:latin typeface="Times New Roman" pitchFamily="18" charset="0"/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sz="2400">
                <a:latin typeface="Times New Roman" pitchFamily="18" charset="0"/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accent2"/>
                </a:solidFill>
                <a:latin typeface="Arial" pitchFamily="34" charset="0"/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sz="2400">
                <a:latin typeface="Times New Roman" pitchFamily="18" charset="0"/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accent2"/>
                </a:solidFill>
                <a:latin typeface="Arial" pitchFamily="34" charset="0"/>
              </a:endParaRP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accent2"/>
                </a:solidFill>
                <a:latin typeface="Arial" pitchFamily="34" charset="0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 předlohy nadpisů.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cs-CZ"/>
              <a:t> </a:t>
            </a:r>
            <a:fld id="{471F5909-505B-4C80-980D-7D3E32994565}" type="slidenum">
              <a:rPr lang="cs-CZ" smtClean="0"/>
              <a:pPr>
                <a:defRPr/>
              </a:pPr>
              <a:t>‹#›</a:t>
            </a:fld>
            <a:endParaRPr lang="cs-CZ"/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8172450" y="692150"/>
            <a:ext cx="7921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/>
          </a:p>
        </p:txBody>
      </p:sp>
      <p:sp>
        <p:nvSpPr>
          <p:cNvPr id="18" name="Text Box 8"/>
          <p:cNvSpPr txBox="1">
            <a:spLocks noChangeArrowheads="1"/>
          </p:cNvSpPr>
          <p:nvPr userDrawn="1"/>
        </p:nvSpPr>
        <p:spPr bwMode="auto">
          <a:xfrm>
            <a:off x="8172450" y="692150"/>
            <a:ext cx="7921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slide" Target="slide3.xml"/><Relationship Id="rId5" Type="http://schemas.openxmlformats.org/officeDocument/2006/relationships/slide" Target="slide27.xml"/><Relationship Id="rId4" Type="http://schemas.openxmlformats.org/officeDocument/2006/relationships/slide" Target="slide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3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3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3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3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3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3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" Target="slide3.xml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3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image" Target="../media/image3.gif"/><Relationship Id="rId4" Type="http://schemas.openxmlformats.org/officeDocument/2006/relationships/image" Target="../media/image7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3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" Target="slide3.xml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3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slide" Target="slide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slide" Target="slide3.xml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slide" Target="slide3.xml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slide" Target="slide3.xml"/><Relationship Id="rId4" Type="http://schemas.openxmlformats.org/officeDocument/2006/relationships/image" Target="../media/image3.gi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4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slide" Target="slide3.xml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slide" Target="slide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slide" Target="slide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/>
          <p:cNvSpPr>
            <a:spLocks noGrp="1"/>
          </p:cNvSpPr>
          <p:nvPr>
            <p:ph type="ctrTitle"/>
          </p:nvPr>
        </p:nvSpPr>
        <p:spPr>
          <a:xfrm>
            <a:off x="2880000" y="1800000"/>
            <a:ext cx="6264000" cy="2209800"/>
          </a:xfrm>
        </p:spPr>
        <p:txBody>
          <a:bodyPr>
            <a:spAutoFit/>
          </a:bodyPr>
          <a:lstStyle/>
          <a:p>
            <a:r>
              <a:rPr lang="cs-CZ" sz="8800" b="1" dirty="0"/>
              <a:t>CIT</a:t>
            </a:r>
            <a:br>
              <a:rPr lang="cs-CZ" dirty="0"/>
            </a:br>
            <a:r>
              <a:rPr lang="cs-CZ" sz="4600" b="1" dirty="0"/>
              <a:t>Sekvenční obvody</a:t>
            </a:r>
          </a:p>
        </p:txBody>
      </p:sp>
      <p:sp>
        <p:nvSpPr>
          <p:cNvPr id="7" name="Podnadpis 6"/>
          <p:cNvSpPr>
            <a:spLocks noGrp="1"/>
          </p:cNvSpPr>
          <p:nvPr>
            <p:ph type="subTitle" idx="1"/>
          </p:nvPr>
        </p:nvSpPr>
        <p:spPr>
          <a:xfrm>
            <a:off x="2880000" y="4320000"/>
            <a:ext cx="6264000" cy="1323439"/>
          </a:xfrm>
        </p:spPr>
        <p:txBody>
          <a:bodyPr>
            <a:spAutoFit/>
          </a:bodyPr>
          <a:lstStyle/>
          <a:p>
            <a:r>
              <a:rPr lang="cs-CZ" sz="8000" b="1" dirty="0">
                <a:solidFill>
                  <a:schemeClr val="accent5">
                    <a:lumMod val="25000"/>
                  </a:schemeClr>
                </a:solidFill>
              </a:rPr>
              <a:t>Díl VI</a:t>
            </a:r>
          </a:p>
        </p:txBody>
      </p:sp>
      <p:pic>
        <p:nvPicPr>
          <p:cNvPr id="4" name="Picture 1" descr="D:\www\ljuraneknew\images\CIT100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00934" y="1928802"/>
            <a:ext cx="1428760" cy="1428760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Číslicová technika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360000" y="1440001"/>
            <a:ext cx="8784000" cy="2862322"/>
          </a:xfrm>
          <a:noFill/>
          <a:ln/>
        </p:spPr>
        <p:txBody>
          <a:bodyPr>
            <a:spAutoFit/>
          </a:bodyPr>
          <a:lstStyle/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>
                <a:latin typeface="Arial" charset="0"/>
              </a:rPr>
              <a:t>Téma	</a:t>
            </a:r>
            <a:r>
              <a:rPr lang="cs-CZ" b="1" dirty="0"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Sekvenční obvody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Předmět</a:t>
            </a:r>
            <a:r>
              <a:rPr lang="cs-CZ" dirty="0"/>
              <a:t> 	</a:t>
            </a:r>
            <a:r>
              <a:rPr lang="cs-CZ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CIT</a:t>
            </a:r>
            <a:endParaRPr lang="cs-CZ" b="1" dirty="0"/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Ročník</a:t>
            </a:r>
            <a:r>
              <a:rPr lang="cs-CZ" dirty="0"/>
              <a:t> 	</a:t>
            </a:r>
            <a:r>
              <a:rPr lang="cs-CZ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2</a:t>
            </a:r>
            <a:endParaRPr lang="cs-CZ" sz="32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Autor	</a:t>
            </a:r>
            <a:r>
              <a:rPr lang="cs-CZ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Ing. Leoš Juránek 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Datum	</a:t>
            </a:r>
            <a:r>
              <a:rPr lang="cs-CZ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leden 2020</a:t>
            </a:r>
          </a:p>
        </p:txBody>
      </p:sp>
      <p:sp>
        <p:nvSpPr>
          <p:cNvPr id="2" name="Rectangle 17">
            <a:extLst>
              <a:ext uri="{FF2B5EF4-FFF2-40B4-BE49-F238E27FC236}">
                <a16:creationId xmlns:a16="http://schemas.microsoft.com/office/drawing/2014/main" id="{E0FC5236-455B-B9F5-61BF-283B053F4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57890"/>
            <a:ext cx="257176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l" eaLnBrk="1" hangingPunct="1">
              <a:buClr>
                <a:srgbClr val="006600"/>
              </a:buClr>
              <a:buFont typeface="Wingdings" pitchFamily="2" charset="2"/>
              <a:buNone/>
            </a:pPr>
            <a:r>
              <a:rPr lang="cs-CZ" sz="20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1. 2.2025</a:t>
            </a:r>
          </a:p>
        </p:txBody>
      </p:sp>
    </p:spTree>
    <p:extLst>
      <p:ext uri="{BB962C8B-B14F-4D97-AF65-F5344CB8AC3E}">
        <p14:creationId xmlns:p14="http://schemas.microsoft.com/office/powerpoint/2010/main" val="1172942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</a:t>
            </a:r>
          </a:p>
        </p:txBody>
      </p:sp>
      <p:sp>
        <p:nvSpPr>
          <p:cNvPr id="3" name="Obdélník 2">
            <a:hlinkClick r:id="rId3" action="ppaction://hlinksldjump"/>
          </p:cNvPr>
          <p:cNvSpPr/>
          <p:nvPr/>
        </p:nvSpPr>
        <p:spPr>
          <a:xfrm>
            <a:off x="540001" y="144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lvl="0" indent="-360000" eaLnBrk="1" hangingPunct="1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Sekvenční obvod</a:t>
            </a:r>
          </a:p>
        </p:txBody>
      </p:sp>
      <p:sp>
        <p:nvSpPr>
          <p:cNvPr id="10" name="Obdélník 9">
            <a:hlinkClick r:id="rId4" action="ppaction://hlinksldjump"/>
          </p:cNvPr>
          <p:cNvSpPr/>
          <p:nvPr/>
        </p:nvSpPr>
        <p:spPr>
          <a:xfrm>
            <a:off x="540001" y="180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Dělení sekvenčních obvodů</a:t>
            </a:r>
          </a:p>
        </p:txBody>
      </p:sp>
      <p:sp>
        <p:nvSpPr>
          <p:cNvPr id="5" name="Obdélník 4">
            <a:hlinkClick r:id="rId5" action="ppaction://hlinksldjump"/>
          </p:cNvPr>
          <p:cNvSpPr/>
          <p:nvPr/>
        </p:nvSpPr>
        <p:spPr>
          <a:xfrm>
            <a:off x="539553" y="216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Metody popisu sekvenčních obvodů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rId6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4CE521DE-7137-4C15-924C-AE442E96B430}"/>
              </a:ext>
            </a:extLst>
          </p:cNvPr>
          <p:cNvSpPr/>
          <p:nvPr/>
        </p:nvSpPr>
        <p:spPr>
          <a:xfrm>
            <a:off x="540001" y="1078783"/>
            <a:ext cx="8280000" cy="3600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lvl="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</a:pPr>
            <a:r>
              <a:rPr lang="cs-CZ" sz="2000" b="0" kern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Sekvenční obvody</a:t>
            </a:r>
          </a:p>
        </p:txBody>
      </p:sp>
    </p:spTree>
    <p:extLst>
      <p:ext uri="{BB962C8B-B14F-4D97-AF65-F5344CB8AC3E}">
        <p14:creationId xmlns:p14="http://schemas.microsoft.com/office/powerpoint/2010/main" val="4032350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720009" y="72000"/>
            <a:ext cx="2578026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buClr>
                <a:srgbClr val="006600"/>
              </a:buClr>
              <a:buFont typeface="Wingdings" pitchFamily="2" charset="2"/>
              <a:buNone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Nová kapitola 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937108"/>
            <a:ext cx="9144000" cy="2800767"/>
          </a:xfrm>
          <a:noFill/>
          <a:ln/>
        </p:spPr>
        <p:txBody>
          <a:bodyPr>
            <a:spAutoFit/>
          </a:bodyPr>
          <a:lstStyle/>
          <a:p>
            <a:pPr algn="ctr">
              <a:defRPr/>
            </a:pPr>
            <a:r>
              <a:rPr lang="cs-CZ" sz="8800" dirty="0">
                <a:latin typeface="Arial Black" pitchFamily="34" charset="0"/>
              </a:rPr>
              <a:t>Sekvenční</a:t>
            </a:r>
            <a:br>
              <a:rPr lang="cs-CZ" sz="8800" dirty="0">
                <a:latin typeface="Arial Black" pitchFamily="34" charset="0"/>
              </a:rPr>
            </a:br>
            <a:r>
              <a:rPr lang="cs-CZ" sz="8800" dirty="0">
                <a:latin typeface="Arial Black" pitchFamily="34" charset="0"/>
              </a:rPr>
              <a:t>obvody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9" name="Rectangle 1027"/>
          <p:cNvSpPr>
            <a:spLocks noGrp="1" noChangeArrowheads="1"/>
          </p:cNvSpPr>
          <p:nvPr>
            <p:ph type="title"/>
          </p:nvPr>
        </p:nvSpPr>
        <p:spPr>
          <a:xfrm>
            <a:off x="468000" y="258057"/>
            <a:ext cx="7772400" cy="707886"/>
          </a:xfrm>
        </p:spPr>
        <p:txBody>
          <a:bodyPr>
            <a:spAutoFit/>
          </a:bodyPr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Vznik sekvenčního obvodu</a:t>
            </a:r>
          </a:p>
        </p:txBody>
      </p:sp>
      <p:pic>
        <p:nvPicPr>
          <p:cNvPr id="2058" name="Picture 1083" descr="KO NAND prikla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0000" y="1800000"/>
            <a:ext cx="5005790" cy="4540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60" name="Text Box 1028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/>
          </a:p>
        </p:txBody>
      </p:sp>
      <p:sp>
        <p:nvSpPr>
          <p:cNvPr id="244744" name="Text Box 1032"/>
          <p:cNvSpPr txBox="1">
            <a:spLocks noChangeArrowheads="1"/>
          </p:cNvSpPr>
          <p:nvPr/>
        </p:nvSpPr>
        <p:spPr bwMode="auto">
          <a:xfrm>
            <a:off x="360000" y="1080000"/>
            <a:ext cx="87840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95300" indent="-495300">
              <a:buClr>
                <a:schemeClr val="folHlink"/>
              </a:buClr>
              <a:buBlip>
                <a:blip r:embed="rId4"/>
              </a:buBlip>
              <a:defRPr/>
            </a:pPr>
            <a:r>
              <a:rPr lang="cs-CZ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Funkce obvodu se zpětnou vazbou</a:t>
            </a:r>
          </a:p>
        </p:txBody>
      </p:sp>
      <p:graphicFrame>
        <p:nvGraphicFramePr>
          <p:cNvPr id="244797" name="Group 10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748723"/>
              </p:ext>
            </p:extLst>
          </p:nvPr>
        </p:nvGraphicFramePr>
        <p:xfrm>
          <a:off x="6120000" y="1800000"/>
          <a:ext cx="2143140" cy="414528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71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3410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NAND</a:t>
                      </a:r>
                      <a:endParaRPr kumimoji="0" lang="cs-CZ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41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kumimoji="0" lang="cs-CZ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kumimoji="0" lang="cs-CZ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  <a:endParaRPr kumimoji="0" lang="cs-CZ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41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41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4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341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4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341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4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4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4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4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44" grpId="0" autoUpdateAnimBg="0"/>
      <p:bldP spid="7" grpId="0" animBg="1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83" descr="KO NAND prikla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0000" y="3132000"/>
            <a:ext cx="3672408" cy="3331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1032"/>
          <p:cNvSpPr txBox="1">
            <a:spLocks noChangeArrowheads="1"/>
          </p:cNvSpPr>
          <p:nvPr/>
        </p:nvSpPr>
        <p:spPr bwMode="auto">
          <a:xfrm>
            <a:off x="360000" y="1080000"/>
            <a:ext cx="5400000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buClr>
                <a:schemeClr val="folHlink"/>
              </a:buClr>
              <a:buBlip>
                <a:blip r:embed="rId4"/>
              </a:buBlip>
              <a:defRPr/>
            </a:pPr>
            <a:r>
              <a:rPr lang="cs-CZ" b="1" dirty="0">
                <a:latin typeface="Verdana" pitchFamily="34" charset="0"/>
              </a:rPr>
              <a:t>Zapnutí 	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R=1,S=1</a:t>
            </a:r>
          </a:p>
          <a:p>
            <a:pPr marL="952500" lvl="1" indent="-504000">
              <a:buClr>
                <a:schemeClr val="folHlink"/>
              </a:buClr>
              <a:defRPr/>
            </a:pP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H1	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	1,1 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 Q=0</a:t>
            </a:r>
          </a:p>
          <a:p>
            <a:pPr marL="952500" lvl="1" indent="-504000">
              <a:buClr>
                <a:schemeClr val="folHlink"/>
              </a:buClr>
              <a:defRPr/>
            </a:pP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H2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		1,0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 /Q=1</a:t>
            </a:r>
          </a:p>
        </p:txBody>
      </p:sp>
      <p:graphicFrame>
        <p:nvGraphicFramePr>
          <p:cNvPr id="5" name="Group 10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827429"/>
              </p:ext>
            </p:extLst>
          </p:nvPr>
        </p:nvGraphicFramePr>
        <p:xfrm>
          <a:off x="6480000" y="3212976"/>
          <a:ext cx="1008111" cy="237744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336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036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NAND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ovéPole 1"/>
          <p:cNvSpPr txBox="1"/>
          <p:nvPr/>
        </p:nvSpPr>
        <p:spPr>
          <a:xfrm>
            <a:off x="4140000" y="3513202"/>
            <a:ext cx="466794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7" name="TextovéPole 6"/>
          <p:cNvSpPr txBox="1"/>
          <p:nvPr/>
        </p:nvSpPr>
        <p:spPr>
          <a:xfrm>
            <a:off x="4140000" y="4881354"/>
            <a:ext cx="466794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8" name="TextovéPole 7"/>
          <p:cNvSpPr txBox="1"/>
          <p:nvPr/>
        </p:nvSpPr>
        <p:spPr>
          <a:xfrm>
            <a:off x="1835696" y="3122029"/>
            <a:ext cx="32573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1836000" y="5515030"/>
            <a:ext cx="32573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Vznik sekvenčního obvodu</a:t>
            </a: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3" name="Tlačítko akce: Vlastní 1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4" name="Tlačítko akce: Vlastní 13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5" name="Tlačítko akce: Vlastní 14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246184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  <p:bldP spid="11" grpId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83" descr="KO NAND prikla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0000" y="3132000"/>
            <a:ext cx="3672408" cy="3331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1032"/>
          <p:cNvSpPr txBox="1">
            <a:spLocks noChangeArrowheads="1"/>
          </p:cNvSpPr>
          <p:nvPr/>
        </p:nvSpPr>
        <p:spPr bwMode="auto">
          <a:xfrm>
            <a:off x="360000" y="1080000"/>
            <a:ext cx="5400000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95300" indent="-495300">
              <a:buClr>
                <a:schemeClr val="folHlink"/>
              </a:buClr>
              <a:buBlip>
                <a:blip r:embed="rId4"/>
              </a:buBlip>
              <a:defRPr/>
            </a:pPr>
            <a:r>
              <a:rPr lang="cs-CZ" b="1" dirty="0">
                <a:latin typeface="Verdana" pitchFamily="34" charset="0"/>
              </a:rPr>
              <a:t>Reset		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R=0,S=1</a:t>
            </a:r>
          </a:p>
          <a:p>
            <a:pPr marL="952500" lvl="1" indent="-504000">
              <a:buClr>
                <a:schemeClr val="folHlink"/>
              </a:buClr>
              <a:defRPr/>
            </a:pP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H1	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	0,1 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 Q=1</a:t>
            </a:r>
          </a:p>
          <a:p>
            <a:pPr marL="952500" lvl="1" indent="-504000">
              <a:buClr>
                <a:schemeClr val="folHlink"/>
              </a:buClr>
              <a:defRPr/>
            </a:pP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H2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		1,1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 /Q=0</a:t>
            </a:r>
          </a:p>
          <a:p>
            <a:pPr marL="952500" lvl="1" indent="-504000">
              <a:buClr>
                <a:schemeClr val="folHlink"/>
              </a:buClr>
              <a:defRPr/>
            </a:pP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H1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		0,0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 Q=1</a:t>
            </a:r>
          </a:p>
        </p:txBody>
      </p:sp>
      <p:sp>
        <p:nvSpPr>
          <p:cNvPr id="2" name="TextovéPole 1"/>
          <p:cNvSpPr txBox="1"/>
          <p:nvPr/>
        </p:nvSpPr>
        <p:spPr>
          <a:xfrm>
            <a:off x="5040000" y="3513202"/>
            <a:ext cx="466794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7" name="TextovéPole 6"/>
          <p:cNvSpPr txBox="1"/>
          <p:nvPr/>
        </p:nvSpPr>
        <p:spPr>
          <a:xfrm>
            <a:off x="5040000" y="4881354"/>
            <a:ext cx="466794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8" name="TextovéPole 7"/>
          <p:cNvSpPr txBox="1"/>
          <p:nvPr/>
        </p:nvSpPr>
        <p:spPr>
          <a:xfrm>
            <a:off x="1835696" y="3122029"/>
            <a:ext cx="32573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1836000" y="5515030"/>
            <a:ext cx="32573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grpSp>
        <p:nvGrpSpPr>
          <p:cNvPr id="11" name="Skupina 10"/>
          <p:cNvGrpSpPr/>
          <p:nvPr/>
        </p:nvGrpSpPr>
        <p:grpSpPr>
          <a:xfrm>
            <a:off x="4283968" y="1685639"/>
            <a:ext cx="1398555" cy="879265"/>
            <a:chOff x="4427984" y="1700808"/>
            <a:chExt cx="1398555" cy="1210459"/>
          </a:xfrm>
        </p:grpSpPr>
        <p:sp>
          <p:nvSpPr>
            <p:cNvPr id="6" name="Oblouk 5"/>
            <p:cNvSpPr/>
            <p:nvPr/>
          </p:nvSpPr>
          <p:spPr>
            <a:xfrm>
              <a:off x="4427984" y="1700808"/>
              <a:ext cx="1008064" cy="1210459"/>
            </a:xfrm>
            <a:prstGeom prst="arc">
              <a:avLst>
                <a:gd name="adj1" fmla="val 15926576"/>
                <a:gd name="adj2" fmla="val 5742246"/>
              </a:avLst>
            </a:prstGeom>
            <a:ln w="57150">
              <a:solidFill>
                <a:srgbClr val="7030A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0" name="TextovéPole 9"/>
            <p:cNvSpPr txBox="1"/>
            <p:nvPr/>
          </p:nvSpPr>
          <p:spPr>
            <a:xfrm>
              <a:off x="5045556" y="1995299"/>
              <a:ext cx="780983" cy="72030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cs-CZ" sz="14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Zpětná</a:t>
              </a:r>
              <a:br>
                <a:rPr lang="cs-CZ" sz="14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cs-CZ" sz="14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vazba</a:t>
              </a:r>
            </a:p>
          </p:txBody>
        </p:sp>
      </p:grpSp>
      <p:sp>
        <p:nvSpPr>
          <p:cNvPr id="14" name="TextovéPole 13"/>
          <p:cNvSpPr txBox="1"/>
          <p:nvPr/>
        </p:nvSpPr>
        <p:spPr>
          <a:xfrm>
            <a:off x="6300000" y="1800000"/>
            <a:ext cx="1306769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cs-CZ" sz="1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Překlopení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8" name="Tlačítko akce: Vlastní 17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Vznik sekvenčního obvodu</a:t>
            </a:r>
          </a:p>
        </p:txBody>
      </p:sp>
      <p:sp>
        <p:nvSpPr>
          <p:cNvPr id="25" name="TextovéPole 24"/>
          <p:cNvSpPr txBox="1"/>
          <p:nvPr/>
        </p:nvSpPr>
        <p:spPr>
          <a:xfrm>
            <a:off x="4140000" y="3513202"/>
            <a:ext cx="466794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4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26" name="TextovéPole 25"/>
          <p:cNvSpPr txBox="1"/>
          <p:nvPr/>
        </p:nvSpPr>
        <p:spPr>
          <a:xfrm>
            <a:off x="4140000" y="4881354"/>
            <a:ext cx="466794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4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cxnSp>
        <p:nvCxnSpPr>
          <p:cNvPr id="27" name="Přímá spojnice 26"/>
          <p:cNvCxnSpPr/>
          <p:nvPr/>
        </p:nvCxnSpPr>
        <p:spPr>
          <a:xfrm>
            <a:off x="1475656" y="3867145"/>
            <a:ext cx="0" cy="42595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Group 10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696389"/>
              </p:ext>
            </p:extLst>
          </p:nvPr>
        </p:nvGraphicFramePr>
        <p:xfrm>
          <a:off x="6480000" y="3212976"/>
          <a:ext cx="1008111" cy="237744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336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036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NAND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42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  <p:bldP spid="14" grpId="0" animBg="1"/>
      <p:bldP spid="13" grpId="0" animBg="1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83" descr="KO NAND prikla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0000" y="3132000"/>
            <a:ext cx="3672408" cy="3331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1032"/>
          <p:cNvSpPr txBox="1">
            <a:spLocks noChangeArrowheads="1"/>
          </p:cNvSpPr>
          <p:nvPr/>
        </p:nvSpPr>
        <p:spPr bwMode="auto">
          <a:xfrm>
            <a:off x="360000" y="1080000"/>
            <a:ext cx="5400000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95300" indent="-495300">
              <a:buClr>
                <a:schemeClr val="folHlink"/>
              </a:buClr>
              <a:buBlip>
                <a:blip r:embed="rId4"/>
              </a:buBlip>
              <a:defRPr/>
            </a:pPr>
            <a:r>
              <a:rPr lang="cs-CZ" b="1" dirty="0">
                <a:latin typeface="Verdana" pitchFamily="34" charset="0"/>
              </a:rPr>
              <a:t>Pamatuj	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R=1,S=1</a:t>
            </a:r>
          </a:p>
          <a:p>
            <a:pPr marL="952500" lvl="1" indent="-504000">
              <a:buClr>
                <a:schemeClr val="folHlink"/>
              </a:buClr>
              <a:defRPr/>
            </a:pP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H1	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	1,0 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 Q=1</a:t>
            </a:r>
          </a:p>
          <a:p>
            <a:pPr marL="952500" lvl="1" indent="-504000">
              <a:buClr>
                <a:schemeClr val="folHlink"/>
              </a:buClr>
              <a:defRPr/>
            </a:pP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H2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		1,1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 /Q=0</a:t>
            </a:r>
          </a:p>
        </p:txBody>
      </p:sp>
      <p:sp>
        <p:nvSpPr>
          <p:cNvPr id="2" name="TextovéPole 1"/>
          <p:cNvSpPr txBox="1"/>
          <p:nvPr/>
        </p:nvSpPr>
        <p:spPr>
          <a:xfrm>
            <a:off x="5040000" y="3513202"/>
            <a:ext cx="466794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7" name="TextovéPole 6"/>
          <p:cNvSpPr txBox="1"/>
          <p:nvPr/>
        </p:nvSpPr>
        <p:spPr>
          <a:xfrm>
            <a:off x="5040000" y="4881354"/>
            <a:ext cx="466794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8" name="TextovéPole 7"/>
          <p:cNvSpPr txBox="1"/>
          <p:nvPr/>
        </p:nvSpPr>
        <p:spPr>
          <a:xfrm>
            <a:off x="1835696" y="3122029"/>
            <a:ext cx="32573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1836000" y="5515030"/>
            <a:ext cx="32573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Vznik sekvenčního obvodu</a:t>
            </a:r>
          </a:p>
        </p:txBody>
      </p:sp>
      <p:sp>
        <p:nvSpPr>
          <p:cNvPr id="16" name="TextovéPole 15"/>
          <p:cNvSpPr txBox="1"/>
          <p:nvPr/>
        </p:nvSpPr>
        <p:spPr>
          <a:xfrm>
            <a:off x="4140000" y="3513202"/>
            <a:ext cx="466794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4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7" name="TextovéPole 16"/>
          <p:cNvSpPr txBox="1"/>
          <p:nvPr/>
        </p:nvSpPr>
        <p:spPr>
          <a:xfrm>
            <a:off x="4140000" y="4881354"/>
            <a:ext cx="466794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4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8" name="TextovéPole 17"/>
          <p:cNvSpPr txBox="1"/>
          <p:nvPr/>
        </p:nvSpPr>
        <p:spPr>
          <a:xfrm>
            <a:off x="6562586" y="1541665"/>
            <a:ext cx="745718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cs-CZ" sz="1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Paměť</a:t>
            </a:r>
          </a:p>
        </p:txBody>
      </p:sp>
      <p:graphicFrame>
        <p:nvGraphicFramePr>
          <p:cNvPr id="19" name="Group 10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696389"/>
              </p:ext>
            </p:extLst>
          </p:nvPr>
        </p:nvGraphicFramePr>
        <p:xfrm>
          <a:off x="6480000" y="3212976"/>
          <a:ext cx="1008111" cy="237744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336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036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NAND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1146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  <p:bldP spid="10" grpId="0" animBg="1"/>
      <p:bldP spid="11" grpId="0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83" descr="KO NAND prikla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0000" y="3132000"/>
            <a:ext cx="3672408" cy="3331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1032"/>
          <p:cNvSpPr txBox="1">
            <a:spLocks noChangeArrowheads="1"/>
          </p:cNvSpPr>
          <p:nvPr/>
        </p:nvSpPr>
        <p:spPr bwMode="auto">
          <a:xfrm>
            <a:off x="360000" y="1080000"/>
            <a:ext cx="5400000" cy="20005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95300" indent="-495300">
              <a:buClr>
                <a:schemeClr val="folHlink"/>
              </a:buClr>
              <a:buBlip>
                <a:blip r:embed="rId4"/>
              </a:buBlip>
              <a:defRPr/>
            </a:pPr>
            <a:r>
              <a:rPr lang="cs-CZ" b="1" dirty="0">
                <a:latin typeface="Verdana" pitchFamily="34" charset="0"/>
              </a:rPr>
              <a:t>Set		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R=1,S=0</a:t>
            </a:r>
          </a:p>
          <a:p>
            <a:pPr marL="952500" lvl="1" indent="-504000">
              <a:buClr>
                <a:schemeClr val="folHlink"/>
              </a:buClr>
              <a:defRPr/>
            </a:pP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H1	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	1,0 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 Q=1</a:t>
            </a:r>
          </a:p>
          <a:p>
            <a:pPr marL="952500" lvl="1" indent="-504000">
              <a:buClr>
                <a:schemeClr val="folHlink"/>
              </a:buClr>
              <a:defRPr/>
            </a:pP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H2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		0,1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 /Q=1</a:t>
            </a:r>
          </a:p>
          <a:p>
            <a:pPr marL="952500" lvl="1" indent="-504000">
              <a:buClr>
                <a:schemeClr val="folHlink"/>
              </a:buClr>
              <a:defRPr/>
            </a:pP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H1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		1,1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 Q=0</a:t>
            </a:r>
          </a:p>
          <a:p>
            <a:pPr marL="952500" lvl="1" indent="-504000">
              <a:buClr>
                <a:schemeClr val="folHlink"/>
              </a:buClr>
              <a:defRPr/>
            </a:pP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H2	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	0,0  /Q=1</a:t>
            </a:r>
          </a:p>
        </p:txBody>
      </p:sp>
      <p:sp>
        <p:nvSpPr>
          <p:cNvPr id="2" name="TextovéPole 1"/>
          <p:cNvSpPr txBox="1"/>
          <p:nvPr/>
        </p:nvSpPr>
        <p:spPr>
          <a:xfrm>
            <a:off x="5040000" y="3513202"/>
            <a:ext cx="466794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7" name="TextovéPole 6"/>
          <p:cNvSpPr txBox="1"/>
          <p:nvPr/>
        </p:nvSpPr>
        <p:spPr>
          <a:xfrm>
            <a:off x="5040000" y="4881354"/>
            <a:ext cx="466794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8" name="TextovéPole 7"/>
          <p:cNvSpPr txBox="1"/>
          <p:nvPr/>
        </p:nvSpPr>
        <p:spPr>
          <a:xfrm>
            <a:off x="1835696" y="3122029"/>
            <a:ext cx="32573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1836000" y="5515030"/>
            <a:ext cx="32573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grpSp>
        <p:nvGrpSpPr>
          <p:cNvPr id="11" name="Skupina 10"/>
          <p:cNvGrpSpPr/>
          <p:nvPr/>
        </p:nvGrpSpPr>
        <p:grpSpPr>
          <a:xfrm>
            <a:off x="3844197" y="1700809"/>
            <a:ext cx="1525194" cy="792087"/>
            <a:chOff x="4427984" y="1700808"/>
            <a:chExt cx="1525194" cy="1210459"/>
          </a:xfrm>
        </p:grpSpPr>
        <p:sp>
          <p:nvSpPr>
            <p:cNvPr id="6" name="Oblouk 5"/>
            <p:cNvSpPr/>
            <p:nvPr/>
          </p:nvSpPr>
          <p:spPr>
            <a:xfrm>
              <a:off x="4427984" y="1700808"/>
              <a:ext cx="1008064" cy="1210459"/>
            </a:xfrm>
            <a:prstGeom prst="arc">
              <a:avLst>
                <a:gd name="adj1" fmla="val 15926576"/>
                <a:gd name="adj2" fmla="val 5742246"/>
              </a:avLst>
            </a:prstGeom>
            <a:ln w="57150">
              <a:solidFill>
                <a:srgbClr val="7030A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0" name="TextovéPole 9"/>
            <p:cNvSpPr txBox="1"/>
            <p:nvPr/>
          </p:nvSpPr>
          <p:spPr>
            <a:xfrm>
              <a:off x="4918921" y="2116143"/>
              <a:ext cx="1034257" cy="35818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cs-CZ" sz="12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Překlopení</a:t>
              </a:r>
            </a:p>
          </p:txBody>
        </p:sp>
      </p:grpSp>
      <p:sp>
        <p:nvSpPr>
          <p:cNvPr id="14" name="TextovéPole 13"/>
          <p:cNvSpPr txBox="1"/>
          <p:nvPr/>
        </p:nvSpPr>
        <p:spPr>
          <a:xfrm>
            <a:off x="6300192" y="1910997"/>
            <a:ext cx="1306769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cs-CZ" sz="1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Překlopení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8" name="Tlačítko akce: Vlastní 17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Vznik sekvenčního obvodu</a:t>
            </a:r>
          </a:p>
        </p:txBody>
      </p:sp>
      <p:sp>
        <p:nvSpPr>
          <p:cNvPr id="20" name="TextovéPole 19"/>
          <p:cNvSpPr txBox="1"/>
          <p:nvPr/>
        </p:nvSpPr>
        <p:spPr>
          <a:xfrm>
            <a:off x="4140000" y="3513202"/>
            <a:ext cx="466794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4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21" name="TextovéPole 20"/>
          <p:cNvSpPr txBox="1"/>
          <p:nvPr/>
        </p:nvSpPr>
        <p:spPr>
          <a:xfrm>
            <a:off x="4140000" y="4881354"/>
            <a:ext cx="466794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4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cxnSp>
        <p:nvCxnSpPr>
          <p:cNvPr id="22" name="Přímá spojnice 21"/>
          <p:cNvCxnSpPr/>
          <p:nvPr/>
        </p:nvCxnSpPr>
        <p:spPr>
          <a:xfrm>
            <a:off x="1475656" y="5715085"/>
            <a:ext cx="0" cy="45013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ovéPole 22"/>
          <p:cNvSpPr txBox="1"/>
          <p:nvPr/>
        </p:nvSpPr>
        <p:spPr>
          <a:xfrm>
            <a:off x="4606794" y="3513202"/>
            <a:ext cx="466794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40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graphicFrame>
        <p:nvGraphicFramePr>
          <p:cNvPr id="24" name="Group 10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696389"/>
              </p:ext>
            </p:extLst>
          </p:nvPr>
        </p:nvGraphicFramePr>
        <p:xfrm>
          <a:off x="6480000" y="3212976"/>
          <a:ext cx="1008111" cy="237744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336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036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NAND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247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  <p:bldP spid="14" grpId="0" animBg="1"/>
      <p:bldP spid="13" grpId="0" animBg="1"/>
      <p:bldP spid="15" grpId="0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83" descr="KO NAND prikla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0000" y="3132000"/>
            <a:ext cx="3672408" cy="3331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1032"/>
          <p:cNvSpPr txBox="1">
            <a:spLocks noChangeArrowheads="1"/>
          </p:cNvSpPr>
          <p:nvPr/>
        </p:nvSpPr>
        <p:spPr bwMode="auto">
          <a:xfrm>
            <a:off x="360000" y="1080000"/>
            <a:ext cx="5400000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95300" indent="-495300">
              <a:buClr>
                <a:schemeClr val="folHlink"/>
              </a:buClr>
              <a:buBlip>
                <a:blip r:embed="rId4"/>
              </a:buBlip>
              <a:defRPr/>
            </a:pPr>
            <a:r>
              <a:rPr lang="cs-CZ" b="1" dirty="0">
                <a:latin typeface="Verdana" pitchFamily="34" charset="0"/>
              </a:rPr>
              <a:t>Pamatuj	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R=1,S=1</a:t>
            </a:r>
          </a:p>
          <a:p>
            <a:pPr marL="952500" lvl="1" indent="-504000">
              <a:buClr>
                <a:schemeClr val="folHlink"/>
              </a:buClr>
              <a:defRPr/>
            </a:pP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H1	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	1,1 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 Q=0</a:t>
            </a:r>
          </a:p>
          <a:p>
            <a:pPr marL="952500" lvl="1" indent="-504000">
              <a:buClr>
                <a:schemeClr val="folHlink"/>
              </a:buClr>
              <a:defRPr/>
            </a:pP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H2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		0,1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 /Q=1</a:t>
            </a:r>
          </a:p>
        </p:txBody>
      </p:sp>
      <p:sp>
        <p:nvSpPr>
          <p:cNvPr id="2" name="TextovéPole 1"/>
          <p:cNvSpPr txBox="1"/>
          <p:nvPr/>
        </p:nvSpPr>
        <p:spPr>
          <a:xfrm>
            <a:off x="5040000" y="3513202"/>
            <a:ext cx="466794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7" name="TextovéPole 6"/>
          <p:cNvSpPr txBox="1"/>
          <p:nvPr/>
        </p:nvSpPr>
        <p:spPr>
          <a:xfrm>
            <a:off x="5040000" y="4881354"/>
            <a:ext cx="466794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8" name="TextovéPole 7"/>
          <p:cNvSpPr txBox="1"/>
          <p:nvPr/>
        </p:nvSpPr>
        <p:spPr>
          <a:xfrm>
            <a:off x="1835696" y="3122029"/>
            <a:ext cx="32573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1836000" y="5515030"/>
            <a:ext cx="32573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Vznik sekvenčního obvodu</a:t>
            </a:r>
          </a:p>
        </p:txBody>
      </p:sp>
      <p:sp>
        <p:nvSpPr>
          <p:cNvPr id="16" name="TextovéPole 15"/>
          <p:cNvSpPr txBox="1"/>
          <p:nvPr/>
        </p:nvSpPr>
        <p:spPr>
          <a:xfrm>
            <a:off x="4140000" y="3513202"/>
            <a:ext cx="466794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4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7" name="TextovéPole 16"/>
          <p:cNvSpPr txBox="1"/>
          <p:nvPr/>
        </p:nvSpPr>
        <p:spPr>
          <a:xfrm>
            <a:off x="4140000" y="4881354"/>
            <a:ext cx="466794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4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8" name="TextovéPole 17"/>
          <p:cNvSpPr txBox="1"/>
          <p:nvPr/>
        </p:nvSpPr>
        <p:spPr>
          <a:xfrm>
            <a:off x="6562586" y="1541665"/>
            <a:ext cx="745718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cs-CZ" sz="1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Paměť</a:t>
            </a:r>
          </a:p>
        </p:txBody>
      </p:sp>
      <p:graphicFrame>
        <p:nvGraphicFramePr>
          <p:cNvPr id="19" name="Group 10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696389"/>
              </p:ext>
            </p:extLst>
          </p:nvPr>
        </p:nvGraphicFramePr>
        <p:xfrm>
          <a:off x="6480000" y="3212976"/>
          <a:ext cx="1008111" cy="237744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336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036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NAND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942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  <p:bldP spid="10" grpId="0" animBg="1"/>
      <p:bldP spid="11" grpId="0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10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439280"/>
              </p:ext>
            </p:extLst>
          </p:nvPr>
        </p:nvGraphicFramePr>
        <p:xfrm>
          <a:off x="2940896" y="1556792"/>
          <a:ext cx="3143272" cy="3413760"/>
        </p:xfrm>
        <a:graphic>
          <a:graphicData uri="http://schemas.openxmlformats.org/drawingml/2006/table">
            <a:tbl>
              <a:tblPr/>
              <a:tblGrid>
                <a:gridCol w="446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3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29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Q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Funkce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reset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hold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9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set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9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hold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Vznik sekvenčního obvodu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52212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Logický obvod jako paměť</a:t>
            </a:r>
          </a:p>
        </p:txBody>
      </p:sp>
      <p:sp>
        <p:nvSpPr>
          <p:cNvPr id="237575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180049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dirty="0">
                <a:latin typeface="Verdana" pitchFamily="34" charset="0"/>
              </a:rPr>
              <a:t>Aby logický obvod pracoval jako </a:t>
            </a:r>
            <a:r>
              <a:rPr lang="cs-CZ" b="1" dirty="0">
                <a:latin typeface="Verdana" pitchFamily="34" charset="0"/>
              </a:rPr>
              <a:t>paměť</a:t>
            </a:r>
            <a:r>
              <a:rPr lang="cs-CZ" dirty="0">
                <a:latin typeface="Verdana" pitchFamily="34" charset="0"/>
              </a:rPr>
              <a:t>, musí logická veličina projít </a:t>
            </a:r>
            <a:r>
              <a:rPr lang="cs-CZ" b="1" dirty="0">
                <a:latin typeface="Verdana" pitchFamily="34" charset="0"/>
              </a:rPr>
              <a:t>přes </a:t>
            </a:r>
            <a:r>
              <a:rPr lang="cs-CZ" b="1" dirty="0">
                <a:highlight>
                  <a:srgbClr val="FFFF00"/>
                </a:highlight>
                <a:latin typeface="Verdana" pitchFamily="34" charset="0"/>
              </a:rPr>
              <a:t>sudý počet</a:t>
            </a:r>
            <a:r>
              <a:rPr lang="cs-CZ" b="1" dirty="0">
                <a:latin typeface="Verdana" pitchFamily="34" charset="0"/>
              </a:rPr>
              <a:t> invertorů</a:t>
            </a:r>
            <a:endParaRPr lang="cs-CZ" dirty="0">
              <a:latin typeface="Verdana" pitchFamily="34" charset="0"/>
            </a:endParaRPr>
          </a:p>
          <a:p>
            <a:pPr marL="504000" indent="-504000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b="1" dirty="0">
                <a:latin typeface="Verdana" pitchFamily="34" charset="0"/>
              </a:rPr>
              <a:t>Klopný obvod</a:t>
            </a:r>
            <a:r>
              <a:rPr lang="cs-CZ" dirty="0">
                <a:latin typeface="Verdana" pitchFamily="34" charset="0"/>
              </a:rPr>
              <a:t>, který vznikne touto zpětnou vazbou má </a:t>
            </a:r>
            <a:r>
              <a:rPr lang="cs-CZ" b="1" dirty="0">
                <a:latin typeface="Verdana" pitchFamily="34" charset="0"/>
              </a:rPr>
              <a:t>dva stabilní stavy</a:t>
            </a:r>
            <a:r>
              <a:rPr lang="cs-CZ" dirty="0">
                <a:latin typeface="Verdana" pitchFamily="34" charset="0"/>
              </a:rPr>
              <a:t> (bistabilní)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7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75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Kontrolní otázky</a:t>
            </a: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72524" cy="116955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360000" indent="-360000">
              <a:spcAft>
                <a:spcPts val="1200"/>
              </a:spcAft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pl-PL" sz="2000" dirty="0">
                <a:latin typeface="Verdana" pitchFamily="34" charset="0"/>
              </a:rPr>
              <a:t>Na které vrstvě OSI modelu je adresace IP adresou?</a:t>
            </a:r>
          </a:p>
          <a:p>
            <a:pPr marL="360000" indent="-360000">
              <a:spcAft>
                <a:spcPts val="1200"/>
              </a:spcAft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pl-PL" sz="2000" dirty="0">
                <a:latin typeface="Verdana" pitchFamily="34" charset="0"/>
              </a:rPr>
              <a:t>Aplikace odesílá požadavek na webový server 192.168.100.3 port 80, popište komunikaci na transportní a síťové vrstvě?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7" name="Tlačítko akce: Vlastní 1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8" name="Tlačítko akce: Vlastní 1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9" name="Tlačítko akce: Vlastní 1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0" name="TextovéPole 19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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01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Dělení sekvenčních obvodů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903355415"/>
              </p:ext>
            </p:extLst>
          </p:nvPr>
        </p:nvGraphicFramePr>
        <p:xfrm>
          <a:off x="540000" y="1988840"/>
          <a:ext cx="7920000" cy="3816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684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folHlink"/>
              </a:buClr>
              <a:buBlip>
                <a:blip r:embed="rId9"/>
              </a:buBlip>
              <a:defRPr/>
            </a:pPr>
            <a:r>
              <a:rPr lang="cs-CZ" dirty="0">
                <a:latin typeface="Verdana" pitchFamily="34" charset="0"/>
              </a:rPr>
              <a:t>Podle </a:t>
            </a:r>
            <a:r>
              <a:rPr lang="cs-CZ" b="1" dirty="0">
                <a:latin typeface="Verdana" pitchFamily="34" charset="0"/>
              </a:rPr>
              <a:t>závislosti výstupu na vstupu</a:t>
            </a:r>
            <a:endParaRPr lang="cs-CZ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09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0D605DD-A060-472B-A033-45BAE018CE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graphicEl>
                                              <a:dgm id="{C0D605DD-A060-472B-A033-45BAE018CE9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66A1B62-BB4F-4C1E-998D-DD4926AA8D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graphicEl>
                                              <a:dgm id="{166A1B62-BB4F-4C1E-998D-DD4926AA8DF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54D66D6-C635-4BC9-9086-33E193858B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graphicEl>
                                              <a:dgm id="{954D66D6-C635-4BC9-9086-33E193858B6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50F4BC5-F877-4F02-829D-A688E36FC7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graphicEl>
                                              <a:dgm id="{950F4BC5-F877-4F02-829D-A688E36FC7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5C6CD23-0FAA-4BC8-B3EF-F949CD373D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graphicEl>
                                              <a:dgm id="{A5C6CD23-0FAA-4BC8-B3EF-F949CD373D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120C249-44AC-4573-B384-AC5687842A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graphicEl>
                                              <a:dgm id="{2120C249-44AC-4573-B384-AC5687842A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25A4353-DA04-424C-A0B5-A63E6EBDAA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graphicEl>
                                              <a:dgm id="{625A4353-DA04-424C-A0B5-A63E6EBDAA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3426AE2-46C4-452D-9957-5F1657E0A1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graphicEl>
                                              <a:dgm id="{D3426AE2-46C4-452D-9957-5F1657E0A1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DDBC0C8-62B3-4004-AE62-7DCB9DDDA7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graphicEl>
                                              <a:dgm id="{FDDBC0C8-62B3-4004-AE62-7DCB9DDDA7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Graphic spid="2" grpId="0">
        <p:bldSub>
          <a:bldDgm bld="lvlOne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Kombinační obvod</a:t>
            </a:r>
          </a:p>
        </p:txBody>
      </p:sp>
      <p:pic>
        <p:nvPicPr>
          <p:cNvPr id="241674" name="Picture 1034" descr="Komb_obvod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0000" y="1080000"/>
            <a:ext cx="5429288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1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71" name="Text Box 1031"/>
          <p:cNvSpPr txBox="1">
            <a:spLocks noChangeArrowheads="1"/>
          </p:cNvSpPr>
          <p:nvPr/>
        </p:nvSpPr>
        <p:spPr bwMode="auto">
          <a:xfrm>
            <a:off x="360000" y="1080000"/>
            <a:ext cx="8784000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b="1" dirty="0">
                <a:latin typeface="Verdana" pitchFamily="34" charset="0"/>
              </a:rPr>
              <a:t>Výstupní funkce </a:t>
            </a:r>
            <a:r>
              <a:rPr lang="cs-CZ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O</a:t>
            </a:r>
            <a:r>
              <a:rPr lang="cs-CZ" b="1" dirty="0">
                <a:latin typeface="Verdana" pitchFamily="34" charset="0"/>
              </a:rPr>
              <a:t> </a:t>
            </a:r>
            <a:r>
              <a:rPr lang="cs-CZ" dirty="0">
                <a:latin typeface="Verdana" pitchFamily="34" charset="0"/>
              </a:rPr>
              <a:t>závisí pouze na </a:t>
            </a:r>
            <a:r>
              <a:rPr lang="cs-CZ" b="1" dirty="0">
                <a:latin typeface="Verdana" pitchFamily="34" charset="0"/>
              </a:rPr>
              <a:t>současném</a:t>
            </a:r>
            <a:r>
              <a:rPr lang="cs-CZ" dirty="0">
                <a:latin typeface="Verdana" pitchFamily="34" charset="0"/>
              </a:rPr>
              <a:t> stavu </a:t>
            </a:r>
            <a:r>
              <a:rPr lang="cs-CZ" b="1" dirty="0">
                <a:latin typeface="Verdana" pitchFamily="34" charset="0"/>
              </a:rPr>
              <a:t>vstupních </a:t>
            </a:r>
            <a:r>
              <a:rPr lang="cs-CZ" dirty="0">
                <a:latin typeface="Verdana" pitchFamily="34" charset="0"/>
              </a:rPr>
              <a:t>proměnných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</a:t>
            </a:r>
          </a:p>
        </p:txBody>
      </p:sp>
      <p:graphicFrame>
        <p:nvGraphicFramePr>
          <p:cNvPr id="273408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6854202"/>
              </p:ext>
            </p:extLst>
          </p:nvPr>
        </p:nvGraphicFramePr>
        <p:xfrm>
          <a:off x="1440000" y="3780000"/>
          <a:ext cx="3490912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4" imgW="698400" imgH="228600" progId="Equation.3">
                  <p:embed/>
                </p:oleObj>
              </mc:Choice>
              <mc:Fallback>
                <p:oleObj name="Rovnice" r:id="rId4" imgW="698400" imgH="2286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0000" y="3780000"/>
                        <a:ext cx="3490912" cy="1144588"/>
                      </a:xfrm>
                      <a:prstGeom prst="rect">
                        <a:avLst/>
                      </a:prstGeom>
                      <a:noFill/>
                      <a:ln w="508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6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649C025-DDB0-4325-9D9E-908CC498AC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Kombinační obvod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3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Moorův automat</a:t>
            </a:r>
          </a:p>
        </p:txBody>
      </p:sp>
      <p:pic>
        <p:nvPicPr>
          <p:cNvPr id="242699" name="Picture 11" descr="Sekv_obvod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0000" y="1080000"/>
            <a:ext cx="5394960" cy="5394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4432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0737466"/>
              </p:ext>
            </p:extLst>
          </p:nvPr>
        </p:nvGraphicFramePr>
        <p:xfrm>
          <a:off x="1440000" y="4140000"/>
          <a:ext cx="5260975" cy="190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1054080" imgH="380880" progId="Equation.3">
                  <p:embed/>
                </p:oleObj>
              </mc:Choice>
              <mc:Fallback>
                <p:oleObj name="Rovnice" r:id="rId3" imgW="1054080" imgH="38088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0000" y="4140000"/>
                        <a:ext cx="5260975" cy="1903412"/>
                      </a:xfrm>
                      <a:prstGeom prst="rect">
                        <a:avLst/>
                      </a:prstGeom>
                      <a:noFill/>
                      <a:ln w="508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695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50330" cy="180049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folHlink"/>
              </a:buClr>
              <a:buBlip>
                <a:blip r:embed="rId5"/>
              </a:buBlip>
              <a:defRPr/>
            </a:pPr>
            <a:r>
              <a:rPr lang="cs-CZ" b="1" dirty="0">
                <a:latin typeface="Verdana" pitchFamily="34" charset="0"/>
              </a:rPr>
              <a:t>Výstupní funkce </a:t>
            </a:r>
            <a:r>
              <a:rPr lang="cs-CZ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O</a:t>
            </a:r>
            <a:r>
              <a:rPr lang="cs-CZ" b="1" dirty="0">
                <a:latin typeface="Verdana" pitchFamily="34" charset="0"/>
              </a:rPr>
              <a:t> </a:t>
            </a:r>
            <a:r>
              <a:rPr lang="cs-CZ" dirty="0">
                <a:latin typeface="Verdana" pitchFamily="34" charset="0"/>
              </a:rPr>
              <a:t>závisí na </a:t>
            </a:r>
            <a:r>
              <a:rPr lang="cs-CZ" b="1" dirty="0">
                <a:latin typeface="Verdana" pitchFamily="34" charset="0"/>
              </a:rPr>
              <a:t>současné</a:t>
            </a:r>
            <a:r>
              <a:rPr lang="cs-CZ" dirty="0">
                <a:latin typeface="Verdana" pitchFamily="34" charset="0"/>
              </a:rPr>
              <a:t> hodnotě paměti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</a:t>
            </a:r>
          </a:p>
          <a:p>
            <a:pPr marL="504000" indent="-504000">
              <a:buClr>
                <a:schemeClr val="folHlink"/>
              </a:buClr>
              <a:buBlip>
                <a:blip r:embed="rId5"/>
              </a:buBlip>
              <a:defRPr/>
            </a:pPr>
            <a:r>
              <a:rPr lang="cs-CZ" b="1" dirty="0">
                <a:latin typeface="Verdana" pitchFamily="34" charset="0"/>
              </a:rPr>
              <a:t>Hodnota paměti S </a:t>
            </a:r>
            <a:r>
              <a:rPr lang="cs-CZ" dirty="0">
                <a:latin typeface="Verdana" pitchFamily="34" charset="0"/>
              </a:rPr>
              <a:t>závisí na </a:t>
            </a:r>
            <a:r>
              <a:rPr lang="cs-CZ" b="1" dirty="0">
                <a:latin typeface="Verdana" pitchFamily="34" charset="0"/>
              </a:rPr>
              <a:t>minulé</a:t>
            </a:r>
            <a:r>
              <a:rPr lang="cs-CZ" dirty="0">
                <a:latin typeface="Verdana" pitchFamily="34" charset="0"/>
              </a:rPr>
              <a:t> hodnotě paměti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</a:t>
            </a:r>
            <a:r>
              <a:rPr lang="cs-CZ" dirty="0">
                <a:latin typeface="Verdana" pitchFamily="34" charset="0"/>
              </a:rPr>
              <a:t> a </a:t>
            </a:r>
            <a:r>
              <a:rPr lang="cs-CZ" b="1" dirty="0">
                <a:latin typeface="Verdana" pitchFamily="34" charset="0"/>
              </a:rPr>
              <a:t>minulé</a:t>
            </a:r>
            <a:r>
              <a:rPr lang="cs-CZ" dirty="0">
                <a:latin typeface="Verdana" pitchFamily="34" charset="0"/>
              </a:rPr>
              <a:t> hodnotě vstupu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</a:t>
            </a:r>
            <a:r>
              <a:rPr lang="cs-CZ" dirty="0">
                <a:latin typeface="Verdana" pitchFamily="34" charset="0"/>
              </a:rPr>
              <a:t> 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6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0533634-F124-4B50-A774-5D47BFD533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Moorův automat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26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4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Mealyho automat</a:t>
            </a:r>
          </a:p>
        </p:txBody>
      </p:sp>
      <p:pic>
        <p:nvPicPr>
          <p:cNvPr id="243721" name="Picture 9" descr="Sekv_obvod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0000" y="1080000"/>
            <a:ext cx="5394960" cy="5394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9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180049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b="1" dirty="0">
                <a:latin typeface="Verdana" pitchFamily="34" charset="0"/>
              </a:rPr>
              <a:t>Výstupní funkce </a:t>
            </a:r>
            <a:r>
              <a:rPr lang="cs-CZ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O</a:t>
            </a:r>
            <a:r>
              <a:rPr lang="cs-CZ" dirty="0">
                <a:latin typeface="Verdana" pitchFamily="34" charset="0"/>
              </a:rPr>
              <a:t> závisí na hodnotě vstupu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</a:t>
            </a:r>
            <a:r>
              <a:rPr lang="cs-CZ" dirty="0">
                <a:latin typeface="Verdana" pitchFamily="34" charset="0"/>
              </a:rPr>
              <a:t> a hodnotě paměti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</a:t>
            </a:r>
          </a:p>
          <a:p>
            <a:pPr marL="504000" indent="-504000"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b="1" dirty="0">
                <a:latin typeface="Verdana" pitchFamily="34" charset="0"/>
              </a:rPr>
              <a:t>Hodnota paměti </a:t>
            </a:r>
            <a:r>
              <a:rPr lang="cs-CZ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</a:t>
            </a:r>
            <a:r>
              <a:rPr lang="cs-CZ" b="1" dirty="0">
                <a:latin typeface="Verdana" pitchFamily="34" charset="0"/>
              </a:rPr>
              <a:t> </a:t>
            </a:r>
            <a:r>
              <a:rPr lang="cs-CZ" dirty="0">
                <a:latin typeface="Verdana" pitchFamily="34" charset="0"/>
              </a:rPr>
              <a:t>závisí na minulé hodnotě paměti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</a:t>
            </a:r>
            <a:r>
              <a:rPr lang="cs-CZ" dirty="0">
                <a:latin typeface="Verdana" pitchFamily="34" charset="0"/>
              </a:rPr>
              <a:t> a hodnotě vstupu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</a:t>
            </a:r>
            <a:r>
              <a:rPr lang="cs-CZ" dirty="0">
                <a:latin typeface="Verdana" pitchFamily="34" charset="0"/>
              </a:rPr>
              <a:t> </a:t>
            </a:r>
          </a:p>
        </p:txBody>
      </p:sp>
      <p:graphicFrame>
        <p:nvGraphicFramePr>
          <p:cNvPr id="275456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592663"/>
              </p:ext>
            </p:extLst>
          </p:nvPr>
        </p:nvGraphicFramePr>
        <p:xfrm>
          <a:off x="1440000" y="4140000"/>
          <a:ext cx="4800600" cy="173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4" imgW="1054080" imgH="380880" progId="Equation.3">
                  <p:embed/>
                </p:oleObj>
              </mc:Choice>
              <mc:Fallback>
                <p:oleObj name="Rovnice" r:id="rId4" imgW="1054080" imgH="38088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0000" y="4140000"/>
                        <a:ext cx="4800600" cy="1736725"/>
                      </a:xfrm>
                      <a:prstGeom prst="rect">
                        <a:avLst/>
                      </a:prstGeom>
                      <a:noFill/>
                      <a:ln w="508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6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1365B39-94BC-4E5F-861C-397C47F893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Mealyho</a:t>
            </a: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 automat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5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Srovnání</a:t>
            </a:r>
          </a:p>
        </p:txBody>
      </p:sp>
      <p:pic>
        <p:nvPicPr>
          <p:cNvPr id="14345" name="Picture 8" descr="Sekv_obvod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18241" y="1785926"/>
            <a:ext cx="2697163" cy="269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6" name="Picture 9" descr="Sekv_obvod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32159" y="1785926"/>
            <a:ext cx="2697163" cy="269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7" name="Picture 10" descr="Komb_obvod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5641" y="1785926"/>
            <a:ext cx="2697163" cy="269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6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52489335"/>
              </p:ext>
            </p:extLst>
          </p:nvPr>
        </p:nvGraphicFramePr>
        <p:xfrm>
          <a:off x="540000" y="2132856"/>
          <a:ext cx="8100000" cy="3816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684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folHlink"/>
              </a:buClr>
              <a:buBlip>
                <a:blip r:embed="rId9"/>
              </a:buBlip>
              <a:defRPr/>
            </a:pPr>
            <a:r>
              <a:rPr lang="cs-CZ" dirty="0">
                <a:latin typeface="Verdana" pitchFamily="34" charset="0"/>
              </a:rPr>
              <a:t>Podle reakce na </a:t>
            </a:r>
            <a:r>
              <a:rPr lang="cs-CZ" b="1" dirty="0">
                <a:latin typeface="Verdana" pitchFamily="34" charset="0"/>
              </a:rPr>
              <a:t>změnu vstupní veličiny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Dělení sekvenčních obvodů</a:t>
            </a:r>
          </a:p>
        </p:txBody>
      </p:sp>
    </p:spTree>
    <p:extLst>
      <p:ext uri="{BB962C8B-B14F-4D97-AF65-F5344CB8AC3E}">
        <p14:creationId xmlns:p14="http://schemas.microsoft.com/office/powerpoint/2010/main" val="3258649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0D605DD-A060-472B-A033-45BAE018CE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C0D605DD-A060-472B-A033-45BAE018CE9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66A1B62-BB4F-4C1E-998D-DD4926AA8D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graphicEl>
                                              <a:dgm id="{166A1B62-BB4F-4C1E-998D-DD4926AA8DF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54D66D6-C635-4BC9-9086-33E193858B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graphicEl>
                                              <a:dgm id="{954D66D6-C635-4BC9-9086-33E193858B6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50F4BC5-F877-4F02-829D-A688E36FC7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graphicEl>
                                              <a:dgm id="{950F4BC5-F877-4F02-829D-A688E36FC7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5C6CD23-0FAA-4BC8-B3EF-F949CD373D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graphicEl>
                                              <a:dgm id="{A5C6CD23-0FAA-4BC8-B3EF-F949CD373D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120C249-44AC-4573-B384-AC5687842A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graphicEl>
                                              <a:dgm id="{2120C249-44AC-4573-B384-AC5687842A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25A4353-DA04-424C-A0B5-A63E6EBDAA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graphicEl>
                                              <a:dgm id="{625A4353-DA04-424C-A0B5-A63E6EBDAA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3426AE2-46C4-452D-9957-5F1657E0A1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graphicEl>
                                              <a:dgm id="{D3426AE2-46C4-452D-9957-5F1657E0A1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DDBC0C8-62B3-4004-AE62-7DCB9DDDA7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graphicEl>
                                              <a:dgm id="{FDDBC0C8-62B3-4004-AE62-7DCB9DDDA7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Graphic spid="2" grpId="0">
        <p:bldSub>
          <a:bldDgm bld="lvlOne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52212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Asynchronní</a:t>
            </a:r>
          </a:p>
        </p:txBody>
      </p:sp>
      <p:sp>
        <p:nvSpPr>
          <p:cNvPr id="237575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dirty="0">
                <a:latin typeface="Verdana" pitchFamily="34" charset="0"/>
              </a:rPr>
              <a:t>Změna stavu obvodu se děje na základě změny vstupní veličiny </a:t>
            </a:r>
            <a:r>
              <a:rPr lang="cs-CZ" b="1" dirty="0">
                <a:latin typeface="Verdana" pitchFamily="34" charset="0"/>
              </a:rPr>
              <a:t>okamžitě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96197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7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52212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Synchronní</a:t>
            </a:r>
          </a:p>
        </p:txBody>
      </p:sp>
      <p:sp>
        <p:nvSpPr>
          <p:cNvPr id="237575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120032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6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dirty="0">
                <a:latin typeface="Verdana" pitchFamily="34" charset="0"/>
              </a:rPr>
              <a:t>Změna stavu obvodu se děje na základě změny vstupní veličiny </a:t>
            </a:r>
            <a:r>
              <a:rPr lang="cs-CZ" b="1" dirty="0">
                <a:latin typeface="Verdana" pitchFamily="34" charset="0"/>
              </a:rPr>
              <a:t>podle časových značek</a:t>
            </a:r>
            <a:r>
              <a:rPr lang="cs-CZ" dirty="0">
                <a:latin typeface="Verdana" pitchFamily="34" charset="0"/>
              </a:rPr>
              <a:t> (synchronizační signál)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43021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7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5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11541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6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b="1" dirty="0">
                <a:latin typeface="Verdana" pitchFamily="34" charset="0"/>
              </a:rPr>
              <a:t>Úrovňové </a:t>
            </a:r>
          </a:p>
          <a:p>
            <a:pPr marL="504000">
              <a:spcAft>
                <a:spcPts val="600"/>
              </a:spcAft>
              <a:buClr>
                <a:schemeClr val="folHlink"/>
              </a:buClr>
              <a:defRPr/>
            </a:pPr>
            <a:r>
              <a:rPr lang="cs-CZ" sz="2000" dirty="0">
                <a:latin typeface="Verdana" pitchFamily="34" charset="0"/>
              </a:rPr>
              <a:t>Změna nastane při určité logické </a:t>
            </a:r>
            <a:r>
              <a:rPr lang="cs-CZ" sz="2000" b="1" dirty="0">
                <a:latin typeface="Verdana" pitchFamily="34" charset="0"/>
              </a:rPr>
              <a:t>úrovni</a:t>
            </a:r>
            <a:r>
              <a:rPr lang="cs-CZ" sz="2000" dirty="0">
                <a:latin typeface="Verdana" pitchFamily="34" charset="0"/>
              </a:rPr>
              <a:t> synchronizačního signálu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Synchronní</a:t>
            </a:r>
          </a:p>
        </p:txBody>
      </p:sp>
      <p:pic>
        <p:nvPicPr>
          <p:cNvPr id="93186" name="Picture 2" descr="D:\lj\prezentace\CIT\sekvenční obvody\hodiny_uroven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0" y="3600025"/>
            <a:ext cx="3600000" cy="88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9733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75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5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8463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6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b="1" dirty="0">
                <a:latin typeface="Verdana" pitchFamily="34" charset="0"/>
              </a:rPr>
              <a:t>Hranové</a:t>
            </a:r>
          </a:p>
          <a:p>
            <a:pPr marL="504000">
              <a:spcAft>
                <a:spcPts val="600"/>
              </a:spcAft>
              <a:buClr>
                <a:schemeClr val="folHlink"/>
              </a:buClr>
              <a:defRPr/>
            </a:pPr>
            <a:r>
              <a:rPr lang="cs-CZ" sz="2000" dirty="0">
                <a:latin typeface="Verdana" pitchFamily="34" charset="0"/>
              </a:rPr>
              <a:t>Změna nastane při </a:t>
            </a:r>
            <a:r>
              <a:rPr lang="cs-CZ" sz="2000" b="1" dirty="0">
                <a:latin typeface="Verdana" pitchFamily="34" charset="0"/>
              </a:rPr>
              <a:t>změně</a:t>
            </a:r>
            <a:r>
              <a:rPr lang="cs-CZ" sz="2000" dirty="0">
                <a:latin typeface="Verdana" pitchFamily="34" charset="0"/>
              </a:rPr>
              <a:t> </a:t>
            </a:r>
            <a:r>
              <a:rPr lang="cs-CZ" sz="2000" b="1" dirty="0">
                <a:latin typeface="Verdana" pitchFamily="34" charset="0"/>
              </a:rPr>
              <a:t>úrovně</a:t>
            </a:r>
            <a:r>
              <a:rPr lang="cs-CZ" sz="2000" dirty="0">
                <a:latin typeface="Verdana" pitchFamily="34" charset="0"/>
              </a:rPr>
              <a:t> synchronizačního signálu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Synchronní</a:t>
            </a:r>
          </a:p>
        </p:txBody>
      </p:sp>
      <p:pic>
        <p:nvPicPr>
          <p:cNvPr id="94210" name="Picture 2" descr="D:\lj\prezentace\CIT\sekvenční obvody\hodiny NH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0" y="3240000"/>
            <a:ext cx="3600000" cy="82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211" name="Picture 3" descr="D:\lj\prezentace\CIT\sekvenční obvody\hodiny SH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0" y="4320000"/>
            <a:ext cx="3492000" cy="82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ovéPole 1"/>
          <p:cNvSpPr txBox="1"/>
          <p:nvPr/>
        </p:nvSpPr>
        <p:spPr>
          <a:xfrm>
            <a:off x="5040000" y="3467834"/>
            <a:ext cx="3931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Změna z 0-1 – </a:t>
            </a:r>
            <a:r>
              <a:rPr lang="cs-CZ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nástupná </a:t>
            </a:r>
            <a:r>
              <a:rPr lang="cs-CZ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hrana</a:t>
            </a:r>
          </a:p>
        </p:txBody>
      </p:sp>
      <p:sp>
        <p:nvSpPr>
          <p:cNvPr id="12" name="TextovéPole 11"/>
          <p:cNvSpPr txBox="1"/>
          <p:nvPr/>
        </p:nvSpPr>
        <p:spPr>
          <a:xfrm>
            <a:off x="5040000" y="4547584"/>
            <a:ext cx="3902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Změna z 1-0 – </a:t>
            </a:r>
            <a:r>
              <a:rPr lang="cs-CZ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sestupná </a:t>
            </a:r>
            <a:r>
              <a:rPr lang="cs-CZ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hrana</a:t>
            </a:r>
          </a:p>
        </p:txBody>
      </p:sp>
    </p:spTree>
    <p:extLst>
      <p:ext uri="{BB962C8B-B14F-4D97-AF65-F5344CB8AC3E}">
        <p14:creationId xmlns:p14="http://schemas.microsoft.com/office/powerpoint/2010/main" val="3723862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75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05836" cy="836613"/>
          </a:xfrm>
        </p:spPr>
        <p:txBody>
          <a:bodyPr/>
          <a:lstStyle/>
          <a:p>
            <a:pPr>
              <a:defRPr/>
            </a:pPr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Metody popisu sekvenčního obvodu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804007882"/>
              </p:ext>
            </p:extLst>
          </p:nvPr>
        </p:nvGraphicFramePr>
        <p:xfrm>
          <a:off x="540000" y="1080000"/>
          <a:ext cx="8100000" cy="3816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C0D605DD-A060-472B-A033-45BAE018CE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graphicEl>
                                              <a:dgm id="{C0D605DD-A060-472B-A033-45BAE018CE9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166A1B62-BB4F-4C1E-998D-DD4926AA8D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graphicEl>
                                              <a:dgm id="{166A1B62-BB4F-4C1E-998D-DD4926AA8DF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954D66D6-C635-4BC9-9086-33E193858B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graphicEl>
                                              <a:dgm id="{954D66D6-C635-4BC9-9086-33E193858B6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950F4BC5-F877-4F02-829D-A688E36FC7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graphicEl>
                                              <a:dgm id="{950F4BC5-F877-4F02-829D-A688E36FC7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A5C6CD23-0FAA-4BC8-B3EF-F949CD373D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graphicEl>
                                              <a:dgm id="{A5C6CD23-0FAA-4BC8-B3EF-F949CD373D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4F4FAF51-C4D6-4BA4-8AC4-F206C6D1B2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graphicEl>
                                              <a:dgm id="{4F4FAF51-C4D6-4BA4-8AC4-F206C6D1B2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87F211A8-D56C-4CAA-8DD0-E05444BF18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graphicEl>
                                              <a:dgm id="{87F211A8-D56C-4CAA-8DD0-E05444BF18D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Graphic spid="9" grpId="0">
        <p:bldSub>
          <a:bldDgm bld="lvlOne"/>
        </p:bldSub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8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buClr>
                <a:schemeClr val="folHlink"/>
              </a:buClr>
              <a:buFont typeface="Wingdings" pitchFamily="2" charset="2"/>
              <a:buChar char=""/>
              <a:defRPr/>
            </a:pPr>
            <a:r>
              <a:rPr lang="cs-CZ" dirty="0">
                <a:latin typeface="Verdana" pitchFamily="34" charset="0"/>
              </a:rPr>
              <a:t>Analyzujte hledání zadaného řetězce v posloupnosti znaků</a:t>
            </a:r>
            <a:endParaRPr lang="cs-CZ" b="1" dirty="0">
              <a:latin typeface="Verdana" pitchFamily="34" charset="0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43966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85496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88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8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10156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buClr>
                <a:schemeClr val="folHlink"/>
              </a:buClr>
              <a:buFont typeface="Wingdings" pitchFamily="2" charset="2"/>
              <a:buChar char=""/>
              <a:defRPr/>
            </a:pPr>
            <a:r>
              <a:rPr lang="cs-CZ" sz="2000" dirty="0">
                <a:latin typeface="Verdana" pitchFamily="34" charset="0"/>
              </a:rPr>
              <a:t>Analyzujte výstupy z </a:t>
            </a:r>
            <a:r>
              <a:rPr lang="cs-CZ" sz="2000" b="1" dirty="0">
                <a:latin typeface="Verdana" pitchFamily="34" charset="0"/>
              </a:rPr>
              <a:t>přírůstkového</a:t>
            </a:r>
            <a:r>
              <a:rPr lang="cs-CZ" sz="2000" dirty="0">
                <a:latin typeface="Verdana" pitchFamily="34" charset="0"/>
              </a:rPr>
              <a:t> čidla polohy sekvenčním obvodem</a:t>
            </a:r>
          </a:p>
          <a:p>
            <a:pPr marL="504000" indent="-504000">
              <a:buClr>
                <a:schemeClr val="folHlink"/>
              </a:buClr>
              <a:buFont typeface="Wingdings" pitchFamily="2" charset="2"/>
              <a:buChar char=""/>
              <a:defRPr/>
            </a:pPr>
            <a:r>
              <a:rPr lang="cs-CZ" sz="2000" dirty="0">
                <a:latin typeface="Verdana" pitchFamily="34" charset="0"/>
              </a:rPr>
              <a:t>Výstupem obvodu bude signál </a:t>
            </a:r>
            <a:r>
              <a:rPr lang="cs-CZ" sz="2000" b="1" dirty="0">
                <a:latin typeface="Verdana" pitchFamily="34" charset="0"/>
              </a:rPr>
              <a:t>VPRED</a:t>
            </a:r>
            <a:r>
              <a:rPr lang="cs-CZ" sz="2000" dirty="0">
                <a:latin typeface="Verdana" pitchFamily="34" charset="0"/>
              </a:rPr>
              <a:t> a </a:t>
            </a:r>
            <a:r>
              <a:rPr lang="cs-CZ" sz="2000" b="1" dirty="0">
                <a:latin typeface="Verdana" pitchFamily="34" charset="0"/>
              </a:rPr>
              <a:t>VZAD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43966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626797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88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88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43966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Vyhodnocení polohy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1440000"/>
            <a:ext cx="8460000" cy="229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95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43966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Přírůstkový snímač polohy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1079997"/>
            <a:ext cx="7200000" cy="517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59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8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buClr>
                <a:schemeClr val="folHlink"/>
              </a:buClr>
              <a:buFont typeface="Wingdings" pitchFamily="2" charset="2"/>
              <a:buChar char=""/>
              <a:defRPr/>
            </a:pPr>
            <a:r>
              <a:rPr lang="cs-CZ" dirty="0">
                <a:latin typeface="Verdana" pitchFamily="34" charset="0"/>
              </a:rPr>
              <a:t>Analyzujte sekvenční obvod, který </a:t>
            </a:r>
            <a:r>
              <a:rPr lang="cs-CZ" b="1" dirty="0">
                <a:latin typeface="Verdana" pitchFamily="34" charset="0"/>
              </a:rPr>
              <a:t>vyhodnocuje pořadí vstupů</a:t>
            </a:r>
            <a:endParaRPr lang="cs-CZ" dirty="0">
              <a:latin typeface="Verdana" pitchFamily="34" charset="0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43966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Modelový příklad</a:t>
            </a:r>
          </a:p>
        </p:txBody>
      </p:sp>
      <p:pic>
        <p:nvPicPr>
          <p:cNvPr id="93186" name="Picture 2" descr="D:\lj\prezentace\CIT\sekvenční obvody\sekv_obvo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651230"/>
            <a:ext cx="3537448" cy="288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8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8" grpId="0"/>
      <p:bldP spid="5" grpId="0" animBg="1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"/>
              <a:defRPr/>
            </a:pPr>
            <a:r>
              <a:rPr lang="cs-CZ" b="1" dirty="0">
                <a:latin typeface="Verdana" pitchFamily="34" charset="0"/>
              </a:rPr>
              <a:t>Slovní popis </a:t>
            </a:r>
            <a:r>
              <a:rPr lang="cs-CZ" dirty="0">
                <a:latin typeface="Verdana" pitchFamily="34" charset="0"/>
              </a:rPr>
              <a:t>funkce</a:t>
            </a:r>
          </a:p>
        </p:txBody>
      </p:sp>
      <p:graphicFrame>
        <p:nvGraphicFramePr>
          <p:cNvPr id="4" name="Group 10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019684"/>
              </p:ext>
            </p:extLst>
          </p:nvPr>
        </p:nvGraphicFramePr>
        <p:xfrm>
          <a:off x="611560" y="1916832"/>
          <a:ext cx="7920000" cy="18288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57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Vstup</a:t>
                      </a:r>
                      <a:endParaRPr kumimoji="0" lang="cs-CZ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Y1</a:t>
                      </a:r>
                      <a:endParaRPr kumimoji="0" lang="cs-CZ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Y2</a:t>
                      </a:r>
                      <a:endParaRPr kumimoji="0" lang="cs-CZ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1800" kern="1200" dirty="0">
                          <a:solidFill>
                            <a:schemeClr val="dk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Je-li </a:t>
                      </a:r>
                      <a:r>
                        <a:rPr lang="cs-CZ" sz="1800" b="0" dirty="0">
                          <a:latin typeface="Verdana" pitchFamily="34" charset="0"/>
                        </a:rPr>
                        <a:t>log1 </a:t>
                      </a:r>
                      <a:r>
                        <a:rPr lang="cs-CZ" sz="1800" b="1" dirty="0">
                          <a:latin typeface="Verdana" pitchFamily="34" charset="0"/>
                        </a:rPr>
                        <a:t>dřív</a:t>
                      </a:r>
                      <a:r>
                        <a:rPr lang="cs-CZ" sz="1800" dirty="0">
                          <a:latin typeface="Verdana" pitchFamily="34" charset="0"/>
                        </a:rPr>
                        <a:t> na vstupu </a:t>
                      </a:r>
                      <a:r>
                        <a:rPr lang="cs-CZ" sz="1800" b="1" dirty="0">
                          <a:latin typeface="Consolas" panose="020B0609020204030204" pitchFamily="49" charset="0"/>
                        </a:rPr>
                        <a:t>X1</a:t>
                      </a:r>
                      <a:r>
                        <a:rPr lang="cs-CZ" sz="1800" dirty="0">
                          <a:latin typeface="Verdana" pitchFamily="34" charset="0"/>
                        </a:rPr>
                        <a:t> než na vstupu </a:t>
                      </a:r>
                      <a:r>
                        <a:rPr lang="cs-CZ" sz="1800" b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lang="cs-CZ" sz="1800" kern="1200" dirty="0">
                          <a:solidFill>
                            <a:schemeClr val="dk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Je-li </a:t>
                      </a:r>
                      <a:r>
                        <a:rPr lang="cs-CZ" sz="1800" b="0" dirty="0">
                          <a:latin typeface="Verdana" pitchFamily="34" charset="0"/>
                        </a:rPr>
                        <a:t>log1 </a:t>
                      </a:r>
                      <a:r>
                        <a:rPr lang="cs-CZ" sz="1800" b="1" dirty="0">
                          <a:latin typeface="Verdana" pitchFamily="34" charset="0"/>
                        </a:rPr>
                        <a:t>dřív</a:t>
                      </a:r>
                      <a:r>
                        <a:rPr lang="cs-CZ" sz="1800" dirty="0">
                          <a:latin typeface="Verdana" pitchFamily="34" charset="0"/>
                        </a:rPr>
                        <a:t> na vstupu </a:t>
                      </a:r>
                      <a:r>
                        <a:rPr lang="cs-CZ" sz="1800" b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X2</a:t>
                      </a:r>
                      <a:r>
                        <a:rPr lang="cs-CZ" sz="1800" dirty="0">
                          <a:latin typeface="Verdana" pitchFamily="34" charset="0"/>
                        </a:rPr>
                        <a:t> než na vstupu </a:t>
                      </a:r>
                      <a:r>
                        <a:rPr lang="cs-CZ" sz="1800" b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1800" kern="1200" dirty="0">
                          <a:solidFill>
                            <a:schemeClr val="dk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Je-li </a:t>
                      </a:r>
                      <a:r>
                        <a:rPr lang="cs-CZ" sz="1800" b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X1=0</a:t>
                      </a:r>
                      <a:r>
                        <a:rPr lang="cs-CZ" sz="1800" b="1" kern="1200" dirty="0">
                          <a:solidFill>
                            <a:schemeClr val="dk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 a současně </a:t>
                      </a:r>
                      <a:r>
                        <a:rPr lang="cs-CZ" sz="1800" b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X2=0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Modelový příklad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Obrázek 25" descr="cas8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" y="1340768"/>
            <a:ext cx="6961926" cy="4786324"/>
          </a:xfrm>
          <a:prstGeom prst="rect">
            <a:avLst/>
          </a:prstGeom>
        </p:spPr>
      </p:pic>
      <p:sp>
        <p:nvSpPr>
          <p:cNvPr id="247814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35501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buClr>
                <a:schemeClr val="folHlink"/>
              </a:buClr>
              <a:buBlip>
                <a:blip r:embed="rId4"/>
              </a:buBlip>
              <a:defRPr/>
            </a:pPr>
            <a:r>
              <a:rPr lang="cs-CZ" b="1" dirty="0">
                <a:latin typeface="Verdana" pitchFamily="34" charset="0"/>
              </a:rPr>
              <a:t>Časový diagram</a:t>
            </a:r>
          </a:p>
        </p:txBody>
      </p:sp>
      <p:graphicFrame>
        <p:nvGraphicFramePr>
          <p:cNvPr id="17" name="Group 1085"/>
          <p:cNvGraphicFramePr>
            <a:graphicFrameLocks noGrp="1"/>
          </p:cNvGraphicFramePr>
          <p:nvPr/>
        </p:nvGraphicFramePr>
        <p:xfrm>
          <a:off x="7072330" y="3500438"/>
          <a:ext cx="1785951" cy="1857390"/>
        </p:xfrm>
        <a:graphic>
          <a:graphicData uri="http://schemas.openxmlformats.org/drawingml/2006/table">
            <a:tbl>
              <a:tblPr/>
              <a:tblGrid>
                <a:gridCol w="595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5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Y2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Y1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Stav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Q1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Q2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Q3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Q4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ovéPole 27"/>
          <p:cNvSpPr txBox="1"/>
          <p:nvPr/>
        </p:nvSpPr>
        <p:spPr>
          <a:xfrm>
            <a:off x="785786" y="5722855"/>
            <a:ext cx="571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Q1</a:t>
            </a:r>
          </a:p>
          <a:p>
            <a:pPr algn="ctr"/>
            <a:r>
              <a:rPr lang="cs-CZ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00</a:t>
            </a:r>
          </a:p>
        </p:txBody>
      </p:sp>
      <p:sp>
        <p:nvSpPr>
          <p:cNvPr id="29" name="TextovéPole 28"/>
          <p:cNvSpPr txBox="1"/>
          <p:nvPr/>
        </p:nvSpPr>
        <p:spPr>
          <a:xfrm>
            <a:off x="2214546" y="5722855"/>
            <a:ext cx="571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Q1</a:t>
            </a:r>
          </a:p>
          <a:p>
            <a:pPr algn="ctr"/>
            <a:r>
              <a:rPr lang="cs-CZ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00</a:t>
            </a:r>
          </a:p>
        </p:txBody>
      </p:sp>
      <p:sp>
        <p:nvSpPr>
          <p:cNvPr id="30" name="TextovéPole 29"/>
          <p:cNvSpPr txBox="1"/>
          <p:nvPr/>
        </p:nvSpPr>
        <p:spPr>
          <a:xfrm>
            <a:off x="3214678" y="5722855"/>
            <a:ext cx="571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Q1</a:t>
            </a:r>
          </a:p>
          <a:p>
            <a:pPr algn="ctr"/>
            <a:r>
              <a:rPr lang="cs-CZ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00</a:t>
            </a:r>
          </a:p>
        </p:txBody>
      </p:sp>
      <p:sp>
        <p:nvSpPr>
          <p:cNvPr id="31" name="TextovéPole 30"/>
          <p:cNvSpPr txBox="1"/>
          <p:nvPr/>
        </p:nvSpPr>
        <p:spPr>
          <a:xfrm>
            <a:off x="4572000" y="5722855"/>
            <a:ext cx="571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Q1</a:t>
            </a:r>
          </a:p>
          <a:p>
            <a:pPr algn="ctr"/>
            <a:r>
              <a:rPr lang="cs-CZ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00</a:t>
            </a:r>
          </a:p>
        </p:txBody>
      </p:sp>
      <p:sp>
        <p:nvSpPr>
          <p:cNvPr id="32" name="TextovéPole 31"/>
          <p:cNvSpPr txBox="1"/>
          <p:nvPr/>
        </p:nvSpPr>
        <p:spPr>
          <a:xfrm>
            <a:off x="6000760" y="5734997"/>
            <a:ext cx="571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Q1</a:t>
            </a:r>
          </a:p>
          <a:p>
            <a:pPr algn="ctr"/>
            <a:r>
              <a:rPr lang="cs-CZ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00</a:t>
            </a:r>
          </a:p>
        </p:txBody>
      </p:sp>
      <p:sp>
        <p:nvSpPr>
          <p:cNvPr id="33" name="TextovéPole 32"/>
          <p:cNvSpPr txBox="1"/>
          <p:nvPr/>
        </p:nvSpPr>
        <p:spPr>
          <a:xfrm>
            <a:off x="1500166" y="5722855"/>
            <a:ext cx="571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Q2</a:t>
            </a:r>
          </a:p>
          <a:p>
            <a:pPr algn="ctr"/>
            <a:r>
              <a:rPr lang="cs-CZ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</a:p>
        </p:txBody>
      </p:sp>
      <p:sp>
        <p:nvSpPr>
          <p:cNvPr id="34" name="TextovéPole 33"/>
          <p:cNvSpPr txBox="1"/>
          <p:nvPr/>
        </p:nvSpPr>
        <p:spPr>
          <a:xfrm>
            <a:off x="2643174" y="5722855"/>
            <a:ext cx="571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Q2</a:t>
            </a:r>
          </a:p>
          <a:p>
            <a:pPr algn="ctr"/>
            <a:r>
              <a:rPr lang="cs-CZ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</a:p>
        </p:txBody>
      </p:sp>
      <p:sp>
        <p:nvSpPr>
          <p:cNvPr id="35" name="TextovéPole 34"/>
          <p:cNvSpPr txBox="1"/>
          <p:nvPr/>
        </p:nvSpPr>
        <p:spPr>
          <a:xfrm>
            <a:off x="3786182" y="5734997"/>
            <a:ext cx="571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Q3</a:t>
            </a:r>
          </a:p>
          <a:p>
            <a:pPr algn="ctr"/>
            <a:r>
              <a:rPr lang="cs-CZ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36" name="TextovéPole 35"/>
          <p:cNvSpPr txBox="1"/>
          <p:nvPr/>
        </p:nvSpPr>
        <p:spPr>
          <a:xfrm>
            <a:off x="5357818" y="5734997"/>
            <a:ext cx="571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Q3</a:t>
            </a:r>
          </a:p>
          <a:p>
            <a:pPr algn="ctr"/>
            <a:r>
              <a:rPr lang="cs-CZ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Modelový příklad</a:t>
            </a:r>
          </a:p>
        </p:txBody>
      </p:sp>
      <p:sp>
        <p:nvSpPr>
          <p:cNvPr id="2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7" name="Tlačítko akce: Vlastní 2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7" name="Tlačítko akce: Vlastní 3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46" name="Tlačítko akce: Vlastní 45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cxnSp>
        <p:nvCxnSpPr>
          <p:cNvPr id="54" name="Přímá spojnice 53"/>
          <p:cNvCxnSpPr/>
          <p:nvPr/>
        </p:nvCxnSpPr>
        <p:spPr>
          <a:xfrm flipH="1">
            <a:off x="3693914" y="1783217"/>
            <a:ext cx="12783" cy="395003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Přímá spojnice 56"/>
          <p:cNvCxnSpPr/>
          <p:nvPr/>
        </p:nvCxnSpPr>
        <p:spPr>
          <a:xfrm flipH="1">
            <a:off x="4499992" y="1783217"/>
            <a:ext cx="12783" cy="395003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Skupina 5"/>
          <p:cNvGrpSpPr/>
          <p:nvPr/>
        </p:nvGrpSpPr>
        <p:grpSpPr>
          <a:xfrm>
            <a:off x="1296000" y="1746000"/>
            <a:ext cx="4800951" cy="3997443"/>
            <a:chOff x="1296000" y="1746000"/>
            <a:chExt cx="4800951" cy="3997443"/>
          </a:xfrm>
        </p:grpSpPr>
        <p:cxnSp>
          <p:nvCxnSpPr>
            <p:cNvPr id="3" name="Přímá spojnice 2"/>
            <p:cNvCxnSpPr/>
            <p:nvPr/>
          </p:nvCxnSpPr>
          <p:spPr>
            <a:xfrm flipH="1">
              <a:off x="1296000" y="1746000"/>
              <a:ext cx="12783" cy="3950039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Přímá spojnice 46"/>
            <p:cNvCxnSpPr/>
            <p:nvPr/>
          </p:nvCxnSpPr>
          <p:spPr>
            <a:xfrm flipH="1">
              <a:off x="1440000" y="1783217"/>
              <a:ext cx="12783" cy="395003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Přímá spojnice 47"/>
            <p:cNvCxnSpPr/>
            <p:nvPr/>
          </p:nvCxnSpPr>
          <p:spPr>
            <a:xfrm flipH="1">
              <a:off x="2168764" y="1783217"/>
              <a:ext cx="12783" cy="395003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Přímá spojnice 48"/>
            <p:cNvCxnSpPr/>
            <p:nvPr/>
          </p:nvCxnSpPr>
          <p:spPr>
            <a:xfrm flipH="1">
              <a:off x="2367559" y="1772816"/>
              <a:ext cx="12783" cy="395003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Přímá spojnice 49"/>
            <p:cNvCxnSpPr/>
            <p:nvPr/>
          </p:nvCxnSpPr>
          <p:spPr>
            <a:xfrm flipH="1">
              <a:off x="2615001" y="1783217"/>
              <a:ext cx="12783" cy="395003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Přímá spojnice 50"/>
            <p:cNvCxnSpPr/>
            <p:nvPr/>
          </p:nvCxnSpPr>
          <p:spPr>
            <a:xfrm flipH="1">
              <a:off x="2818242" y="1783217"/>
              <a:ext cx="12783" cy="395003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Přímá spojnice 51"/>
            <p:cNvCxnSpPr/>
            <p:nvPr/>
          </p:nvCxnSpPr>
          <p:spPr>
            <a:xfrm flipH="1">
              <a:off x="3040834" y="1783217"/>
              <a:ext cx="12783" cy="395003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Přímá spojnice 52"/>
            <p:cNvCxnSpPr/>
            <p:nvPr/>
          </p:nvCxnSpPr>
          <p:spPr>
            <a:xfrm flipH="1">
              <a:off x="3347864" y="1783217"/>
              <a:ext cx="12783" cy="395003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Přímá spojnice 54"/>
            <p:cNvCxnSpPr/>
            <p:nvPr/>
          </p:nvCxnSpPr>
          <p:spPr>
            <a:xfrm flipH="1">
              <a:off x="3923928" y="1783217"/>
              <a:ext cx="12783" cy="395003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Přímá spojnice 55"/>
            <p:cNvCxnSpPr/>
            <p:nvPr/>
          </p:nvCxnSpPr>
          <p:spPr>
            <a:xfrm flipH="1">
              <a:off x="4342369" y="1783217"/>
              <a:ext cx="12783" cy="395003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Přímá spojnice 57"/>
            <p:cNvCxnSpPr/>
            <p:nvPr/>
          </p:nvCxnSpPr>
          <p:spPr>
            <a:xfrm flipH="1">
              <a:off x="5220072" y="1783217"/>
              <a:ext cx="12783" cy="395003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Přímá spojnice 58"/>
            <p:cNvCxnSpPr/>
            <p:nvPr/>
          </p:nvCxnSpPr>
          <p:spPr>
            <a:xfrm flipH="1">
              <a:off x="5376876" y="1793404"/>
              <a:ext cx="12783" cy="395003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Přímá spojnice 59"/>
            <p:cNvCxnSpPr/>
            <p:nvPr/>
          </p:nvCxnSpPr>
          <p:spPr>
            <a:xfrm flipH="1">
              <a:off x="5840188" y="1783217"/>
              <a:ext cx="12783" cy="395003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Přímá spojnice 60"/>
            <p:cNvCxnSpPr/>
            <p:nvPr/>
          </p:nvCxnSpPr>
          <p:spPr>
            <a:xfrm flipH="1">
              <a:off x="6084168" y="1783217"/>
              <a:ext cx="12783" cy="395003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Obrázek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260" y="1572919"/>
            <a:ext cx="1917969" cy="175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58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24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ulk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223237"/>
              </p:ext>
            </p:extLst>
          </p:nvPr>
        </p:nvGraphicFramePr>
        <p:xfrm>
          <a:off x="357158" y="2316480"/>
          <a:ext cx="8358240" cy="11633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58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0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70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70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70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70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70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704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704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704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4704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4704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4704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47046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47046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s-CZ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X2X1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cs-CZ" sz="2000" b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Y2Y1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cs-CZ" sz="1600" b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Q1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Q2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Q2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Q2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Q1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Q2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Q2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Q2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Q1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Q3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Q3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Q3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Q1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Q3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Q3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Q3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Q1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360392" y="1080000"/>
            <a:ext cx="835501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b="1" dirty="0">
                <a:latin typeface="Verdana" pitchFamily="34" charset="0"/>
              </a:rPr>
              <a:t>Časový diagram ve tvaru tabulky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Modelový příklad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62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b="1" dirty="0">
                <a:latin typeface="Verdana" pitchFamily="34" charset="0"/>
              </a:rPr>
              <a:t>Stavový diagram</a:t>
            </a:r>
          </a:p>
        </p:txBody>
      </p:sp>
      <p:sp>
        <p:nvSpPr>
          <p:cNvPr id="13" name="Elipsa 12"/>
          <p:cNvSpPr/>
          <p:nvPr/>
        </p:nvSpPr>
        <p:spPr>
          <a:xfrm>
            <a:off x="1348860" y="4966994"/>
            <a:ext cx="1080000" cy="1080000"/>
          </a:xfrm>
          <a:prstGeom prst="ellipse">
            <a:avLst/>
          </a:prstGeom>
          <a:solidFill>
            <a:srgbClr val="FFFF00"/>
          </a:solidFill>
          <a:ln w="1016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200" b="1" dirty="0">
                <a:solidFill>
                  <a:schemeClr val="tx1"/>
                </a:solidFill>
              </a:rPr>
              <a:t>Q1</a:t>
            </a:r>
          </a:p>
        </p:txBody>
      </p:sp>
      <p:sp>
        <p:nvSpPr>
          <p:cNvPr id="15" name="Elipsa 14"/>
          <p:cNvSpPr/>
          <p:nvPr/>
        </p:nvSpPr>
        <p:spPr>
          <a:xfrm>
            <a:off x="1357290" y="2617970"/>
            <a:ext cx="1080000" cy="1080000"/>
          </a:xfrm>
          <a:prstGeom prst="ellipse">
            <a:avLst/>
          </a:prstGeom>
          <a:solidFill>
            <a:srgbClr val="FFFF00"/>
          </a:solidFill>
          <a:ln w="1016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200" b="1" dirty="0">
                <a:solidFill>
                  <a:schemeClr val="tx1"/>
                </a:solidFill>
              </a:rPr>
              <a:t>Q2</a:t>
            </a:r>
          </a:p>
        </p:txBody>
      </p:sp>
      <p:sp>
        <p:nvSpPr>
          <p:cNvPr id="16" name="Elipsa 15"/>
          <p:cNvSpPr/>
          <p:nvPr/>
        </p:nvSpPr>
        <p:spPr>
          <a:xfrm>
            <a:off x="3714744" y="4975424"/>
            <a:ext cx="1080000" cy="1080000"/>
          </a:xfrm>
          <a:prstGeom prst="ellipse">
            <a:avLst/>
          </a:prstGeom>
          <a:solidFill>
            <a:srgbClr val="FFFF00"/>
          </a:solidFill>
          <a:ln w="1016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200" b="1" dirty="0">
                <a:solidFill>
                  <a:schemeClr val="tx1"/>
                </a:solidFill>
              </a:rPr>
              <a:t>Q3</a:t>
            </a:r>
          </a:p>
        </p:txBody>
      </p:sp>
      <p:sp>
        <p:nvSpPr>
          <p:cNvPr id="17" name="Elipsa 16"/>
          <p:cNvSpPr/>
          <p:nvPr/>
        </p:nvSpPr>
        <p:spPr>
          <a:xfrm>
            <a:off x="3643306" y="2617970"/>
            <a:ext cx="1080000" cy="10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200" b="1" dirty="0">
                <a:solidFill>
                  <a:schemeClr val="tx1"/>
                </a:solidFill>
              </a:rPr>
              <a:t>Q4</a:t>
            </a:r>
          </a:p>
        </p:txBody>
      </p:sp>
      <p:sp>
        <p:nvSpPr>
          <p:cNvPr id="36" name="Volný tvar 35"/>
          <p:cNvSpPr/>
          <p:nvPr/>
        </p:nvSpPr>
        <p:spPr>
          <a:xfrm>
            <a:off x="1571604" y="3689539"/>
            <a:ext cx="214314" cy="1285885"/>
          </a:xfrm>
          <a:custGeom>
            <a:avLst/>
            <a:gdLst>
              <a:gd name="connsiteX0" fmla="*/ 418495 w 491067"/>
              <a:gd name="connsiteY0" fmla="*/ 1480457 h 1480457"/>
              <a:gd name="connsiteX1" fmla="*/ 12095 w 491067"/>
              <a:gd name="connsiteY1" fmla="*/ 667657 h 1480457"/>
              <a:gd name="connsiteX2" fmla="*/ 491067 w 491067"/>
              <a:gd name="connsiteY2" fmla="*/ 0 h 1480457"/>
              <a:gd name="connsiteX3" fmla="*/ 491067 w 491067"/>
              <a:gd name="connsiteY3" fmla="*/ 0 h 148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067" h="1480457">
                <a:moveTo>
                  <a:pt x="418495" y="1480457"/>
                </a:moveTo>
                <a:cubicBezTo>
                  <a:pt x="209247" y="1197428"/>
                  <a:pt x="0" y="914400"/>
                  <a:pt x="12095" y="667657"/>
                </a:cubicBezTo>
                <a:cubicBezTo>
                  <a:pt x="24190" y="420914"/>
                  <a:pt x="491067" y="0"/>
                  <a:pt x="491067" y="0"/>
                </a:cubicBezTo>
                <a:lnTo>
                  <a:pt x="491067" y="0"/>
                </a:lnTo>
              </a:path>
            </a:pathLst>
          </a:cu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7" name="Volný tvar 36"/>
          <p:cNvSpPr/>
          <p:nvPr/>
        </p:nvSpPr>
        <p:spPr>
          <a:xfrm rot="16200000">
            <a:off x="2964646" y="5082580"/>
            <a:ext cx="214314" cy="1285885"/>
          </a:xfrm>
          <a:custGeom>
            <a:avLst/>
            <a:gdLst>
              <a:gd name="connsiteX0" fmla="*/ 418495 w 491067"/>
              <a:gd name="connsiteY0" fmla="*/ 1480457 h 1480457"/>
              <a:gd name="connsiteX1" fmla="*/ 12095 w 491067"/>
              <a:gd name="connsiteY1" fmla="*/ 667657 h 1480457"/>
              <a:gd name="connsiteX2" fmla="*/ 491067 w 491067"/>
              <a:gd name="connsiteY2" fmla="*/ 0 h 1480457"/>
              <a:gd name="connsiteX3" fmla="*/ 491067 w 491067"/>
              <a:gd name="connsiteY3" fmla="*/ 0 h 148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067" h="1480457">
                <a:moveTo>
                  <a:pt x="418495" y="1480457"/>
                </a:moveTo>
                <a:cubicBezTo>
                  <a:pt x="209247" y="1197428"/>
                  <a:pt x="0" y="914400"/>
                  <a:pt x="12095" y="667657"/>
                </a:cubicBezTo>
                <a:cubicBezTo>
                  <a:pt x="24190" y="420914"/>
                  <a:pt x="491067" y="0"/>
                  <a:pt x="491067" y="0"/>
                </a:cubicBezTo>
                <a:lnTo>
                  <a:pt x="491067" y="0"/>
                </a:lnTo>
              </a:path>
            </a:pathLst>
          </a:cu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8" name="Volný tvar 37"/>
          <p:cNvSpPr/>
          <p:nvPr/>
        </p:nvSpPr>
        <p:spPr>
          <a:xfrm rot="10800000">
            <a:off x="2000232" y="3689540"/>
            <a:ext cx="214314" cy="1285885"/>
          </a:xfrm>
          <a:custGeom>
            <a:avLst/>
            <a:gdLst>
              <a:gd name="connsiteX0" fmla="*/ 418495 w 491067"/>
              <a:gd name="connsiteY0" fmla="*/ 1480457 h 1480457"/>
              <a:gd name="connsiteX1" fmla="*/ 12095 w 491067"/>
              <a:gd name="connsiteY1" fmla="*/ 667657 h 1480457"/>
              <a:gd name="connsiteX2" fmla="*/ 491067 w 491067"/>
              <a:gd name="connsiteY2" fmla="*/ 0 h 1480457"/>
              <a:gd name="connsiteX3" fmla="*/ 491067 w 491067"/>
              <a:gd name="connsiteY3" fmla="*/ 0 h 148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067" h="1480457">
                <a:moveTo>
                  <a:pt x="418495" y="1480457"/>
                </a:moveTo>
                <a:cubicBezTo>
                  <a:pt x="209247" y="1197428"/>
                  <a:pt x="0" y="914400"/>
                  <a:pt x="12095" y="667657"/>
                </a:cubicBezTo>
                <a:cubicBezTo>
                  <a:pt x="24190" y="420914"/>
                  <a:pt x="491067" y="0"/>
                  <a:pt x="491067" y="0"/>
                </a:cubicBezTo>
                <a:lnTo>
                  <a:pt x="491067" y="0"/>
                </a:lnTo>
              </a:path>
            </a:pathLst>
          </a:cu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9" name="Volný tvar 38"/>
          <p:cNvSpPr/>
          <p:nvPr/>
        </p:nvSpPr>
        <p:spPr>
          <a:xfrm rot="5400000">
            <a:off x="2964645" y="4653953"/>
            <a:ext cx="214314" cy="1285885"/>
          </a:xfrm>
          <a:custGeom>
            <a:avLst/>
            <a:gdLst>
              <a:gd name="connsiteX0" fmla="*/ 418495 w 491067"/>
              <a:gd name="connsiteY0" fmla="*/ 1480457 h 1480457"/>
              <a:gd name="connsiteX1" fmla="*/ 12095 w 491067"/>
              <a:gd name="connsiteY1" fmla="*/ 667657 h 1480457"/>
              <a:gd name="connsiteX2" fmla="*/ 491067 w 491067"/>
              <a:gd name="connsiteY2" fmla="*/ 0 h 1480457"/>
              <a:gd name="connsiteX3" fmla="*/ 491067 w 491067"/>
              <a:gd name="connsiteY3" fmla="*/ 0 h 148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067" h="1480457">
                <a:moveTo>
                  <a:pt x="418495" y="1480457"/>
                </a:moveTo>
                <a:cubicBezTo>
                  <a:pt x="209247" y="1197428"/>
                  <a:pt x="0" y="914400"/>
                  <a:pt x="12095" y="667657"/>
                </a:cubicBezTo>
                <a:cubicBezTo>
                  <a:pt x="24190" y="420914"/>
                  <a:pt x="491067" y="0"/>
                  <a:pt x="491067" y="0"/>
                </a:cubicBezTo>
                <a:lnTo>
                  <a:pt x="491067" y="0"/>
                </a:lnTo>
              </a:path>
            </a:pathLst>
          </a:cu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2" name="Volný tvar 41"/>
          <p:cNvSpPr/>
          <p:nvPr/>
        </p:nvSpPr>
        <p:spPr>
          <a:xfrm rot="2857969">
            <a:off x="4831385" y="5237332"/>
            <a:ext cx="573067" cy="568331"/>
          </a:xfrm>
          <a:custGeom>
            <a:avLst/>
            <a:gdLst>
              <a:gd name="connsiteX0" fmla="*/ 0 w 539750"/>
              <a:gd name="connsiteY0" fmla="*/ 396875 h 492125"/>
              <a:gd name="connsiteX1" fmla="*/ 114300 w 539750"/>
              <a:gd name="connsiteY1" fmla="*/ 92075 h 492125"/>
              <a:gd name="connsiteX2" fmla="*/ 485775 w 539750"/>
              <a:gd name="connsiteY2" fmla="*/ 44450 h 492125"/>
              <a:gd name="connsiteX3" fmla="*/ 438150 w 539750"/>
              <a:gd name="connsiteY3" fmla="*/ 358775 h 492125"/>
              <a:gd name="connsiteX4" fmla="*/ 104775 w 539750"/>
              <a:gd name="connsiteY4" fmla="*/ 492125 h 492125"/>
              <a:gd name="connsiteX5" fmla="*/ 104775 w 539750"/>
              <a:gd name="connsiteY5" fmla="*/ 492125 h 492125"/>
              <a:gd name="connsiteX0" fmla="*/ 0 w 539750"/>
              <a:gd name="connsiteY0" fmla="*/ 396875 h 492125"/>
              <a:gd name="connsiteX1" fmla="*/ 114300 w 539750"/>
              <a:gd name="connsiteY1" fmla="*/ 92075 h 492125"/>
              <a:gd name="connsiteX2" fmla="*/ 485775 w 539750"/>
              <a:gd name="connsiteY2" fmla="*/ 44450 h 492125"/>
              <a:gd name="connsiteX3" fmla="*/ 438150 w 539750"/>
              <a:gd name="connsiteY3" fmla="*/ 358775 h 492125"/>
              <a:gd name="connsiteX4" fmla="*/ 104775 w 539750"/>
              <a:gd name="connsiteY4" fmla="*/ 492125 h 492125"/>
              <a:gd name="connsiteX5" fmla="*/ 104775 w 539750"/>
              <a:gd name="connsiteY5" fmla="*/ 492125 h 492125"/>
              <a:gd name="connsiteX0" fmla="*/ 0 w 606415"/>
              <a:gd name="connsiteY0" fmla="*/ 396875 h 492125"/>
              <a:gd name="connsiteX1" fmla="*/ 114300 w 606415"/>
              <a:gd name="connsiteY1" fmla="*/ 92075 h 492125"/>
              <a:gd name="connsiteX2" fmla="*/ 485775 w 606415"/>
              <a:gd name="connsiteY2" fmla="*/ 44450 h 492125"/>
              <a:gd name="connsiteX3" fmla="*/ 438150 w 606415"/>
              <a:gd name="connsiteY3" fmla="*/ 358775 h 492125"/>
              <a:gd name="connsiteX4" fmla="*/ 104775 w 606415"/>
              <a:gd name="connsiteY4" fmla="*/ 492125 h 492125"/>
              <a:gd name="connsiteX5" fmla="*/ 104775 w 606415"/>
              <a:gd name="connsiteY5" fmla="*/ 492125 h 492125"/>
              <a:gd name="connsiteX0" fmla="*/ 0 w 606415"/>
              <a:gd name="connsiteY0" fmla="*/ 473081 h 568331"/>
              <a:gd name="connsiteX1" fmla="*/ 114300 w 606415"/>
              <a:gd name="connsiteY1" fmla="*/ 168281 h 568331"/>
              <a:gd name="connsiteX2" fmla="*/ 485775 w 606415"/>
              <a:gd name="connsiteY2" fmla="*/ 120656 h 568331"/>
              <a:gd name="connsiteX3" fmla="*/ 438150 w 606415"/>
              <a:gd name="connsiteY3" fmla="*/ 434981 h 568331"/>
              <a:gd name="connsiteX4" fmla="*/ 104775 w 606415"/>
              <a:gd name="connsiteY4" fmla="*/ 568331 h 568331"/>
              <a:gd name="connsiteX5" fmla="*/ 104775 w 606415"/>
              <a:gd name="connsiteY5" fmla="*/ 568331 h 568331"/>
              <a:gd name="connsiteX0" fmla="*/ 0 w 573067"/>
              <a:gd name="connsiteY0" fmla="*/ 473081 h 568331"/>
              <a:gd name="connsiteX1" fmla="*/ 114300 w 573067"/>
              <a:gd name="connsiteY1" fmla="*/ 168281 h 568331"/>
              <a:gd name="connsiteX2" fmla="*/ 485775 w 573067"/>
              <a:gd name="connsiteY2" fmla="*/ 120656 h 568331"/>
              <a:gd name="connsiteX3" fmla="*/ 438150 w 573067"/>
              <a:gd name="connsiteY3" fmla="*/ 434981 h 568331"/>
              <a:gd name="connsiteX4" fmla="*/ 104775 w 573067"/>
              <a:gd name="connsiteY4" fmla="*/ 568331 h 568331"/>
              <a:gd name="connsiteX5" fmla="*/ 104775 w 573067"/>
              <a:gd name="connsiteY5" fmla="*/ 568331 h 568331"/>
              <a:gd name="connsiteX0" fmla="*/ 0 w 573067"/>
              <a:gd name="connsiteY0" fmla="*/ 473081 h 568331"/>
              <a:gd name="connsiteX1" fmla="*/ 114300 w 573067"/>
              <a:gd name="connsiteY1" fmla="*/ 168281 h 568331"/>
              <a:gd name="connsiteX2" fmla="*/ 485775 w 573067"/>
              <a:gd name="connsiteY2" fmla="*/ 120656 h 568331"/>
              <a:gd name="connsiteX3" fmla="*/ 438150 w 573067"/>
              <a:gd name="connsiteY3" fmla="*/ 434981 h 568331"/>
              <a:gd name="connsiteX4" fmla="*/ 104775 w 573067"/>
              <a:gd name="connsiteY4" fmla="*/ 568331 h 568331"/>
              <a:gd name="connsiteX5" fmla="*/ 104775 w 573067"/>
              <a:gd name="connsiteY5" fmla="*/ 568331 h 568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3067" h="568331">
                <a:moveTo>
                  <a:pt x="0" y="473081"/>
                </a:moveTo>
                <a:cubicBezTo>
                  <a:pt x="16669" y="350050"/>
                  <a:pt x="42857" y="274637"/>
                  <a:pt x="114300" y="168281"/>
                </a:cubicBezTo>
                <a:cubicBezTo>
                  <a:pt x="195263" y="109544"/>
                  <a:pt x="322253" y="0"/>
                  <a:pt x="485775" y="120656"/>
                </a:cubicBezTo>
                <a:cubicBezTo>
                  <a:pt x="573067" y="260342"/>
                  <a:pt x="501650" y="360369"/>
                  <a:pt x="438150" y="434981"/>
                </a:cubicBezTo>
                <a:cubicBezTo>
                  <a:pt x="374650" y="509593"/>
                  <a:pt x="104775" y="568331"/>
                  <a:pt x="104775" y="568331"/>
                </a:cubicBezTo>
                <a:lnTo>
                  <a:pt x="104775" y="568331"/>
                </a:lnTo>
              </a:path>
            </a:pathLst>
          </a:cu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4" name="Volný tvar 43"/>
          <p:cNvSpPr/>
          <p:nvPr/>
        </p:nvSpPr>
        <p:spPr>
          <a:xfrm rot="10590402">
            <a:off x="1035159" y="5868073"/>
            <a:ext cx="573067" cy="568331"/>
          </a:xfrm>
          <a:custGeom>
            <a:avLst/>
            <a:gdLst>
              <a:gd name="connsiteX0" fmla="*/ 0 w 539750"/>
              <a:gd name="connsiteY0" fmla="*/ 396875 h 492125"/>
              <a:gd name="connsiteX1" fmla="*/ 114300 w 539750"/>
              <a:gd name="connsiteY1" fmla="*/ 92075 h 492125"/>
              <a:gd name="connsiteX2" fmla="*/ 485775 w 539750"/>
              <a:gd name="connsiteY2" fmla="*/ 44450 h 492125"/>
              <a:gd name="connsiteX3" fmla="*/ 438150 w 539750"/>
              <a:gd name="connsiteY3" fmla="*/ 358775 h 492125"/>
              <a:gd name="connsiteX4" fmla="*/ 104775 w 539750"/>
              <a:gd name="connsiteY4" fmla="*/ 492125 h 492125"/>
              <a:gd name="connsiteX5" fmla="*/ 104775 w 539750"/>
              <a:gd name="connsiteY5" fmla="*/ 492125 h 492125"/>
              <a:gd name="connsiteX0" fmla="*/ 0 w 539750"/>
              <a:gd name="connsiteY0" fmla="*/ 396875 h 492125"/>
              <a:gd name="connsiteX1" fmla="*/ 114300 w 539750"/>
              <a:gd name="connsiteY1" fmla="*/ 92075 h 492125"/>
              <a:gd name="connsiteX2" fmla="*/ 485775 w 539750"/>
              <a:gd name="connsiteY2" fmla="*/ 44450 h 492125"/>
              <a:gd name="connsiteX3" fmla="*/ 438150 w 539750"/>
              <a:gd name="connsiteY3" fmla="*/ 358775 h 492125"/>
              <a:gd name="connsiteX4" fmla="*/ 104775 w 539750"/>
              <a:gd name="connsiteY4" fmla="*/ 492125 h 492125"/>
              <a:gd name="connsiteX5" fmla="*/ 104775 w 539750"/>
              <a:gd name="connsiteY5" fmla="*/ 492125 h 492125"/>
              <a:gd name="connsiteX0" fmla="*/ 0 w 606415"/>
              <a:gd name="connsiteY0" fmla="*/ 396875 h 492125"/>
              <a:gd name="connsiteX1" fmla="*/ 114300 w 606415"/>
              <a:gd name="connsiteY1" fmla="*/ 92075 h 492125"/>
              <a:gd name="connsiteX2" fmla="*/ 485775 w 606415"/>
              <a:gd name="connsiteY2" fmla="*/ 44450 h 492125"/>
              <a:gd name="connsiteX3" fmla="*/ 438150 w 606415"/>
              <a:gd name="connsiteY3" fmla="*/ 358775 h 492125"/>
              <a:gd name="connsiteX4" fmla="*/ 104775 w 606415"/>
              <a:gd name="connsiteY4" fmla="*/ 492125 h 492125"/>
              <a:gd name="connsiteX5" fmla="*/ 104775 w 606415"/>
              <a:gd name="connsiteY5" fmla="*/ 492125 h 492125"/>
              <a:gd name="connsiteX0" fmla="*/ 0 w 606415"/>
              <a:gd name="connsiteY0" fmla="*/ 473081 h 568331"/>
              <a:gd name="connsiteX1" fmla="*/ 114300 w 606415"/>
              <a:gd name="connsiteY1" fmla="*/ 168281 h 568331"/>
              <a:gd name="connsiteX2" fmla="*/ 485775 w 606415"/>
              <a:gd name="connsiteY2" fmla="*/ 120656 h 568331"/>
              <a:gd name="connsiteX3" fmla="*/ 438150 w 606415"/>
              <a:gd name="connsiteY3" fmla="*/ 434981 h 568331"/>
              <a:gd name="connsiteX4" fmla="*/ 104775 w 606415"/>
              <a:gd name="connsiteY4" fmla="*/ 568331 h 568331"/>
              <a:gd name="connsiteX5" fmla="*/ 104775 w 606415"/>
              <a:gd name="connsiteY5" fmla="*/ 568331 h 568331"/>
              <a:gd name="connsiteX0" fmla="*/ 0 w 573067"/>
              <a:gd name="connsiteY0" fmla="*/ 473081 h 568331"/>
              <a:gd name="connsiteX1" fmla="*/ 114300 w 573067"/>
              <a:gd name="connsiteY1" fmla="*/ 168281 h 568331"/>
              <a:gd name="connsiteX2" fmla="*/ 485775 w 573067"/>
              <a:gd name="connsiteY2" fmla="*/ 120656 h 568331"/>
              <a:gd name="connsiteX3" fmla="*/ 438150 w 573067"/>
              <a:gd name="connsiteY3" fmla="*/ 434981 h 568331"/>
              <a:gd name="connsiteX4" fmla="*/ 104775 w 573067"/>
              <a:gd name="connsiteY4" fmla="*/ 568331 h 568331"/>
              <a:gd name="connsiteX5" fmla="*/ 104775 w 573067"/>
              <a:gd name="connsiteY5" fmla="*/ 568331 h 568331"/>
              <a:gd name="connsiteX0" fmla="*/ 0 w 573067"/>
              <a:gd name="connsiteY0" fmla="*/ 473081 h 568331"/>
              <a:gd name="connsiteX1" fmla="*/ 114300 w 573067"/>
              <a:gd name="connsiteY1" fmla="*/ 168281 h 568331"/>
              <a:gd name="connsiteX2" fmla="*/ 485775 w 573067"/>
              <a:gd name="connsiteY2" fmla="*/ 120656 h 568331"/>
              <a:gd name="connsiteX3" fmla="*/ 438150 w 573067"/>
              <a:gd name="connsiteY3" fmla="*/ 434981 h 568331"/>
              <a:gd name="connsiteX4" fmla="*/ 104775 w 573067"/>
              <a:gd name="connsiteY4" fmla="*/ 568331 h 568331"/>
              <a:gd name="connsiteX5" fmla="*/ 104775 w 573067"/>
              <a:gd name="connsiteY5" fmla="*/ 568331 h 568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3067" h="568331">
                <a:moveTo>
                  <a:pt x="0" y="473081"/>
                </a:moveTo>
                <a:cubicBezTo>
                  <a:pt x="16669" y="350050"/>
                  <a:pt x="42857" y="274637"/>
                  <a:pt x="114300" y="168281"/>
                </a:cubicBezTo>
                <a:cubicBezTo>
                  <a:pt x="195263" y="109544"/>
                  <a:pt x="322253" y="0"/>
                  <a:pt x="485775" y="120656"/>
                </a:cubicBezTo>
                <a:cubicBezTo>
                  <a:pt x="573067" y="260342"/>
                  <a:pt x="501650" y="360369"/>
                  <a:pt x="438150" y="434981"/>
                </a:cubicBezTo>
                <a:cubicBezTo>
                  <a:pt x="374650" y="509593"/>
                  <a:pt x="104775" y="568331"/>
                  <a:pt x="104775" y="568331"/>
                </a:cubicBezTo>
                <a:lnTo>
                  <a:pt x="104775" y="568331"/>
                </a:lnTo>
              </a:path>
            </a:pathLst>
          </a:cu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5" name="Volný tvar 44"/>
          <p:cNvSpPr/>
          <p:nvPr/>
        </p:nvSpPr>
        <p:spPr>
          <a:xfrm rot="18814487">
            <a:off x="1617011" y="1951450"/>
            <a:ext cx="573067" cy="568331"/>
          </a:xfrm>
          <a:custGeom>
            <a:avLst/>
            <a:gdLst>
              <a:gd name="connsiteX0" fmla="*/ 0 w 539750"/>
              <a:gd name="connsiteY0" fmla="*/ 396875 h 492125"/>
              <a:gd name="connsiteX1" fmla="*/ 114300 w 539750"/>
              <a:gd name="connsiteY1" fmla="*/ 92075 h 492125"/>
              <a:gd name="connsiteX2" fmla="*/ 485775 w 539750"/>
              <a:gd name="connsiteY2" fmla="*/ 44450 h 492125"/>
              <a:gd name="connsiteX3" fmla="*/ 438150 w 539750"/>
              <a:gd name="connsiteY3" fmla="*/ 358775 h 492125"/>
              <a:gd name="connsiteX4" fmla="*/ 104775 w 539750"/>
              <a:gd name="connsiteY4" fmla="*/ 492125 h 492125"/>
              <a:gd name="connsiteX5" fmla="*/ 104775 w 539750"/>
              <a:gd name="connsiteY5" fmla="*/ 492125 h 492125"/>
              <a:gd name="connsiteX0" fmla="*/ 0 w 539750"/>
              <a:gd name="connsiteY0" fmla="*/ 396875 h 492125"/>
              <a:gd name="connsiteX1" fmla="*/ 114300 w 539750"/>
              <a:gd name="connsiteY1" fmla="*/ 92075 h 492125"/>
              <a:gd name="connsiteX2" fmla="*/ 485775 w 539750"/>
              <a:gd name="connsiteY2" fmla="*/ 44450 h 492125"/>
              <a:gd name="connsiteX3" fmla="*/ 438150 w 539750"/>
              <a:gd name="connsiteY3" fmla="*/ 358775 h 492125"/>
              <a:gd name="connsiteX4" fmla="*/ 104775 w 539750"/>
              <a:gd name="connsiteY4" fmla="*/ 492125 h 492125"/>
              <a:gd name="connsiteX5" fmla="*/ 104775 w 539750"/>
              <a:gd name="connsiteY5" fmla="*/ 492125 h 492125"/>
              <a:gd name="connsiteX0" fmla="*/ 0 w 606415"/>
              <a:gd name="connsiteY0" fmla="*/ 396875 h 492125"/>
              <a:gd name="connsiteX1" fmla="*/ 114300 w 606415"/>
              <a:gd name="connsiteY1" fmla="*/ 92075 h 492125"/>
              <a:gd name="connsiteX2" fmla="*/ 485775 w 606415"/>
              <a:gd name="connsiteY2" fmla="*/ 44450 h 492125"/>
              <a:gd name="connsiteX3" fmla="*/ 438150 w 606415"/>
              <a:gd name="connsiteY3" fmla="*/ 358775 h 492125"/>
              <a:gd name="connsiteX4" fmla="*/ 104775 w 606415"/>
              <a:gd name="connsiteY4" fmla="*/ 492125 h 492125"/>
              <a:gd name="connsiteX5" fmla="*/ 104775 w 606415"/>
              <a:gd name="connsiteY5" fmla="*/ 492125 h 492125"/>
              <a:gd name="connsiteX0" fmla="*/ 0 w 606415"/>
              <a:gd name="connsiteY0" fmla="*/ 473081 h 568331"/>
              <a:gd name="connsiteX1" fmla="*/ 114300 w 606415"/>
              <a:gd name="connsiteY1" fmla="*/ 168281 h 568331"/>
              <a:gd name="connsiteX2" fmla="*/ 485775 w 606415"/>
              <a:gd name="connsiteY2" fmla="*/ 120656 h 568331"/>
              <a:gd name="connsiteX3" fmla="*/ 438150 w 606415"/>
              <a:gd name="connsiteY3" fmla="*/ 434981 h 568331"/>
              <a:gd name="connsiteX4" fmla="*/ 104775 w 606415"/>
              <a:gd name="connsiteY4" fmla="*/ 568331 h 568331"/>
              <a:gd name="connsiteX5" fmla="*/ 104775 w 606415"/>
              <a:gd name="connsiteY5" fmla="*/ 568331 h 568331"/>
              <a:gd name="connsiteX0" fmla="*/ 0 w 573067"/>
              <a:gd name="connsiteY0" fmla="*/ 473081 h 568331"/>
              <a:gd name="connsiteX1" fmla="*/ 114300 w 573067"/>
              <a:gd name="connsiteY1" fmla="*/ 168281 h 568331"/>
              <a:gd name="connsiteX2" fmla="*/ 485775 w 573067"/>
              <a:gd name="connsiteY2" fmla="*/ 120656 h 568331"/>
              <a:gd name="connsiteX3" fmla="*/ 438150 w 573067"/>
              <a:gd name="connsiteY3" fmla="*/ 434981 h 568331"/>
              <a:gd name="connsiteX4" fmla="*/ 104775 w 573067"/>
              <a:gd name="connsiteY4" fmla="*/ 568331 h 568331"/>
              <a:gd name="connsiteX5" fmla="*/ 104775 w 573067"/>
              <a:gd name="connsiteY5" fmla="*/ 568331 h 568331"/>
              <a:gd name="connsiteX0" fmla="*/ 0 w 573067"/>
              <a:gd name="connsiteY0" fmla="*/ 473081 h 568331"/>
              <a:gd name="connsiteX1" fmla="*/ 114300 w 573067"/>
              <a:gd name="connsiteY1" fmla="*/ 168281 h 568331"/>
              <a:gd name="connsiteX2" fmla="*/ 485775 w 573067"/>
              <a:gd name="connsiteY2" fmla="*/ 120656 h 568331"/>
              <a:gd name="connsiteX3" fmla="*/ 438150 w 573067"/>
              <a:gd name="connsiteY3" fmla="*/ 434981 h 568331"/>
              <a:gd name="connsiteX4" fmla="*/ 104775 w 573067"/>
              <a:gd name="connsiteY4" fmla="*/ 568331 h 568331"/>
              <a:gd name="connsiteX5" fmla="*/ 104775 w 573067"/>
              <a:gd name="connsiteY5" fmla="*/ 568331 h 568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3067" h="568331">
                <a:moveTo>
                  <a:pt x="0" y="473081"/>
                </a:moveTo>
                <a:cubicBezTo>
                  <a:pt x="16669" y="350050"/>
                  <a:pt x="42857" y="274637"/>
                  <a:pt x="114300" y="168281"/>
                </a:cubicBezTo>
                <a:cubicBezTo>
                  <a:pt x="195263" y="109544"/>
                  <a:pt x="322253" y="0"/>
                  <a:pt x="485775" y="120656"/>
                </a:cubicBezTo>
                <a:cubicBezTo>
                  <a:pt x="573067" y="260342"/>
                  <a:pt x="501650" y="360369"/>
                  <a:pt x="438150" y="434981"/>
                </a:cubicBezTo>
                <a:cubicBezTo>
                  <a:pt x="374650" y="509593"/>
                  <a:pt x="104775" y="568331"/>
                  <a:pt x="104775" y="568331"/>
                </a:cubicBezTo>
                <a:lnTo>
                  <a:pt x="104775" y="568331"/>
                </a:lnTo>
              </a:path>
            </a:pathLst>
          </a:cu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6" name="TextovéPole 45"/>
          <p:cNvSpPr txBox="1"/>
          <p:nvPr/>
        </p:nvSpPr>
        <p:spPr>
          <a:xfrm>
            <a:off x="2143108" y="4118168"/>
            <a:ext cx="71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00</a:t>
            </a:r>
          </a:p>
        </p:txBody>
      </p:sp>
      <p:sp>
        <p:nvSpPr>
          <p:cNvPr id="47" name="TextovéPole 46"/>
          <p:cNvSpPr txBox="1"/>
          <p:nvPr/>
        </p:nvSpPr>
        <p:spPr>
          <a:xfrm>
            <a:off x="928662" y="4085131"/>
            <a:ext cx="71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</a:p>
        </p:txBody>
      </p:sp>
      <p:sp>
        <p:nvSpPr>
          <p:cNvPr id="48" name="TextovéPole 47"/>
          <p:cNvSpPr txBox="1"/>
          <p:nvPr/>
        </p:nvSpPr>
        <p:spPr>
          <a:xfrm>
            <a:off x="2714612" y="5772795"/>
            <a:ext cx="71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00</a:t>
            </a:r>
          </a:p>
        </p:txBody>
      </p:sp>
      <p:sp>
        <p:nvSpPr>
          <p:cNvPr id="49" name="TextovéPole 48"/>
          <p:cNvSpPr txBox="1"/>
          <p:nvPr/>
        </p:nvSpPr>
        <p:spPr>
          <a:xfrm>
            <a:off x="2714612" y="4728073"/>
            <a:ext cx="71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50" name="TextovéPole 49"/>
          <p:cNvSpPr txBox="1"/>
          <p:nvPr/>
        </p:nvSpPr>
        <p:spPr>
          <a:xfrm>
            <a:off x="4857752" y="5832680"/>
            <a:ext cx="1658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01,10,11</a:t>
            </a:r>
          </a:p>
        </p:txBody>
      </p:sp>
      <p:sp>
        <p:nvSpPr>
          <p:cNvPr id="51" name="TextovéPole 50"/>
          <p:cNvSpPr txBox="1"/>
          <p:nvPr/>
        </p:nvSpPr>
        <p:spPr>
          <a:xfrm>
            <a:off x="35496" y="1869444"/>
            <a:ext cx="1704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01,10,11</a:t>
            </a:r>
          </a:p>
        </p:txBody>
      </p:sp>
      <p:sp>
        <p:nvSpPr>
          <p:cNvPr id="30" name="TextovéPole 29"/>
          <p:cNvSpPr txBox="1"/>
          <p:nvPr/>
        </p:nvSpPr>
        <p:spPr>
          <a:xfrm>
            <a:off x="35496" y="5475490"/>
            <a:ext cx="1250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00,11</a:t>
            </a:r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Modelový příklad</a:t>
            </a:r>
          </a:p>
        </p:txBody>
      </p:sp>
      <p:sp>
        <p:nvSpPr>
          <p:cNvPr id="2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5" name="Tlačítko akce: Vlastní 2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6" name="Tlačítko akce: Vlastní 2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7" name="Tlačítko akce: Vlastní 26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28" name="Tabulka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690845"/>
              </p:ext>
            </p:extLst>
          </p:nvPr>
        </p:nvGraphicFramePr>
        <p:xfrm>
          <a:off x="3227116" y="1726216"/>
          <a:ext cx="5634910" cy="6400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11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1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1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13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13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13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13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13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138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138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138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138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138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138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151356"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X2X1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3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cs-CZ" sz="800" b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Y2Y1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65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cs-CZ" sz="800" b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Q1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Q2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Q2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Q2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Q1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Q2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Q2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Q2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Q1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Q3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Q3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Q3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Q1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Q3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Q3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Q3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Q1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Oválný bublinový popisek 1"/>
          <p:cNvSpPr/>
          <p:nvPr/>
        </p:nvSpPr>
        <p:spPr>
          <a:xfrm>
            <a:off x="5616116" y="2760554"/>
            <a:ext cx="2876284" cy="928986"/>
          </a:xfrm>
          <a:prstGeom prst="wedgeEllipseCallout">
            <a:avLst>
              <a:gd name="adj1" fmla="val -129424"/>
              <a:gd name="adj2" fmla="val 186875"/>
            </a:avLst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Hrana</a:t>
            </a:r>
            <a:br>
              <a:rPr lang="cs-CZ" sz="1800" b="1" dirty="0">
                <a:solidFill>
                  <a:schemeClr val="tx1"/>
                </a:solidFill>
              </a:rPr>
            </a:br>
            <a:r>
              <a:rPr lang="cs-CZ" sz="1800" b="1" dirty="0">
                <a:solidFill>
                  <a:schemeClr val="tx1"/>
                </a:solidFill>
              </a:rPr>
              <a:t>určuje hodnotu vstupu</a:t>
            </a:r>
          </a:p>
        </p:txBody>
      </p:sp>
      <p:sp>
        <p:nvSpPr>
          <p:cNvPr id="29" name="Oválný bublinový popisek 28"/>
          <p:cNvSpPr/>
          <p:nvPr/>
        </p:nvSpPr>
        <p:spPr>
          <a:xfrm>
            <a:off x="5939900" y="4085130"/>
            <a:ext cx="2376516" cy="890293"/>
          </a:xfrm>
          <a:prstGeom prst="wedgeEllipseCallout">
            <a:avLst>
              <a:gd name="adj1" fmla="val -101950"/>
              <a:gd name="adj2" fmla="val 84671"/>
            </a:avLst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Uzel</a:t>
            </a:r>
            <a:br>
              <a:rPr lang="cs-CZ" sz="1800" b="1" dirty="0">
                <a:solidFill>
                  <a:schemeClr val="tx1"/>
                </a:solidFill>
              </a:rPr>
            </a:br>
            <a:r>
              <a:rPr lang="cs-CZ" sz="1800" b="1" dirty="0">
                <a:solidFill>
                  <a:schemeClr val="tx1"/>
                </a:solidFill>
              </a:rPr>
              <a:t>určuje stavy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6" grpId="0" animBg="1"/>
      <p:bldP spid="17" grpId="0" animBg="1"/>
      <p:bldP spid="36" grpId="0" animBg="1"/>
      <p:bldP spid="37" grpId="0" animBg="1"/>
      <p:bldP spid="38" grpId="0" animBg="1"/>
      <p:bldP spid="39" grpId="0" animBg="1"/>
      <p:bldP spid="42" grpId="0" animBg="1"/>
      <p:bldP spid="44" grpId="0" animBg="1"/>
      <p:bldP spid="45" grpId="0" animBg="1"/>
      <p:bldP spid="46" grpId="0"/>
      <p:bldP spid="47" grpId="0"/>
      <p:bldP spid="48" grpId="0"/>
      <p:bldP spid="49" grpId="0"/>
      <p:bldP spid="50" grpId="0"/>
      <p:bldP spid="51" grpId="0"/>
      <p:bldP spid="30" grpId="0"/>
      <p:bldP spid="23" grpId="0" animBg="1"/>
      <p:bldP spid="24" grpId="0"/>
      <p:bldP spid="2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6" name="Text Box 6"/>
          <p:cNvSpPr txBox="1">
            <a:spLocks noChangeArrowheads="1"/>
          </p:cNvSpPr>
          <p:nvPr/>
        </p:nvSpPr>
        <p:spPr bwMode="auto">
          <a:xfrm>
            <a:off x="688855" y="908720"/>
            <a:ext cx="878684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b="1" dirty="0">
                <a:latin typeface="Verdana" pitchFamily="34" charset="0"/>
              </a:rPr>
              <a:t>Vývojová tabulka</a:t>
            </a:r>
          </a:p>
        </p:txBody>
      </p:sp>
      <p:graphicFrame>
        <p:nvGraphicFramePr>
          <p:cNvPr id="251046" name="Group 1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679934"/>
              </p:ext>
            </p:extLst>
          </p:nvPr>
        </p:nvGraphicFramePr>
        <p:xfrm>
          <a:off x="928662" y="2113117"/>
          <a:ext cx="4246563" cy="3908171"/>
        </p:xfrm>
        <a:graphic>
          <a:graphicData uri="http://schemas.openxmlformats.org/drawingml/2006/table">
            <a:tbl>
              <a:tblPr/>
              <a:tblGrid>
                <a:gridCol w="85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cs-CZ" sz="32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  <a:endParaRPr kumimoji="0" lang="cs-CZ" sz="32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Y2,Y1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cs-CZ" sz="32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cs-CZ" sz="32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+1</a:t>
                      </a:r>
                      <a:endParaRPr kumimoji="0" lang="cs-CZ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 v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(X2,X1)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188">
                <a:tc v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40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Q1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+mn-ea"/>
                          <a:cs typeface="+mn-cs"/>
                        </a:rPr>
                        <a:t>Q1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24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Q2</a:t>
                      </a:r>
                      <a:endParaRPr kumimoji="0" lang="cs-CZ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Q2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Q2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+mn-ea"/>
                          <a:cs typeface="+mn-cs"/>
                        </a:rPr>
                        <a:t>Q2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24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Q3</a:t>
                      </a:r>
                      <a:endParaRPr kumimoji="0" lang="cs-CZ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Q3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Q3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+mn-ea"/>
                          <a:cs typeface="+mn-cs"/>
                        </a:rPr>
                        <a:t>Q3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6" name="Přímá spojovací šipka 15"/>
          <p:cNvCxnSpPr/>
          <p:nvPr/>
        </p:nvCxnSpPr>
        <p:spPr>
          <a:xfrm flipV="1">
            <a:off x="1547762" y="3270403"/>
            <a:ext cx="1285884" cy="35719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Přímá spojovací šipka 18"/>
          <p:cNvCxnSpPr/>
          <p:nvPr/>
        </p:nvCxnSpPr>
        <p:spPr>
          <a:xfrm rot="5400000">
            <a:off x="2869365" y="3520436"/>
            <a:ext cx="357190" cy="1588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Modelový příklad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Oválný bublinový popisek 11"/>
          <p:cNvSpPr/>
          <p:nvPr/>
        </p:nvSpPr>
        <p:spPr>
          <a:xfrm>
            <a:off x="5760000" y="1268761"/>
            <a:ext cx="2160000" cy="685196"/>
          </a:xfrm>
          <a:prstGeom prst="wedgeEllipseCallout">
            <a:avLst>
              <a:gd name="adj1" fmla="val -241896"/>
              <a:gd name="adj2" fmla="val 88593"/>
            </a:avLst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dirty="0">
                <a:solidFill>
                  <a:schemeClr val="tx1"/>
                </a:solidFill>
              </a:rPr>
              <a:t>Současný stav</a:t>
            </a:r>
          </a:p>
        </p:txBody>
      </p:sp>
      <p:sp>
        <p:nvSpPr>
          <p:cNvPr id="13" name="Oválný bublinový popisek 12"/>
          <p:cNvSpPr/>
          <p:nvPr/>
        </p:nvSpPr>
        <p:spPr>
          <a:xfrm>
            <a:off x="5760000" y="2333227"/>
            <a:ext cx="2160000" cy="685196"/>
          </a:xfrm>
          <a:prstGeom prst="wedgeEllipseCallout">
            <a:avLst>
              <a:gd name="adj1" fmla="val -134383"/>
              <a:gd name="adj2" fmla="val -49094"/>
            </a:avLst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dirty="0">
                <a:solidFill>
                  <a:schemeClr val="tx1"/>
                </a:solidFill>
              </a:rPr>
              <a:t>Budoucí stav</a:t>
            </a:r>
          </a:p>
        </p:txBody>
      </p:sp>
      <p:sp>
        <p:nvSpPr>
          <p:cNvPr id="14" name="Oválný bublinový popisek 13"/>
          <p:cNvSpPr/>
          <p:nvPr/>
        </p:nvSpPr>
        <p:spPr>
          <a:xfrm>
            <a:off x="5813077" y="3411089"/>
            <a:ext cx="2160000" cy="685196"/>
          </a:xfrm>
          <a:prstGeom prst="wedgeEllipseCallout">
            <a:avLst>
              <a:gd name="adj1" fmla="val -92050"/>
              <a:gd name="adj2" fmla="val -74513"/>
            </a:avLst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dirty="0">
                <a:solidFill>
                  <a:schemeClr val="tx1"/>
                </a:solidFill>
              </a:rPr>
              <a:t>Hodnota vstupu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2" grpId="0" animBg="1"/>
      <p:bldP spid="13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6842" cy="215443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Bef>
                <a:spcPts val="1800"/>
              </a:spcBef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b="1" dirty="0">
                <a:latin typeface="Verdana" pitchFamily="34" charset="0"/>
              </a:rPr>
              <a:t>Generování výstupní posloupnosti</a:t>
            </a:r>
          </a:p>
          <a:p>
            <a:pPr marL="504000" indent="-504000">
              <a:spcBef>
                <a:spcPts val="12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Vytvořte </a:t>
            </a:r>
            <a:r>
              <a:rPr lang="cs-CZ" sz="2000" b="1" dirty="0">
                <a:latin typeface="Verdana" pitchFamily="34" charset="0"/>
              </a:rPr>
              <a:t>výstupní posloupnost </a:t>
            </a:r>
            <a:r>
              <a:rPr lang="cs-CZ" sz="2000" dirty="0">
                <a:latin typeface="Verdana" pitchFamily="34" charset="0"/>
              </a:rPr>
              <a:t>na základě </a:t>
            </a:r>
            <a:r>
              <a:rPr lang="cs-CZ" sz="2000" b="1" dirty="0">
                <a:latin typeface="Verdana" pitchFamily="34" charset="0"/>
              </a:rPr>
              <a:t>posloupnosti hodnot na vstupu</a:t>
            </a:r>
          </a:p>
          <a:p>
            <a:pPr marL="504000" indent="-504000">
              <a:spcBef>
                <a:spcPts val="12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Použijte stejný diagram přechodů</a:t>
            </a:r>
          </a:p>
          <a:p>
            <a:pPr marL="504000" indent="-504000">
              <a:spcBef>
                <a:spcPts val="12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Překreslete posloupnost do časového diagramu</a:t>
            </a:r>
            <a:endParaRPr lang="cs-CZ" sz="2000" b="1" dirty="0">
              <a:latin typeface="Verdana" pitchFamily="34" charset="0"/>
            </a:endParaRPr>
          </a:p>
        </p:txBody>
      </p:sp>
      <p:graphicFrame>
        <p:nvGraphicFramePr>
          <p:cNvPr id="19" name="Tabulka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172427"/>
              </p:ext>
            </p:extLst>
          </p:nvPr>
        </p:nvGraphicFramePr>
        <p:xfrm>
          <a:off x="428600" y="4620736"/>
          <a:ext cx="8358245" cy="11633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59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s-CZ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X2X1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cs-CZ" sz="2000" b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Y2Y1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cs-CZ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468000" y="288000"/>
            <a:ext cx="8643966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cs-CZ" sz="4000" b="1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62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dirty="0">
                <a:latin typeface="Verdana" pitchFamily="34" charset="0"/>
              </a:rPr>
              <a:t>Vygenerujte výstupní posloupnost a překreslete diagram přechodů do vývojové tabulky</a:t>
            </a:r>
          </a:p>
        </p:txBody>
      </p:sp>
      <p:sp>
        <p:nvSpPr>
          <p:cNvPr id="2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5" name="Tlačítko akce: Vlastní 2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6" name="Tlačítko akce: Vlastní 2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7" name="Tlačítko akce: Vlastní 26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9" name="Rectangle 2"/>
          <p:cNvSpPr txBox="1">
            <a:spLocks noChangeArrowheads="1"/>
          </p:cNvSpPr>
          <p:nvPr/>
        </p:nvSpPr>
        <p:spPr bwMode="auto">
          <a:xfrm>
            <a:off x="468000" y="288000"/>
            <a:ext cx="8643966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cs-CZ" sz="4000" b="1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2</a:t>
            </a:r>
          </a:p>
        </p:txBody>
      </p:sp>
    </p:spTree>
    <p:extLst>
      <p:ext uri="{BB962C8B-B14F-4D97-AF65-F5344CB8AC3E}">
        <p14:creationId xmlns:p14="http://schemas.microsoft.com/office/powerpoint/2010/main" val="385691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2" grpId="0"/>
      <p:bldP spid="23" grpId="0" animBg="1"/>
      <p:bldP spid="2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lipsa 12"/>
          <p:cNvSpPr/>
          <p:nvPr/>
        </p:nvSpPr>
        <p:spPr>
          <a:xfrm>
            <a:off x="1348860" y="4333897"/>
            <a:ext cx="1080000" cy="1080000"/>
          </a:xfrm>
          <a:prstGeom prst="ellipse">
            <a:avLst/>
          </a:prstGeom>
          <a:solidFill>
            <a:srgbClr val="FFFF00"/>
          </a:solidFill>
          <a:ln w="1016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200" b="1" dirty="0">
                <a:solidFill>
                  <a:schemeClr val="tx1"/>
                </a:solidFill>
              </a:rPr>
              <a:t>Q1</a:t>
            </a:r>
          </a:p>
        </p:txBody>
      </p:sp>
      <p:sp>
        <p:nvSpPr>
          <p:cNvPr id="15" name="Elipsa 14"/>
          <p:cNvSpPr/>
          <p:nvPr/>
        </p:nvSpPr>
        <p:spPr>
          <a:xfrm>
            <a:off x="1357290" y="1984873"/>
            <a:ext cx="1080000" cy="1080000"/>
          </a:xfrm>
          <a:prstGeom prst="ellipse">
            <a:avLst/>
          </a:prstGeom>
          <a:solidFill>
            <a:srgbClr val="FF9900"/>
          </a:solidFill>
          <a:ln w="1016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200" b="1" dirty="0">
                <a:solidFill>
                  <a:schemeClr val="tx1"/>
                </a:solidFill>
              </a:rPr>
              <a:t>Q2</a:t>
            </a:r>
          </a:p>
        </p:txBody>
      </p:sp>
      <p:sp>
        <p:nvSpPr>
          <p:cNvPr id="16" name="Elipsa 15"/>
          <p:cNvSpPr/>
          <p:nvPr/>
        </p:nvSpPr>
        <p:spPr>
          <a:xfrm>
            <a:off x="3714744" y="4342327"/>
            <a:ext cx="1080000" cy="1080000"/>
          </a:xfrm>
          <a:prstGeom prst="ellipse">
            <a:avLst/>
          </a:prstGeom>
          <a:solidFill>
            <a:srgbClr val="FFFF00"/>
          </a:solidFill>
          <a:ln w="1016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200" b="1" dirty="0">
                <a:solidFill>
                  <a:schemeClr val="tx1"/>
                </a:solidFill>
              </a:rPr>
              <a:t>Q3</a:t>
            </a:r>
          </a:p>
        </p:txBody>
      </p:sp>
      <p:sp>
        <p:nvSpPr>
          <p:cNvPr id="17" name="Elipsa 16"/>
          <p:cNvSpPr/>
          <p:nvPr/>
        </p:nvSpPr>
        <p:spPr>
          <a:xfrm>
            <a:off x="3643306" y="1984873"/>
            <a:ext cx="1080000" cy="10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200" b="1" dirty="0">
                <a:solidFill>
                  <a:schemeClr val="tx1"/>
                </a:solidFill>
              </a:rPr>
              <a:t>Q4</a:t>
            </a:r>
          </a:p>
        </p:txBody>
      </p:sp>
      <p:sp>
        <p:nvSpPr>
          <p:cNvPr id="36" name="Volný tvar 35"/>
          <p:cNvSpPr/>
          <p:nvPr/>
        </p:nvSpPr>
        <p:spPr>
          <a:xfrm>
            <a:off x="1571604" y="3056442"/>
            <a:ext cx="214314" cy="1285885"/>
          </a:xfrm>
          <a:custGeom>
            <a:avLst/>
            <a:gdLst>
              <a:gd name="connsiteX0" fmla="*/ 418495 w 491067"/>
              <a:gd name="connsiteY0" fmla="*/ 1480457 h 1480457"/>
              <a:gd name="connsiteX1" fmla="*/ 12095 w 491067"/>
              <a:gd name="connsiteY1" fmla="*/ 667657 h 1480457"/>
              <a:gd name="connsiteX2" fmla="*/ 491067 w 491067"/>
              <a:gd name="connsiteY2" fmla="*/ 0 h 1480457"/>
              <a:gd name="connsiteX3" fmla="*/ 491067 w 491067"/>
              <a:gd name="connsiteY3" fmla="*/ 0 h 148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067" h="1480457">
                <a:moveTo>
                  <a:pt x="418495" y="1480457"/>
                </a:moveTo>
                <a:cubicBezTo>
                  <a:pt x="209247" y="1197428"/>
                  <a:pt x="0" y="914400"/>
                  <a:pt x="12095" y="667657"/>
                </a:cubicBezTo>
                <a:cubicBezTo>
                  <a:pt x="24190" y="420914"/>
                  <a:pt x="491067" y="0"/>
                  <a:pt x="491067" y="0"/>
                </a:cubicBezTo>
                <a:lnTo>
                  <a:pt x="491067" y="0"/>
                </a:lnTo>
              </a:path>
            </a:pathLst>
          </a:cu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7" name="Volný tvar 36"/>
          <p:cNvSpPr/>
          <p:nvPr/>
        </p:nvSpPr>
        <p:spPr>
          <a:xfrm rot="16200000">
            <a:off x="2964646" y="4449483"/>
            <a:ext cx="214314" cy="1285885"/>
          </a:xfrm>
          <a:custGeom>
            <a:avLst/>
            <a:gdLst>
              <a:gd name="connsiteX0" fmla="*/ 418495 w 491067"/>
              <a:gd name="connsiteY0" fmla="*/ 1480457 h 1480457"/>
              <a:gd name="connsiteX1" fmla="*/ 12095 w 491067"/>
              <a:gd name="connsiteY1" fmla="*/ 667657 h 1480457"/>
              <a:gd name="connsiteX2" fmla="*/ 491067 w 491067"/>
              <a:gd name="connsiteY2" fmla="*/ 0 h 1480457"/>
              <a:gd name="connsiteX3" fmla="*/ 491067 w 491067"/>
              <a:gd name="connsiteY3" fmla="*/ 0 h 148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067" h="1480457">
                <a:moveTo>
                  <a:pt x="418495" y="1480457"/>
                </a:moveTo>
                <a:cubicBezTo>
                  <a:pt x="209247" y="1197428"/>
                  <a:pt x="0" y="914400"/>
                  <a:pt x="12095" y="667657"/>
                </a:cubicBezTo>
                <a:cubicBezTo>
                  <a:pt x="24190" y="420914"/>
                  <a:pt x="491067" y="0"/>
                  <a:pt x="491067" y="0"/>
                </a:cubicBezTo>
                <a:lnTo>
                  <a:pt x="491067" y="0"/>
                </a:lnTo>
              </a:path>
            </a:pathLst>
          </a:cu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8" name="Volný tvar 37"/>
          <p:cNvSpPr/>
          <p:nvPr/>
        </p:nvSpPr>
        <p:spPr>
          <a:xfrm rot="10800000">
            <a:off x="2000232" y="3056443"/>
            <a:ext cx="214314" cy="1285885"/>
          </a:xfrm>
          <a:custGeom>
            <a:avLst/>
            <a:gdLst>
              <a:gd name="connsiteX0" fmla="*/ 418495 w 491067"/>
              <a:gd name="connsiteY0" fmla="*/ 1480457 h 1480457"/>
              <a:gd name="connsiteX1" fmla="*/ 12095 w 491067"/>
              <a:gd name="connsiteY1" fmla="*/ 667657 h 1480457"/>
              <a:gd name="connsiteX2" fmla="*/ 491067 w 491067"/>
              <a:gd name="connsiteY2" fmla="*/ 0 h 1480457"/>
              <a:gd name="connsiteX3" fmla="*/ 491067 w 491067"/>
              <a:gd name="connsiteY3" fmla="*/ 0 h 148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067" h="1480457">
                <a:moveTo>
                  <a:pt x="418495" y="1480457"/>
                </a:moveTo>
                <a:cubicBezTo>
                  <a:pt x="209247" y="1197428"/>
                  <a:pt x="0" y="914400"/>
                  <a:pt x="12095" y="667657"/>
                </a:cubicBezTo>
                <a:cubicBezTo>
                  <a:pt x="24190" y="420914"/>
                  <a:pt x="491067" y="0"/>
                  <a:pt x="491067" y="0"/>
                </a:cubicBezTo>
                <a:lnTo>
                  <a:pt x="491067" y="0"/>
                </a:lnTo>
              </a:path>
            </a:pathLst>
          </a:cu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9" name="Volný tvar 38"/>
          <p:cNvSpPr/>
          <p:nvPr/>
        </p:nvSpPr>
        <p:spPr>
          <a:xfrm rot="5400000">
            <a:off x="2928927" y="3985139"/>
            <a:ext cx="285750" cy="1285884"/>
          </a:xfrm>
          <a:custGeom>
            <a:avLst/>
            <a:gdLst>
              <a:gd name="connsiteX0" fmla="*/ 418495 w 491067"/>
              <a:gd name="connsiteY0" fmla="*/ 1480457 h 1480457"/>
              <a:gd name="connsiteX1" fmla="*/ 12095 w 491067"/>
              <a:gd name="connsiteY1" fmla="*/ 667657 h 1480457"/>
              <a:gd name="connsiteX2" fmla="*/ 491067 w 491067"/>
              <a:gd name="connsiteY2" fmla="*/ 0 h 1480457"/>
              <a:gd name="connsiteX3" fmla="*/ 491067 w 491067"/>
              <a:gd name="connsiteY3" fmla="*/ 0 h 148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067" h="1480457">
                <a:moveTo>
                  <a:pt x="418495" y="1480457"/>
                </a:moveTo>
                <a:cubicBezTo>
                  <a:pt x="209247" y="1197428"/>
                  <a:pt x="0" y="914400"/>
                  <a:pt x="12095" y="667657"/>
                </a:cubicBezTo>
                <a:cubicBezTo>
                  <a:pt x="24190" y="420914"/>
                  <a:pt x="491067" y="0"/>
                  <a:pt x="491067" y="0"/>
                </a:cubicBezTo>
                <a:lnTo>
                  <a:pt x="491067" y="0"/>
                </a:lnTo>
              </a:path>
            </a:pathLst>
          </a:cu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2" name="Volný tvar 41"/>
          <p:cNvSpPr/>
          <p:nvPr/>
        </p:nvSpPr>
        <p:spPr>
          <a:xfrm rot="2857969">
            <a:off x="4831385" y="4604235"/>
            <a:ext cx="573067" cy="568331"/>
          </a:xfrm>
          <a:custGeom>
            <a:avLst/>
            <a:gdLst>
              <a:gd name="connsiteX0" fmla="*/ 0 w 539750"/>
              <a:gd name="connsiteY0" fmla="*/ 396875 h 492125"/>
              <a:gd name="connsiteX1" fmla="*/ 114300 w 539750"/>
              <a:gd name="connsiteY1" fmla="*/ 92075 h 492125"/>
              <a:gd name="connsiteX2" fmla="*/ 485775 w 539750"/>
              <a:gd name="connsiteY2" fmla="*/ 44450 h 492125"/>
              <a:gd name="connsiteX3" fmla="*/ 438150 w 539750"/>
              <a:gd name="connsiteY3" fmla="*/ 358775 h 492125"/>
              <a:gd name="connsiteX4" fmla="*/ 104775 w 539750"/>
              <a:gd name="connsiteY4" fmla="*/ 492125 h 492125"/>
              <a:gd name="connsiteX5" fmla="*/ 104775 w 539750"/>
              <a:gd name="connsiteY5" fmla="*/ 492125 h 492125"/>
              <a:gd name="connsiteX0" fmla="*/ 0 w 539750"/>
              <a:gd name="connsiteY0" fmla="*/ 396875 h 492125"/>
              <a:gd name="connsiteX1" fmla="*/ 114300 w 539750"/>
              <a:gd name="connsiteY1" fmla="*/ 92075 h 492125"/>
              <a:gd name="connsiteX2" fmla="*/ 485775 w 539750"/>
              <a:gd name="connsiteY2" fmla="*/ 44450 h 492125"/>
              <a:gd name="connsiteX3" fmla="*/ 438150 w 539750"/>
              <a:gd name="connsiteY3" fmla="*/ 358775 h 492125"/>
              <a:gd name="connsiteX4" fmla="*/ 104775 w 539750"/>
              <a:gd name="connsiteY4" fmla="*/ 492125 h 492125"/>
              <a:gd name="connsiteX5" fmla="*/ 104775 w 539750"/>
              <a:gd name="connsiteY5" fmla="*/ 492125 h 492125"/>
              <a:gd name="connsiteX0" fmla="*/ 0 w 606415"/>
              <a:gd name="connsiteY0" fmla="*/ 396875 h 492125"/>
              <a:gd name="connsiteX1" fmla="*/ 114300 w 606415"/>
              <a:gd name="connsiteY1" fmla="*/ 92075 h 492125"/>
              <a:gd name="connsiteX2" fmla="*/ 485775 w 606415"/>
              <a:gd name="connsiteY2" fmla="*/ 44450 h 492125"/>
              <a:gd name="connsiteX3" fmla="*/ 438150 w 606415"/>
              <a:gd name="connsiteY3" fmla="*/ 358775 h 492125"/>
              <a:gd name="connsiteX4" fmla="*/ 104775 w 606415"/>
              <a:gd name="connsiteY4" fmla="*/ 492125 h 492125"/>
              <a:gd name="connsiteX5" fmla="*/ 104775 w 606415"/>
              <a:gd name="connsiteY5" fmla="*/ 492125 h 492125"/>
              <a:gd name="connsiteX0" fmla="*/ 0 w 606415"/>
              <a:gd name="connsiteY0" fmla="*/ 473081 h 568331"/>
              <a:gd name="connsiteX1" fmla="*/ 114300 w 606415"/>
              <a:gd name="connsiteY1" fmla="*/ 168281 h 568331"/>
              <a:gd name="connsiteX2" fmla="*/ 485775 w 606415"/>
              <a:gd name="connsiteY2" fmla="*/ 120656 h 568331"/>
              <a:gd name="connsiteX3" fmla="*/ 438150 w 606415"/>
              <a:gd name="connsiteY3" fmla="*/ 434981 h 568331"/>
              <a:gd name="connsiteX4" fmla="*/ 104775 w 606415"/>
              <a:gd name="connsiteY4" fmla="*/ 568331 h 568331"/>
              <a:gd name="connsiteX5" fmla="*/ 104775 w 606415"/>
              <a:gd name="connsiteY5" fmla="*/ 568331 h 568331"/>
              <a:gd name="connsiteX0" fmla="*/ 0 w 573067"/>
              <a:gd name="connsiteY0" fmla="*/ 473081 h 568331"/>
              <a:gd name="connsiteX1" fmla="*/ 114300 w 573067"/>
              <a:gd name="connsiteY1" fmla="*/ 168281 h 568331"/>
              <a:gd name="connsiteX2" fmla="*/ 485775 w 573067"/>
              <a:gd name="connsiteY2" fmla="*/ 120656 h 568331"/>
              <a:gd name="connsiteX3" fmla="*/ 438150 w 573067"/>
              <a:gd name="connsiteY3" fmla="*/ 434981 h 568331"/>
              <a:gd name="connsiteX4" fmla="*/ 104775 w 573067"/>
              <a:gd name="connsiteY4" fmla="*/ 568331 h 568331"/>
              <a:gd name="connsiteX5" fmla="*/ 104775 w 573067"/>
              <a:gd name="connsiteY5" fmla="*/ 568331 h 568331"/>
              <a:gd name="connsiteX0" fmla="*/ 0 w 573067"/>
              <a:gd name="connsiteY0" fmla="*/ 473081 h 568331"/>
              <a:gd name="connsiteX1" fmla="*/ 114300 w 573067"/>
              <a:gd name="connsiteY1" fmla="*/ 168281 h 568331"/>
              <a:gd name="connsiteX2" fmla="*/ 485775 w 573067"/>
              <a:gd name="connsiteY2" fmla="*/ 120656 h 568331"/>
              <a:gd name="connsiteX3" fmla="*/ 438150 w 573067"/>
              <a:gd name="connsiteY3" fmla="*/ 434981 h 568331"/>
              <a:gd name="connsiteX4" fmla="*/ 104775 w 573067"/>
              <a:gd name="connsiteY4" fmla="*/ 568331 h 568331"/>
              <a:gd name="connsiteX5" fmla="*/ 104775 w 573067"/>
              <a:gd name="connsiteY5" fmla="*/ 568331 h 568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3067" h="568331">
                <a:moveTo>
                  <a:pt x="0" y="473081"/>
                </a:moveTo>
                <a:cubicBezTo>
                  <a:pt x="16669" y="350050"/>
                  <a:pt x="42857" y="274637"/>
                  <a:pt x="114300" y="168281"/>
                </a:cubicBezTo>
                <a:cubicBezTo>
                  <a:pt x="195263" y="109544"/>
                  <a:pt x="322253" y="0"/>
                  <a:pt x="485775" y="120656"/>
                </a:cubicBezTo>
                <a:cubicBezTo>
                  <a:pt x="573067" y="260342"/>
                  <a:pt x="501650" y="360369"/>
                  <a:pt x="438150" y="434981"/>
                </a:cubicBezTo>
                <a:cubicBezTo>
                  <a:pt x="374650" y="509593"/>
                  <a:pt x="104775" y="568331"/>
                  <a:pt x="104775" y="568331"/>
                </a:cubicBezTo>
                <a:lnTo>
                  <a:pt x="104775" y="568331"/>
                </a:lnTo>
              </a:path>
            </a:pathLst>
          </a:cu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4" name="Volný tvar 43"/>
          <p:cNvSpPr/>
          <p:nvPr/>
        </p:nvSpPr>
        <p:spPr>
          <a:xfrm rot="10590402">
            <a:off x="1035159" y="5318140"/>
            <a:ext cx="573067" cy="568331"/>
          </a:xfrm>
          <a:custGeom>
            <a:avLst/>
            <a:gdLst>
              <a:gd name="connsiteX0" fmla="*/ 0 w 539750"/>
              <a:gd name="connsiteY0" fmla="*/ 396875 h 492125"/>
              <a:gd name="connsiteX1" fmla="*/ 114300 w 539750"/>
              <a:gd name="connsiteY1" fmla="*/ 92075 h 492125"/>
              <a:gd name="connsiteX2" fmla="*/ 485775 w 539750"/>
              <a:gd name="connsiteY2" fmla="*/ 44450 h 492125"/>
              <a:gd name="connsiteX3" fmla="*/ 438150 w 539750"/>
              <a:gd name="connsiteY3" fmla="*/ 358775 h 492125"/>
              <a:gd name="connsiteX4" fmla="*/ 104775 w 539750"/>
              <a:gd name="connsiteY4" fmla="*/ 492125 h 492125"/>
              <a:gd name="connsiteX5" fmla="*/ 104775 w 539750"/>
              <a:gd name="connsiteY5" fmla="*/ 492125 h 492125"/>
              <a:gd name="connsiteX0" fmla="*/ 0 w 539750"/>
              <a:gd name="connsiteY0" fmla="*/ 396875 h 492125"/>
              <a:gd name="connsiteX1" fmla="*/ 114300 w 539750"/>
              <a:gd name="connsiteY1" fmla="*/ 92075 h 492125"/>
              <a:gd name="connsiteX2" fmla="*/ 485775 w 539750"/>
              <a:gd name="connsiteY2" fmla="*/ 44450 h 492125"/>
              <a:gd name="connsiteX3" fmla="*/ 438150 w 539750"/>
              <a:gd name="connsiteY3" fmla="*/ 358775 h 492125"/>
              <a:gd name="connsiteX4" fmla="*/ 104775 w 539750"/>
              <a:gd name="connsiteY4" fmla="*/ 492125 h 492125"/>
              <a:gd name="connsiteX5" fmla="*/ 104775 w 539750"/>
              <a:gd name="connsiteY5" fmla="*/ 492125 h 492125"/>
              <a:gd name="connsiteX0" fmla="*/ 0 w 606415"/>
              <a:gd name="connsiteY0" fmla="*/ 396875 h 492125"/>
              <a:gd name="connsiteX1" fmla="*/ 114300 w 606415"/>
              <a:gd name="connsiteY1" fmla="*/ 92075 h 492125"/>
              <a:gd name="connsiteX2" fmla="*/ 485775 w 606415"/>
              <a:gd name="connsiteY2" fmla="*/ 44450 h 492125"/>
              <a:gd name="connsiteX3" fmla="*/ 438150 w 606415"/>
              <a:gd name="connsiteY3" fmla="*/ 358775 h 492125"/>
              <a:gd name="connsiteX4" fmla="*/ 104775 w 606415"/>
              <a:gd name="connsiteY4" fmla="*/ 492125 h 492125"/>
              <a:gd name="connsiteX5" fmla="*/ 104775 w 606415"/>
              <a:gd name="connsiteY5" fmla="*/ 492125 h 492125"/>
              <a:gd name="connsiteX0" fmla="*/ 0 w 606415"/>
              <a:gd name="connsiteY0" fmla="*/ 473081 h 568331"/>
              <a:gd name="connsiteX1" fmla="*/ 114300 w 606415"/>
              <a:gd name="connsiteY1" fmla="*/ 168281 h 568331"/>
              <a:gd name="connsiteX2" fmla="*/ 485775 w 606415"/>
              <a:gd name="connsiteY2" fmla="*/ 120656 h 568331"/>
              <a:gd name="connsiteX3" fmla="*/ 438150 w 606415"/>
              <a:gd name="connsiteY3" fmla="*/ 434981 h 568331"/>
              <a:gd name="connsiteX4" fmla="*/ 104775 w 606415"/>
              <a:gd name="connsiteY4" fmla="*/ 568331 h 568331"/>
              <a:gd name="connsiteX5" fmla="*/ 104775 w 606415"/>
              <a:gd name="connsiteY5" fmla="*/ 568331 h 568331"/>
              <a:gd name="connsiteX0" fmla="*/ 0 w 573067"/>
              <a:gd name="connsiteY0" fmla="*/ 473081 h 568331"/>
              <a:gd name="connsiteX1" fmla="*/ 114300 w 573067"/>
              <a:gd name="connsiteY1" fmla="*/ 168281 h 568331"/>
              <a:gd name="connsiteX2" fmla="*/ 485775 w 573067"/>
              <a:gd name="connsiteY2" fmla="*/ 120656 h 568331"/>
              <a:gd name="connsiteX3" fmla="*/ 438150 w 573067"/>
              <a:gd name="connsiteY3" fmla="*/ 434981 h 568331"/>
              <a:gd name="connsiteX4" fmla="*/ 104775 w 573067"/>
              <a:gd name="connsiteY4" fmla="*/ 568331 h 568331"/>
              <a:gd name="connsiteX5" fmla="*/ 104775 w 573067"/>
              <a:gd name="connsiteY5" fmla="*/ 568331 h 568331"/>
              <a:gd name="connsiteX0" fmla="*/ 0 w 573067"/>
              <a:gd name="connsiteY0" fmla="*/ 473081 h 568331"/>
              <a:gd name="connsiteX1" fmla="*/ 114300 w 573067"/>
              <a:gd name="connsiteY1" fmla="*/ 168281 h 568331"/>
              <a:gd name="connsiteX2" fmla="*/ 485775 w 573067"/>
              <a:gd name="connsiteY2" fmla="*/ 120656 h 568331"/>
              <a:gd name="connsiteX3" fmla="*/ 438150 w 573067"/>
              <a:gd name="connsiteY3" fmla="*/ 434981 h 568331"/>
              <a:gd name="connsiteX4" fmla="*/ 104775 w 573067"/>
              <a:gd name="connsiteY4" fmla="*/ 568331 h 568331"/>
              <a:gd name="connsiteX5" fmla="*/ 104775 w 573067"/>
              <a:gd name="connsiteY5" fmla="*/ 568331 h 568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3067" h="568331">
                <a:moveTo>
                  <a:pt x="0" y="473081"/>
                </a:moveTo>
                <a:cubicBezTo>
                  <a:pt x="16669" y="350050"/>
                  <a:pt x="42857" y="274637"/>
                  <a:pt x="114300" y="168281"/>
                </a:cubicBezTo>
                <a:cubicBezTo>
                  <a:pt x="195263" y="109544"/>
                  <a:pt x="322253" y="0"/>
                  <a:pt x="485775" y="120656"/>
                </a:cubicBezTo>
                <a:cubicBezTo>
                  <a:pt x="573067" y="260342"/>
                  <a:pt x="501650" y="360369"/>
                  <a:pt x="438150" y="434981"/>
                </a:cubicBezTo>
                <a:cubicBezTo>
                  <a:pt x="374650" y="509593"/>
                  <a:pt x="104775" y="568331"/>
                  <a:pt x="104775" y="568331"/>
                </a:cubicBezTo>
                <a:lnTo>
                  <a:pt x="104775" y="568331"/>
                </a:lnTo>
              </a:path>
            </a:pathLst>
          </a:cu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5" name="Volný tvar 44"/>
          <p:cNvSpPr/>
          <p:nvPr/>
        </p:nvSpPr>
        <p:spPr>
          <a:xfrm rot="18814487">
            <a:off x="1617011" y="1318353"/>
            <a:ext cx="573067" cy="568331"/>
          </a:xfrm>
          <a:custGeom>
            <a:avLst/>
            <a:gdLst>
              <a:gd name="connsiteX0" fmla="*/ 0 w 539750"/>
              <a:gd name="connsiteY0" fmla="*/ 396875 h 492125"/>
              <a:gd name="connsiteX1" fmla="*/ 114300 w 539750"/>
              <a:gd name="connsiteY1" fmla="*/ 92075 h 492125"/>
              <a:gd name="connsiteX2" fmla="*/ 485775 w 539750"/>
              <a:gd name="connsiteY2" fmla="*/ 44450 h 492125"/>
              <a:gd name="connsiteX3" fmla="*/ 438150 w 539750"/>
              <a:gd name="connsiteY3" fmla="*/ 358775 h 492125"/>
              <a:gd name="connsiteX4" fmla="*/ 104775 w 539750"/>
              <a:gd name="connsiteY4" fmla="*/ 492125 h 492125"/>
              <a:gd name="connsiteX5" fmla="*/ 104775 w 539750"/>
              <a:gd name="connsiteY5" fmla="*/ 492125 h 492125"/>
              <a:gd name="connsiteX0" fmla="*/ 0 w 539750"/>
              <a:gd name="connsiteY0" fmla="*/ 396875 h 492125"/>
              <a:gd name="connsiteX1" fmla="*/ 114300 w 539750"/>
              <a:gd name="connsiteY1" fmla="*/ 92075 h 492125"/>
              <a:gd name="connsiteX2" fmla="*/ 485775 w 539750"/>
              <a:gd name="connsiteY2" fmla="*/ 44450 h 492125"/>
              <a:gd name="connsiteX3" fmla="*/ 438150 w 539750"/>
              <a:gd name="connsiteY3" fmla="*/ 358775 h 492125"/>
              <a:gd name="connsiteX4" fmla="*/ 104775 w 539750"/>
              <a:gd name="connsiteY4" fmla="*/ 492125 h 492125"/>
              <a:gd name="connsiteX5" fmla="*/ 104775 w 539750"/>
              <a:gd name="connsiteY5" fmla="*/ 492125 h 492125"/>
              <a:gd name="connsiteX0" fmla="*/ 0 w 606415"/>
              <a:gd name="connsiteY0" fmla="*/ 396875 h 492125"/>
              <a:gd name="connsiteX1" fmla="*/ 114300 w 606415"/>
              <a:gd name="connsiteY1" fmla="*/ 92075 h 492125"/>
              <a:gd name="connsiteX2" fmla="*/ 485775 w 606415"/>
              <a:gd name="connsiteY2" fmla="*/ 44450 h 492125"/>
              <a:gd name="connsiteX3" fmla="*/ 438150 w 606415"/>
              <a:gd name="connsiteY3" fmla="*/ 358775 h 492125"/>
              <a:gd name="connsiteX4" fmla="*/ 104775 w 606415"/>
              <a:gd name="connsiteY4" fmla="*/ 492125 h 492125"/>
              <a:gd name="connsiteX5" fmla="*/ 104775 w 606415"/>
              <a:gd name="connsiteY5" fmla="*/ 492125 h 492125"/>
              <a:gd name="connsiteX0" fmla="*/ 0 w 606415"/>
              <a:gd name="connsiteY0" fmla="*/ 473081 h 568331"/>
              <a:gd name="connsiteX1" fmla="*/ 114300 w 606415"/>
              <a:gd name="connsiteY1" fmla="*/ 168281 h 568331"/>
              <a:gd name="connsiteX2" fmla="*/ 485775 w 606415"/>
              <a:gd name="connsiteY2" fmla="*/ 120656 h 568331"/>
              <a:gd name="connsiteX3" fmla="*/ 438150 w 606415"/>
              <a:gd name="connsiteY3" fmla="*/ 434981 h 568331"/>
              <a:gd name="connsiteX4" fmla="*/ 104775 w 606415"/>
              <a:gd name="connsiteY4" fmla="*/ 568331 h 568331"/>
              <a:gd name="connsiteX5" fmla="*/ 104775 w 606415"/>
              <a:gd name="connsiteY5" fmla="*/ 568331 h 568331"/>
              <a:gd name="connsiteX0" fmla="*/ 0 w 573067"/>
              <a:gd name="connsiteY0" fmla="*/ 473081 h 568331"/>
              <a:gd name="connsiteX1" fmla="*/ 114300 w 573067"/>
              <a:gd name="connsiteY1" fmla="*/ 168281 h 568331"/>
              <a:gd name="connsiteX2" fmla="*/ 485775 w 573067"/>
              <a:gd name="connsiteY2" fmla="*/ 120656 h 568331"/>
              <a:gd name="connsiteX3" fmla="*/ 438150 w 573067"/>
              <a:gd name="connsiteY3" fmla="*/ 434981 h 568331"/>
              <a:gd name="connsiteX4" fmla="*/ 104775 w 573067"/>
              <a:gd name="connsiteY4" fmla="*/ 568331 h 568331"/>
              <a:gd name="connsiteX5" fmla="*/ 104775 w 573067"/>
              <a:gd name="connsiteY5" fmla="*/ 568331 h 568331"/>
              <a:gd name="connsiteX0" fmla="*/ 0 w 573067"/>
              <a:gd name="connsiteY0" fmla="*/ 473081 h 568331"/>
              <a:gd name="connsiteX1" fmla="*/ 114300 w 573067"/>
              <a:gd name="connsiteY1" fmla="*/ 168281 h 568331"/>
              <a:gd name="connsiteX2" fmla="*/ 485775 w 573067"/>
              <a:gd name="connsiteY2" fmla="*/ 120656 h 568331"/>
              <a:gd name="connsiteX3" fmla="*/ 438150 w 573067"/>
              <a:gd name="connsiteY3" fmla="*/ 434981 h 568331"/>
              <a:gd name="connsiteX4" fmla="*/ 104775 w 573067"/>
              <a:gd name="connsiteY4" fmla="*/ 568331 h 568331"/>
              <a:gd name="connsiteX5" fmla="*/ 104775 w 573067"/>
              <a:gd name="connsiteY5" fmla="*/ 568331 h 568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3067" h="568331">
                <a:moveTo>
                  <a:pt x="0" y="473081"/>
                </a:moveTo>
                <a:cubicBezTo>
                  <a:pt x="16669" y="350050"/>
                  <a:pt x="42857" y="274637"/>
                  <a:pt x="114300" y="168281"/>
                </a:cubicBezTo>
                <a:cubicBezTo>
                  <a:pt x="195263" y="109544"/>
                  <a:pt x="322253" y="0"/>
                  <a:pt x="485775" y="120656"/>
                </a:cubicBezTo>
                <a:cubicBezTo>
                  <a:pt x="573067" y="260342"/>
                  <a:pt x="501650" y="360369"/>
                  <a:pt x="438150" y="434981"/>
                </a:cubicBezTo>
                <a:cubicBezTo>
                  <a:pt x="374650" y="509593"/>
                  <a:pt x="104775" y="568331"/>
                  <a:pt x="104775" y="568331"/>
                </a:cubicBezTo>
                <a:lnTo>
                  <a:pt x="104775" y="568331"/>
                </a:lnTo>
              </a:path>
            </a:pathLst>
          </a:cu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6" name="TextovéPole 45"/>
          <p:cNvSpPr txBox="1"/>
          <p:nvPr/>
        </p:nvSpPr>
        <p:spPr>
          <a:xfrm>
            <a:off x="2143108" y="3485071"/>
            <a:ext cx="71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00</a:t>
            </a:r>
          </a:p>
        </p:txBody>
      </p:sp>
      <p:sp>
        <p:nvSpPr>
          <p:cNvPr id="47" name="TextovéPole 46"/>
          <p:cNvSpPr txBox="1"/>
          <p:nvPr/>
        </p:nvSpPr>
        <p:spPr>
          <a:xfrm>
            <a:off x="928662" y="3452034"/>
            <a:ext cx="71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</a:p>
        </p:txBody>
      </p:sp>
      <p:sp>
        <p:nvSpPr>
          <p:cNvPr id="48" name="TextovéPole 47"/>
          <p:cNvSpPr txBox="1"/>
          <p:nvPr/>
        </p:nvSpPr>
        <p:spPr>
          <a:xfrm>
            <a:off x="2714612" y="5139698"/>
            <a:ext cx="71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49" name="TextovéPole 48"/>
          <p:cNvSpPr txBox="1"/>
          <p:nvPr/>
        </p:nvSpPr>
        <p:spPr>
          <a:xfrm>
            <a:off x="2714612" y="4094976"/>
            <a:ext cx="71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endParaRPr lang="cs-CZ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0" name="TextovéPole 49"/>
          <p:cNvSpPr txBox="1"/>
          <p:nvPr/>
        </p:nvSpPr>
        <p:spPr>
          <a:xfrm>
            <a:off x="4857752" y="5199583"/>
            <a:ext cx="1658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01,11</a:t>
            </a:r>
            <a:r>
              <a:rPr lang="en-US" dirty="0"/>
              <a:t>,00</a:t>
            </a:r>
            <a:endParaRPr lang="cs-CZ" dirty="0"/>
          </a:p>
        </p:txBody>
      </p:sp>
      <p:sp>
        <p:nvSpPr>
          <p:cNvPr id="51" name="TextovéPole 50"/>
          <p:cNvSpPr txBox="1"/>
          <p:nvPr/>
        </p:nvSpPr>
        <p:spPr>
          <a:xfrm>
            <a:off x="35496" y="1236347"/>
            <a:ext cx="1704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10,11</a:t>
            </a:r>
            <a:r>
              <a:rPr lang="en-US" dirty="0"/>
              <a:t>,01</a:t>
            </a:r>
            <a:endParaRPr lang="cs-CZ" dirty="0"/>
          </a:p>
        </p:txBody>
      </p:sp>
      <p:graphicFrame>
        <p:nvGraphicFramePr>
          <p:cNvPr id="55" name="Group 1085"/>
          <p:cNvGraphicFramePr>
            <a:graphicFrameLocks noGrp="1"/>
          </p:cNvGraphicFramePr>
          <p:nvPr/>
        </p:nvGraphicFramePr>
        <p:xfrm>
          <a:off x="6364501" y="2760844"/>
          <a:ext cx="1879907" cy="185739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595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Y2</a:t>
                      </a: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Y1</a:t>
                      </a: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Stav</a:t>
                      </a: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Q1</a:t>
                      </a: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Q2</a:t>
                      </a: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Q3</a:t>
                      </a: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Q4</a:t>
                      </a: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TextovéPole 29"/>
          <p:cNvSpPr txBox="1"/>
          <p:nvPr/>
        </p:nvSpPr>
        <p:spPr>
          <a:xfrm>
            <a:off x="35496" y="4842393"/>
            <a:ext cx="1250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00,11</a:t>
            </a:r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Příklad 2</a:t>
            </a:r>
          </a:p>
        </p:txBody>
      </p:sp>
      <p:sp>
        <p:nvSpPr>
          <p:cNvPr id="2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5" name="Tlačítko akce: Vlastní 2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6" name="Tlačítko akce: Vlastní 2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7" name="Tlačítko akce: Vlastní 2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505397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ulka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228592"/>
              </p:ext>
            </p:extLst>
          </p:nvPr>
        </p:nvGraphicFramePr>
        <p:xfrm>
          <a:off x="540000" y="1080000"/>
          <a:ext cx="8358245" cy="11633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59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4701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s-CZ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X2X1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cs-CZ" sz="2000" b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Y2Y1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cs-CZ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sz="1600" b="1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Příklad 2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924647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62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132343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sz="2000" dirty="0">
                <a:latin typeface="Verdana" pitchFamily="34" charset="0"/>
              </a:rPr>
              <a:t>Navrhněte stavový diagram sekvenčního obvodu, který bude vyhledávat sekvenci (povolené znaky 0-1)</a:t>
            </a:r>
            <a:br>
              <a:rPr lang="cs-CZ" dirty="0">
                <a:latin typeface="Verdana" pitchFamily="34" charset="0"/>
              </a:rPr>
            </a:br>
            <a:r>
              <a:rPr lang="cs-CZ" sz="4000" b="1" dirty="0">
                <a:latin typeface="Consolas" panose="020B0609020204030204" pitchFamily="49" charset="0"/>
              </a:rPr>
              <a:t>101</a:t>
            </a:r>
          </a:p>
        </p:txBody>
      </p:sp>
      <p:sp>
        <p:nvSpPr>
          <p:cNvPr id="2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5" name="Tlačítko akce: Vlastní 2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6" name="Tlačítko akce: Vlastní 2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7" name="Tlačítko akce: Vlastní 26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9" name="Rectangle 2"/>
          <p:cNvSpPr txBox="1">
            <a:spLocks noChangeArrowheads="1"/>
          </p:cNvSpPr>
          <p:nvPr/>
        </p:nvSpPr>
        <p:spPr bwMode="auto">
          <a:xfrm>
            <a:off x="468000" y="288000"/>
            <a:ext cx="8643966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cs-CZ" sz="4000" b="1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3</a:t>
            </a:r>
          </a:p>
        </p:txBody>
      </p:sp>
    </p:spTree>
    <p:extLst>
      <p:ext uri="{BB962C8B-B14F-4D97-AF65-F5344CB8AC3E}">
        <p14:creationId xmlns:p14="http://schemas.microsoft.com/office/powerpoint/2010/main" val="297511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2" grpId="0"/>
      <p:bldP spid="23" grpId="0" animBg="1"/>
      <p:bldP spid="2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62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132343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sz="2000" dirty="0">
                <a:latin typeface="Verdana" pitchFamily="34" charset="0"/>
              </a:rPr>
              <a:t>Navrhněte stavový diagram sekvenčního obvodu, který bude vyhledávat sekvenci (povolené znaky 0-1)</a:t>
            </a:r>
            <a:br>
              <a:rPr lang="cs-CZ" sz="2800" dirty="0">
                <a:latin typeface="Verdana" pitchFamily="34" charset="0"/>
              </a:rPr>
            </a:br>
            <a:r>
              <a:rPr lang="cs-CZ" sz="4000" b="1" dirty="0">
                <a:latin typeface="Consolas" panose="020B0609020204030204" pitchFamily="49" charset="0"/>
              </a:rPr>
              <a:t>101011</a:t>
            </a:r>
          </a:p>
        </p:txBody>
      </p:sp>
      <p:sp>
        <p:nvSpPr>
          <p:cNvPr id="2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5" name="Tlačítko akce: Vlastní 2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6" name="Tlačítko akce: Vlastní 2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7" name="Tlačítko akce: Vlastní 26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9" name="Rectangle 2"/>
          <p:cNvSpPr txBox="1">
            <a:spLocks noChangeArrowheads="1"/>
          </p:cNvSpPr>
          <p:nvPr/>
        </p:nvSpPr>
        <p:spPr bwMode="auto">
          <a:xfrm>
            <a:off x="468000" y="288000"/>
            <a:ext cx="8643966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cs-CZ" sz="4000" b="1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4</a:t>
            </a:r>
          </a:p>
        </p:txBody>
      </p:sp>
    </p:spTree>
    <p:extLst>
      <p:ext uri="{BB962C8B-B14F-4D97-AF65-F5344CB8AC3E}">
        <p14:creationId xmlns:p14="http://schemas.microsoft.com/office/powerpoint/2010/main" val="439213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2" grpId="0"/>
      <p:bldP spid="23" grpId="0" animBg="1"/>
      <p:bldP spid="2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62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132343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sz="2000" dirty="0">
                <a:latin typeface="Verdana" pitchFamily="34" charset="0"/>
              </a:rPr>
              <a:t>Navrhněte stavový diagram sekvenčního obvodu, který bude vyhledávat sekvenci čísel (povolené znaky 0-9)</a:t>
            </a:r>
            <a:br>
              <a:rPr lang="cs-CZ" sz="2800" dirty="0">
                <a:latin typeface="Verdana" pitchFamily="34" charset="0"/>
              </a:rPr>
            </a:br>
            <a:r>
              <a:rPr lang="cs-CZ" sz="4000" b="1" dirty="0">
                <a:latin typeface="Consolas" panose="020B0609020204030204" pitchFamily="49" charset="0"/>
              </a:rPr>
              <a:t>156055</a:t>
            </a:r>
          </a:p>
        </p:txBody>
      </p:sp>
      <p:sp>
        <p:nvSpPr>
          <p:cNvPr id="2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5" name="Tlačítko akce: Vlastní 2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6" name="Tlačítko akce: Vlastní 2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7" name="Tlačítko akce: Vlastní 26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9" name="Rectangle 2"/>
          <p:cNvSpPr txBox="1">
            <a:spLocks noChangeArrowheads="1"/>
          </p:cNvSpPr>
          <p:nvPr/>
        </p:nvSpPr>
        <p:spPr bwMode="auto">
          <a:xfrm>
            <a:off x="468000" y="288000"/>
            <a:ext cx="8643966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cs-CZ" sz="4000" b="1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5</a:t>
            </a:r>
          </a:p>
        </p:txBody>
      </p:sp>
    </p:spTree>
    <p:extLst>
      <p:ext uri="{BB962C8B-B14F-4D97-AF65-F5344CB8AC3E}">
        <p14:creationId xmlns:p14="http://schemas.microsoft.com/office/powerpoint/2010/main" val="246739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2" grpId="0"/>
      <p:bldP spid="23" grpId="0" animBg="1"/>
      <p:bldP spid="2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39138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Základní typy sekvenčních obvodů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66413B6-292E-4AA8-BCCC-5B2A750316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8699976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468000" y="288000"/>
            <a:ext cx="8229600" cy="72000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Konec</a:t>
            </a:r>
          </a:p>
        </p:txBody>
      </p:sp>
      <p:sp>
        <p:nvSpPr>
          <p:cNvPr id="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39138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Hazardní stavy</a:t>
            </a:r>
          </a:p>
        </p:txBody>
      </p:sp>
      <p:sp>
        <p:nvSpPr>
          <p:cNvPr id="251910" name="Text Box 2054"/>
          <p:cNvSpPr txBox="1">
            <a:spLocks noChangeArrowheads="1"/>
          </p:cNvSpPr>
          <p:nvPr/>
        </p:nvSpPr>
        <p:spPr bwMode="auto">
          <a:xfrm>
            <a:off x="360000" y="1080000"/>
            <a:ext cx="8786842" cy="249299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2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sz="3200" b="1" dirty="0">
                <a:latin typeface="Verdana" pitchFamily="34" charset="0"/>
              </a:rPr>
              <a:t>Příčina</a:t>
            </a:r>
          </a:p>
          <a:p>
            <a:pPr marL="504000" indent="-504000">
              <a:spcBef>
                <a:spcPts val="12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/>
            </a:pPr>
            <a:r>
              <a:rPr lang="cs-CZ" sz="2800" dirty="0">
                <a:latin typeface="Verdana" pitchFamily="34" charset="0"/>
              </a:rPr>
              <a:t>Nestejná délka logické větve</a:t>
            </a:r>
          </a:p>
          <a:p>
            <a:pPr marL="504000" indent="-504000">
              <a:spcBef>
                <a:spcPts val="12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/>
            </a:pPr>
            <a:r>
              <a:rPr lang="cs-CZ" sz="2800" dirty="0">
                <a:latin typeface="Verdana" pitchFamily="34" charset="0"/>
              </a:rPr>
              <a:t>Zpoždění vodičů</a:t>
            </a:r>
          </a:p>
          <a:p>
            <a:pPr marL="504000" indent="-504000">
              <a:spcBef>
                <a:spcPts val="12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/>
            </a:pPr>
            <a:r>
              <a:rPr lang="cs-CZ" sz="2800" dirty="0">
                <a:latin typeface="Verdana" pitchFamily="34" charset="0"/>
              </a:rPr>
              <a:t>Nestejné zpoždění logických členů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435971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1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19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19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19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10" name="Text Box 2054"/>
          <p:cNvSpPr txBox="1">
            <a:spLocks noChangeArrowheads="1"/>
          </p:cNvSpPr>
          <p:nvPr/>
        </p:nvSpPr>
        <p:spPr bwMode="auto">
          <a:xfrm>
            <a:off x="360000" y="1080000"/>
            <a:ext cx="8786842" cy="584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2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sz="3200" b="1" dirty="0">
                <a:latin typeface="Verdana" pitchFamily="34" charset="0"/>
              </a:rPr>
              <a:t>Analýza přechodového děje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93186" name="Picture 2" descr="D:\lj\prezentace\CIT\hazard\hazar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0" y="2160000"/>
            <a:ext cx="5400000" cy="3703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22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1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10" name="Text Box 2054"/>
          <p:cNvSpPr txBox="1">
            <a:spLocks noChangeArrowheads="1"/>
          </p:cNvSpPr>
          <p:nvPr/>
        </p:nvSpPr>
        <p:spPr bwMode="auto">
          <a:xfrm>
            <a:off x="360000" y="1080000"/>
            <a:ext cx="8786842" cy="584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2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sz="3200" b="1" dirty="0">
                <a:latin typeface="Verdana" pitchFamily="34" charset="0"/>
              </a:rPr>
              <a:t>Analýza přechodového děje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94210" name="Picture 2" descr="D:\lj\prezentace\CIT\hazard\hazard2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63" y="1898650"/>
            <a:ext cx="3986190" cy="45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921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1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rázek 17" descr="cas8-pomuck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85752"/>
            <a:ext cx="9144029" cy="6286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Vlastní 2">
      <a:dk1>
        <a:srgbClr val="000000"/>
      </a:dk1>
      <a:lt1>
        <a:srgbClr val="FFFFFF"/>
      </a:lt1>
      <a:dk2>
        <a:srgbClr val="000000"/>
      </a:dk2>
      <a:lt2>
        <a:srgbClr val="CC3300"/>
      </a:lt2>
      <a:accent1>
        <a:srgbClr val="C00000"/>
      </a:accent1>
      <a:accent2>
        <a:srgbClr val="CC66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C00000"/>
      </a:accent6>
      <a:hlink>
        <a:srgbClr val="663300"/>
      </a:hlink>
      <a:folHlink>
        <a:srgbClr val="C00000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52681</TotalTime>
  <Words>1357</Words>
  <Application>Microsoft Office PowerPoint</Application>
  <PresentationFormat>Předvádění na obrazovce (4:3)</PresentationFormat>
  <Paragraphs>787</Paragraphs>
  <Slides>50</Slides>
  <Notes>50</Notes>
  <HiddenSlides>0</HiddenSlides>
  <MMClips>0</MMClips>
  <ScaleCrop>false</ScaleCrop>
  <HeadingPairs>
    <vt:vector size="8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1</vt:i4>
      </vt:variant>
      <vt:variant>
        <vt:lpstr>Nadpisy snímků</vt:lpstr>
      </vt:variant>
      <vt:variant>
        <vt:i4>50</vt:i4>
      </vt:variant>
    </vt:vector>
  </HeadingPairs>
  <TitlesOfParts>
    <vt:vector size="59" baseType="lpstr">
      <vt:lpstr>Arial</vt:lpstr>
      <vt:lpstr>Arial Black</vt:lpstr>
      <vt:lpstr>Consolas</vt:lpstr>
      <vt:lpstr>Monotype Sorts</vt:lpstr>
      <vt:lpstr>Times New Roman</vt:lpstr>
      <vt:lpstr>Verdana</vt:lpstr>
      <vt:lpstr>Wingdings</vt:lpstr>
      <vt:lpstr>Pixel</vt:lpstr>
      <vt:lpstr>Rovnice</vt:lpstr>
      <vt:lpstr>CIT Sekvenční obvody</vt:lpstr>
      <vt:lpstr>Číslicová technika</vt:lpstr>
      <vt:lpstr>Index</vt:lpstr>
      <vt:lpstr>Sekvenční obvody</vt:lpstr>
      <vt:lpstr>Vznik sekvenčního obvodu</vt:lpstr>
      <vt:lpstr>Vznik sekvenčního obvodu</vt:lpstr>
      <vt:lpstr>Vznik sekvenčního obvodu</vt:lpstr>
      <vt:lpstr>Vznik sekvenčního obvodu</vt:lpstr>
      <vt:lpstr>Vznik sekvenčního obvodu</vt:lpstr>
      <vt:lpstr>Vznik sekvenčního obvodu</vt:lpstr>
      <vt:lpstr>Vznik sekvenčního obvodu</vt:lpstr>
      <vt:lpstr>Logický obvod jako paměť</vt:lpstr>
      <vt:lpstr>Kontrolní otázky</vt:lpstr>
      <vt:lpstr>Dělení sekvenčních obvodů</vt:lpstr>
      <vt:lpstr>Kombinační obvod</vt:lpstr>
      <vt:lpstr>Kombinační obvod</vt:lpstr>
      <vt:lpstr>Moorův automat</vt:lpstr>
      <vt:lpstr>Moorův automat</vt:lpstr>
      <vt:lpstr>Mealyho automat</vt:lpstr>
      <vt:lpstr>Mealyho automat</vt:lpstr>
      <vt:lpstr>Srovnání</vt:lpstr>
      <vt:lpstr>Dělení sekvenčních obvodů</vt:lpstr>
      <vt:lpstr>Asynchronní</vt:lpstr>
      <vt:lpstr>Synchronní</vt:lpstr>
      <vt:lpstr>Synchronní</vt:lpstr>
      <vt:lpstr>Synchronní</vt:lpstr>
      <vt:lpstr>Metody popisu sekvenčního obvodu</vt:lpstr>
      <vt:lpstr>Příklad</vt:lpstr>
      <vt:lpstr>Příklad</vt:lpstr>
      <vt:lpstr>Vyhodnocení polohy</vt:lpstr>
      <vt:lpstr>Přírůstkový snímač polohy</vt:lpstr>
      <vt:lpstr>Modelový příklad</vt:lpstr>
      <vt:lpstr>Modelový příklad</vt:lpstr>
      <vt:lpstr>Modelový příklad</vt:lpstr>
      <vt:lpstr>Modelový příklad</vt:lpstr>
      <vt:lpstr>Modelový příklad</vt:lpstr>
      <vt:lpstr>Modelový příklad</vt:lpstr>
      <vt:lpstr>Prezentace aplikace PowerPoint</vt:lpstr>
      <vt:lpstr>Prezentace aplikace PowerPoint</vt:lpstr>
      <vt:lpstr>Příklad 2</vt:lpstr>
      <vt:lpstr>Příklad 2</vt:lpstr>
      <vt:lpstr>Prezentace aplikace PowerPoint</vt:lpstr>
      <vt:lpstr>Prezentace aplikace PowerPoint</vt:lpstr>
      <vt:lpstr>Prezentace aplikace PowerPoint</vt:lpstr>
      <vt:lpstr>Základní typy sekvenčních obvodů</vt:lpstr>
      <vt:lpstr>Konec</vt:lpstr>
      <vt:lpstr>Hazardní stavy</vt:lpstr>
      <vt:lpstr>Prezentace aplikace PowerPoint</vt:lpstr>
      <vt:lpstr>Prezentace aplikace PowerPoint</vt:lpstr>
      <vt:lpstr>Prezentace aplikace PowerPoint</vt:lpstr>
    </vt:vector>
  </TitlesOfParts>
  <Company>SSE Frenstát p.R.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Sekvenční obvody</dc:title>
  <dc:subject>CIT</dc:subject>
  <dc:creator>Ing.Juránek Leoš</dc:creator>
  <cp:lastModifiedBy>Jaromír Jašík</cp:lastModifiedBy>
  <cp:revision>709</cp:revision>
  <cp:lastPrinted>2001-10-13T19:40:46Z</cp:lastPrinted>
  <dcterms:created xsi:type="dcterms:W3CDTF">2001-09-22T14:04:06Z</dcterms:created>
  <dcterms:modified xsi:type="dcterms:W3CDTF">2026-01-19T17:08:04Z</dcterms:modified>
</cp:coreProperties>
</file>