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5" r:id="rId1"/>
  </p:sldMasterIdLst>
  <p:notesMasterIdLst>
    <p:notesMasterId r:id="rId53"/>
  </p:notesMasterIdLst>
  <p:handoutMasterIdLst>
    <p:handoutMasterId r:id="rId54"/>
  </p:handoutMasterIdLst>
  <p:sldIdLst>
    <p:sldId id="451" r:id="rId2"/>
    <p:sldId id="347" r:id="rId3"/>
    <p:sldId id="495" r:id="rId4"/>
    <p:sldId id="456" r:id="rId5"/>
    <p:sldId id="518" r:id="rId6"/>
    <p:sldId id="457" r:id="rId7"/>
    <p:sldId id="498" r:id="rId8"/>
    <p:sldId id="499" r:id="rId9"/>
    <p:sldId id="500" r:id="rId10"/>
    <p:sldId id="422" r:id="rId11"/>
    <p:sldId id="423" r:id="rId12"/>
    <p:sldId id="520" r:id="rId13"/>
    <p:sldId id="424" r:id="rId14"/>
    <p:sldId id="497" r:id="rId15"/>
    <p:sldId id="501" r:id="rId16"/>
    <p:sldId id="428" r:id="rId17"/>
    <p:sldId id="521" r:id="rId18"/>
    <p:sldId id="523" r:id="rId19"/>
    <p:sldId id="463" r:id="rId20"/>
    <p:sldId id="464" r:id="rId21"/>
    <p:sldId id="505" r:id="rId22"/>
    <p:sldId id="504" r:id="rId23"/>
    <p:sldId id="431" r:id="rId24"/>
    <p:sldId id="467" r:id="rId25"/>
    <p:sldId id="524" r:id="rId26"/>
    <p:sldId id="510" r:id="rId27"/>
    <p:sldId id="471" r:id="rId28"/>
    <p:sldId id="439" r:id="rId29"/>
    <p:sldId id="525" r:id="rId30"/>
    <p:sldId id="511" r:id="rId31"/>
    <p:sldId id="513" r:id="rId32"/>
    <p:sldId id="481" r:id="rId33"/>
    <p:sldId id="445" r:id="rId34"/>
    <p:sldId id="526" r:id="rId35"/>
    <p:sldId id="447" r:id="rId36"/>
    <p:sldId id="476" r:id="rId37"/>
    <p:sldId id="514" r:id="rId38"/>
    <p:sldId id="515" r:id="rId39"/>
    <p:sldId id="482" r:id="rId40"/>
    <p:sldId id="449" r:id="rId41"/>
    <p:sldId id="527" r:id="rId42"/>
    <p:sldId id="480" r:id="rId43"/>
    <p:sldId id="483" r:id="rId44"/>
    <p:sldId id="484" r:id="rId45"/>
    <p:sldId id="485" r:id="rId46"/>
    <p:sldId id="528" r:id="rId47"/>
    <p:sldId id="486" r:id="rId48"/>
    <p:sldId id="516" r:id="rId49"/>
    <p:sldId id="517" r:id="rId50"/>
    <p:sldId id="529" r:id="rId51"/>
    <p:sldId id="363" r:id="rId52"/>
  </p:sldIdLst>
  <p:sldSz cx="9144000" cy="6858000" type="screen4x3"/>
  <p:notesSz cx="7102475" cy="10233025"/>
  <p:defaultTextStyle>
    <a:defPPr>
      <a:defRPr lang="en-US"/>
    </a:defPPr>
    <a:lvl1pPr algn="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pis" id="{B774690F-ED2B-41E7-8297-E95B01329E56}">
          <p14:sldIdLst>
            <p14:sldId id="451"/>
            <p14:sldId id="347"/>
            <p14:sldId id="495"/>
          </p14:sldIdLst>
        </p14:section>
        <p14:section name="Klopný obvod" id="{F7AC02A9-4C39-49F6-B380-5CFE20596552}">
          <p14:sldIdLst>
            <p14:sldId id="456"/>
            <p14:sldId id="518"/>
            <p14:sldId id="457"/>
            <p14:sldId id="498"/>
            <p14:sldId id="499"/>
          </p14:sldIdLst>
        </p14:section>
        <p14:section name="R-S" id="{239EFEE0-5C84-471A-9C88-F7201682F24B}">
          <p14:sldIdLst>
            <p14:sldId id="500"/>
            <p14:sldId id="422"/>
            <p14:sldId id="423"/>
            <p14:sldId id="520"/>
            <p14:sldId id="424"/>
          </p14:sldIdLst>
        </p14:section>
        <p14:section name="R-S úrovňový" id="{2C2FA494-F424-4E7A-BC3E-F842E6D8071F}">
          <p14:sldIdLst>
            <p14:sldId id="497"/>
            <p14:sldId id="501"/>
            <p14:sldId id="428"/>
            <p14:sldId id="521"/>
            <p14:sldId id="523"/>
          </p14:sldIdLst>
        </p14:section>
        <p14:section name="D" id="{F9549533-7A8E-4FF4-9178-B8DD57596D9B}">
          <p14:sldIdLst>
            <p14:sldId id="463"/>
            <p14:sldId id="464"/>
          </p14:sldIdLst>
        </p14:section>
        <p14:section name="D úrovňový" id="{D5150505-E4A3-4994-85EE-FAD8B4E22E60}">
          <p14:sldIdLst>
            <p14:sldId id="505"/>
            <p14:sldId id="504"/>
            <p14:sldId id="431"/>
            <p14:sldId id="467"/>
            <p14:sldId id="524"/>
          </p14:sldIdLst>
        </p14:section>
        <p14:section name="D hranový a asyn vstupy" id="{FD5E176F-C160-4C07-A5F3-F3DF3DDFC638}">
          <p14:sldIdLst>
            <p14:sldId id="510"/>
            <p14:sldId id="471"/>
            <p14:sldId id="439"/>
            <p14:sldId id="525"/>
          </p14:sldIdLst>
        </p14:section>
        <p14:section name="J-K" id="{1D07A3AF-3491-4D2B-A646-29D6A74250E4}">
          <p14:sldIdLst>
            <p14:sldId id="511"/>
            <p14:sldId id="513"/>
            <p14:sldId id="481"/>
            <p14:sldId id="445"/>
            <p14:sldId id="526"/>
          </p14:sldIdLst>
        </p14:section>
        <p14:section name="T" id="{89627B25-AD9D-4286-9407-760CBB4FDA55}">
          <p14:sldIdLst>
            <p14:sldId id="447"/>
            <p14:sldId id="476"/>
            <p14:sldId id="514"/>
            <p14:sldId id="515"/>
            <p14:sldId id="482"/>
            <p14:sldId id="449"/>
            <p14:sldId id="527"/>
          </p14:sldIdLst>
        </p14:section>
        <p14:section name="Oddíl bez názvu" id="{C8E6F68C-C540-4376-A2F6-A17FD0E270EE}">
          <p14:sldIdLst>
            <p14:sldId id="480"/>
          </p14:sldIdLst>
        </p14:section>
        <p14:section name="stabilni, monostabilni" id="{3786B907-3C6E-4A51-8413-967FDC22BB31}">
          <p14:sldIdLst>
            <p14:sldId id="483"/>
            <p14:sldId id="484"/>
            <p14:sldId id="485"/>
            <p14:sldId id="528"/>
            <p14:sldId id="486"/>
            <p14:sldId id="516"/>
            <p14:sldId id="517"/>
            <p14:sldId id="529"/>
          </p14:sldIdLst>
        </p14:section>
        <p14:section name="Oddíl bez názvu" id="{AF4DBFAE-4492-4845-88BC-FAD2609FE467}">
          <p14:sldIdLst>
            <p14:sldId id="3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DDDDDD"/>
    <a:srgbClr val="FF9900"/>
    <a:srgbClr val="CC9900"/>
    <a:srgbClr val="996633"/>
    <a:srgbClr val="993300"/>
    <a:srgbClr val="996600"/>
    <a:srgbClr val="000099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544" autoAdjust="0"/>
    <p:restoredTop sz="86481" autoAdjust="0"/>
  </p:normalViewPr>
  <p:slideViewPr>
    <p:cSldViewPr>
      <p:cViewPr varScale="1">
        <p:scale>
          <a:sx n="95" d="100"/>
          <a:sy n="95" d="100"/>
        </p:scale>
        <p:origin x="821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446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2580" y="-84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0.xml"/><Relationship Id="rId2" Type="http://schemas.openxmlformats.org/officeDocument/2006/relationships/slide" Target="../slides/slide19.xml"/><Relationship Id="rId1" Type="http://schemas.openxmlformats.org/officeDocument/2006/relationships/slide" Target="../slides/slide9.xml"/><Relationship Id="rId4" Type="http://schemas.openxmlformats.org/officeDocument/2006/relationships/slide" Target="../slides/slide35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7.xml"/><Relationship Id="rId2" Type="http://schemas.openxmlformats.org/officeDocument/2006/relationships/slide" Target="../slides/slide45.xml"/><Relationship Id="rId1" Type="http://schemas.openxmlformats.org/officeDocument/2006/relationships/slide" Target="../slides/slide4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95E1C9-ABAA-4FCB-A421-470C15E33C1B}" type="doc">
      <dgm:prSet loTypeId="urn:microsoft.com/office/officeart/2005/8/layout/hierarchy2" loCatId="hierarchy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cs-CZ"/>
        </a:p>
      </dgm:t>
    </dgm:pt>
    <dgm:pt modelId="{F29B1CE7-EAAA-4C69-A6BD-3C41AEE62C58}">
      <dgm:prSet phldrT="[Text]" custT="1"/>
      <dgm:spPr/>
      <dgm:t>
        <a:bodyPr/>
        <a:lstStyle/>
        <a:p>
          <a:r>
            <a:rPr lang="cs-CZ" sz="2800" b="1" dirty="0"/>
            <a:t>Klopný obvod</a:t>
          </a:r>
        </a:p>
      </dgm:t>
    </dgm:pt>
    <dgm:pt modelId="{56DCDC88-316E-4E8C-9A52-643358E6B833}" type="parTrans" cxnId="{216A0B81-0526-460B-A8E7-55842EF816EA}">
      <dgm:prSet/>
      <dgm:spPr/>
      <dgm:t>
        <a:bodyPr/>
        <a:lstStyle/>
        <a:p>
          <a:endParaRPr lang="cs-CZ"/>
        </a:p>
      </dgm:t>
    </dgm:pt>
    <dgm:pt modelId="{5DA0B9C6-6E5B-43AF-8411-C40DE27485FA}" type="sibTrans" cxnId="{216A0B81-0526-460B-A8E7-55842EF816EA}">
      <dgm:prSet/>
      <dgm:spPr/>
      <dgm:t>
        <a:bodyPr/>
        <a:lstStyle/>
        <a:p>
          <a:endParaRPr lang="cs-CZ"/>
        </a:p>
      </dgm:t>
    </dgm:pt>
    <dgm:pt modelId="{75358A47-F6AB-423D-865C-8DD6A60F993C}">
      <dgm:prSet phldrT="[Text]" custT="1"/>
      <dgm:spPr/>
      <dgm:t>
        <a:bodyPr/>
        <a:lstStyle/>
        <a:p>
          <a:r>
            <a:rPr lang="cs-CZ" sz="2800" b="1" dirty="0">
              <a:effectLst/>
              <a:hlinkClick xmlns:r="http://schemas.openxmlformats.org/officeDocument/2006/relationships" r:id="rId1" action="ppaction://hlinksldjump"/>
            </a:rPr>
            <a:t>R-S</a:t>
          </a:r>
          <a:endParaRPr lang="cs-CZ" sz="2800" b="1" dirty="0">
            <a:effectLst/>
          </a:endParaRPr>
        </a:p>
      </dgm:t>
    </dgm:pt>
    <dgm:pt modelId="{4C51A9B3-20B4-425C-A7B0-B93C54F7228E}" type="parTrans" cxnId="{8C5DE288-E39A-4FCE-96C7-66631122BEBD}">
      <dgm:prSet/>
      <dgm:spPr/>
      <dgm:t>
        <a:bodyPr/>
        <a:lstStyle/>
        <a:p>
          <a:endParaRPr lang="cs-CZ" dirty="0"/>
        </a:p>
      </dgm:t>
    </dgm:pt>
    <dgm:pt modelId="{C91B005C-6A7B-4975-8908-3A22D3C678B6}" type="sibTrans" cxnId="{8C5DE288-E39A-4FCE-96C7-66631122BEBD}">
      <dgm:prSet/>
      <dgm:spPr/>
      <dgm:t>
        <a:bodyPr/>
        <a:lstStyle/>
        <a:p>
          <a:endParaRPr lang="cs-CZ"/>
        </a:p>
      </dgm:t>
    </dgm:pt>
    <dgm:pt modelId="{EF7AC33F-596D-4911-8209-9CC8C4F610D3}">
      <dgm:prSet phldrT="[Text]" custT="1"/>
      <dgm:spPr/>
      <dgm:t>
        <a:bodyPr/>
        <a:lstStyle/>
        <a:p>
          <a:r>
            <a:rPr lang="cs-CZ" sz="2800" b="1" dirty="0">
              <a:effectLst/>
              <a:hlinkClick xmlns:r="http://schemas.openxmlformats.org/officeDocument/2006/relationships" r:id="rId2" action="ppaction://hlinksldjump"/>
            </a:rPr>
            <a:t>D</a:t>
          </a:r>
          <a:endParaRPr lang="cs-CZ" sz="2800" b="1" dirty="0">
            <a:effectLst/>
          </a:endParaRPr>
        </a:p>
      </dgm:t>
    </dgm:pt>
    <dgm:pt modelId="{ED08C8FD-BE49-48AA-88A3-D24A55AA53CF}" type="parTrans" cxnId="{936D3E56-CE4F-4810-B605-3029E02FFAAF}">
      <dgm:prSet/>
      <dgm:spPr/>
      <dgm:t>
        <a:bodyPr/>
        <a:lstStyle/>
        <a:p>
          <a:endParaRPr lang="cs-CZ" dirty="0"/>
        </a:p>
      </dgm:t>
    </dgm:pt>
    <dgm:pt modelId="{EF71B8E4-D816-4619-BA0F-3FF0297AAA32}" type="sibTrans" cxnId="{936D3E56-CE4F-4810-B605-3029E02FFAAF}">
      <dgm:prSet/>
      <dgm:spPr/>
      <dgm:t>
        <a:bodyPr/>
        <a:lstStyle/>
        <a:p>
          <a:endParaRPr lang="cs-CZ"/>
        </a:p>
      </dgm:t>
    </dgm:pt>
    <dgm:pt modelId="{F04503FC-F860-44F9-988D-5A8EE2302EF0}">
      <dgm:prSet phldrT="[Text]" custT="1"/>
      <dgm:spPr/>
      <dgm:t>
        <a:bodyPr/>
        <a:lstStyle/>
        <a:p>
          <a:r>
            <a:rPr lang="cs-CZ" sz="2800" b="1" dirty="0">
              <a:effectLst/>
              <a:hlinkClick xmlns:r="http://schemas.openxmlformats.org/officeDocument/2006/relationships" r:id="rId3" action="ppaction://hlinksldjump"/>
            </a:rPr>
            <a:t>J-K</a:t>
          </a:r>
          <a:endParaRPr lang="cs-CZ" sz="2800" b="1" dirty="0">
            <a:effectLst/>
          </a:endParaRPr>
        </a:p>
      </dgm:t>
    </dgm:pt>
    <dgm:pt modelId="{084AFF0B-DBEB-4222-8F24-4E35969FFE7A}" type="parTrans" cxnId="{487FB289-F36D-41C8-9A9F-88B564E68DA4}">
      <dgm:prSet/>
      <dgm:spPr/>
      <dgm:t>
        <a:bodyPr/>
        <a:lstStyle/>
        <a:p>
          <a:endParaRPr lang="cs-CZ" dirty="0"/>
        </a:p>
      </dgm:t>
    </dgm:pt>
    <dgm:pt modelId="{9E1A4974-C936-4093-A82C-D533959571C1}" type="sibTrans" cxnId="{487FB289-F36D-41C8-9A9F-88B564E68DA4}">
      <dgm:prSet/>
      <dgm:spPr/>
      <dgm:t>
        <a:bodyPr/>
        <a:lstStyle/>
        <a:p>
          <a:endParaRPr lang="cs-CZ"/>
        </a:p>
      </dgm:t>
    </dgm:pt>
    <dgm:pt modelId="{85DC5D79-CA0A-4560-BF73-10ABA1AA6422}">
      <dgm:prSet phldrT="[Text]" custT="1"/>
      <dgm:spPr/>
      <dgm:t>
        <a:bodyPr/>
        <a:lstStyle/>
        <a:p>
          <a:r>
            <a:rPr lang="cs-CZ" sz="2800" b="1" dirty="0">
              <a:effectLst/>
              <a:hlinkClick xmlns:r="http://schemas.openxmlformats.org/officeDocument/2006/relationships" r:id="rId4" action="ppaction://hlinksldjump"/>
            </a:rPr>
            <a:t>T</a:t>
          </a:r>
          <a:endParaRPr lang="cs-CZ" sz="2800" b="1" dirty="0">
            <a:effectLst/>
          </a:endParaRPr>
        </a:p>
      </dgm:t>
    </dgm:pt>
    <dgm:pt modelId="{D7118C4D-6863-4353-8811-A0352CE49AFC}" type="parTrans" cxnId="{0AFBB466-DCF2-4A65-88DD-7BAD28E21434}">
      <dgm:prSet/>
      <dgm:spPr/>
      <dgm:t>
        <a:bodyPr/>
        <a:lstStyle/>
        <a:p>
          <a:endParaRPr lang="cs-CZ" dirty="0"/>
        </a:p>
      </dgm:t>
    </dgm:pt>
    <dgm:pt modelId="{9F3D2B15-2B64-496A-B18C-55D80571C59F}" type="sibTrans" cxnId="{0AFBB466-DCF2-4A65-88DD-7BAD28E21434}">
      <dgm:prSet/>
      <dgm:spPr/>
      <dgm:t>
        <a:bodyPr/>
        <a:lstStyle/>
        <a:p>
          <a:endParaRPr lang="cs-CZ"/>
        </a:p>
      </dgm:t>
    </dgm:pt>
    <dgm:pt modelId="{6AB7134A-A223-4877-870D-38BE38199141}" type="pres">
      <dgm:prSet presAssocID="{5395E1C9-ABAA-4FCB-A421-470C15E33C1B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3759EBFE-510A-4A43-9309-F10FE4D70115}" type="pres">
      <dgm:prSet presAssocID="{F29B1CE7-EAAA-4C69-A6BD-3C41AEE62C58}" presName="root1" presStyleCnt="0"/>
      <dgm:spPr/>
    </dgm:pt>
    <dgm:pt modelId="{C0D605DD-A060-472B-A033-45BAE018CE98}" type="pres">
      <dgm:prSet presAssocID="{F29B1CE7-EAAA-4C69-A6BD-3C41AEE62C58}" presName="LevelOneTextNode" presStyleLbl="node0" presStyleIdx="0" presStyleCnt="1" custScaleX="172356" custLinFactNeighborX="-65504" custLinFactNeighborY="-4655">
        <dgm:presLayoutVars>
          <dgm:chPref val="3"/>
        </dgm:presLayoutVars>
      </dgm:prSet>
      <dgm:spPr/>
    </dgm:pt>
    <dgm:pt modelId="{7E9F9764-3F63-4473-A74B-AB222754039D}" type="pres">
      <dgm:prSet presAssocID="{F29B1CE7-EAAA-4C69-A6BD-3C41AEE62C58}" presName="level2hierChild" presStyleCnt="0"/>
      <dgm:spPr/>
    </dgm:pt>
    <dgm:pt modelId="{166A1B62-BB4F-4C1E-998D-DD4926AA8DFC}" type="pres">
      <dgm:prSet presAssocID="{4C51A9B3-20B4-425C-A7B0-B93C54F7228E}" presName="conn2-1" presStyleLbl="parChTrans1D2" presStyleIdx="0" presStyleCnt="4"/>
      <dgm:spPr/>
    </dgm:pt>
    <dgm:pt modelId="{CF0E7FDC-7939-4C32-B196-DF118F07B120}" type="pres">
      <dgm:prSet presAssocID="{4C51A9B3-20B4-425C-A7B0-B93C54F7228E}" presName="connTx" presStyleLbl="parChTrans1D2" presStyleIdx="0" presStyleCnt="4"/>
      <dgm:spPr/>
    </dgm:pt>
    <dgm:pt modelId="{6712B585-3441-4BB8-B92B-608EF8595BEC}" type="pres">
      <dgm:prSet presAssocID="{75358A47-F6AB-423D-865C-8DD6A60F993C}" presName="root2" presStyleCnt="0"/>
      <dgm:spPr/>
    </dgm:pt>
    <dgm:pt modelId="{954D66D6-C635-4BC9-9086-33E193858B62}" type="pres">
      <dgm:prSet presAssocID="{75358A47-F6AB-423D-865C-8DD6A60F993C}" presName="LevelTwoTextNode" presStyleLbl="node2" presStyleIdx="0" presStyleCnt="4" custScaleX="138725">
        <dgm:presLayoutVars>
          <dgm:chPref val="3"/>
        </dgm:presLayoutVars>
      </dgm:prSet>
      <dgm:spPr/>
    </dgm:pt>
    <dgm:pt modelId="{694EE4BA-F54C-456D-97BE-DF3FF0722C16}" type="pres">
      <dgm:prSet presAssocID="{75358A47-F6AB-423D-865C-8DD6A60F993C}" presName="level3hierChild" presStyleCnt="0"/>
      <dgm:spPr/>
    </dgm:pt>
    <dgm:pt modelId="{950F4BC5-F877-4F02-829D-A688E36FC7A2}" type="pres">
      <dgm:prSet presAssocID="{ED08C8FD-BE49-48AA-88A3-D24A55AA53CF}" presName="conn2-1" presStyleLbl="parChTrans1D2" presStyleIdx="1" presStyleCnt="4"/>
      <dgm:spPr/>
    </dgm:pt>
    <dgm:pt modelId="{FBF2F37D-6B1F-4459-B16E-1A21A013C7B5}" type="pres">
      <dgm:prSet presAssocID="{ED08C8FD-BE49-48AA-88A3-D24A55AA53CF}" presName="connTx" presStyleLbl="parChTrans1D2" presStyleIdx="1" presStyleCnt="4"/>
      <dgm:spPr/>
    </dgm:pt>
    <dgm:pt modelId="{3CC2039F-F96A-4451-9B70-32567CA67D0D}" type="pres">
      <dgm:prSet presAssocID="{EF7AC33F-596D-4911-8209-9CC8C4F610D3}" presName="root2" presStyleCnt="0"/>
      <dgm:spPr/>
    </dgm:pt>
    <dgm:pt modelId="{A5C6CD23-0FAA-4BC8-B3EF-F949CD373D22}" type="pres">
      <dgm:prSet presAssocID="{EF7AC33F-596D-4911-8209-9CC8C4F610D3}" presName="LevelTwoTextNode" presStyleLbl="node2" presStyleIdx="1" presStyleCnt="4" custScaleX="138725">
        <dgm:presLayoutVars>
          <dgm:chPref val="3"/>
        </dgm:presLayoutVars>
      </dgm:prSet>
      <dgm:spPr/>
    </dgm:pt>
    <dgm:pt modelId="{7730D669-BF67-49B7-AB63-7ED875ACF7DD}" type="pres">
      <dgm:prSet presAssocID="{EF7AC33F-596D-4911-8209-9CC8C4F610D3}" presName="level3hierChild" presStyleCnt="0"/>
      <dgm:spPr/>
    </dgm:pt>
    <dgm:pt modelId="{2120C249-44AC-4573-B384-AC5687842ACB}" type="pres">
      <dgm:prSet presAssocID="{084AFF0B-DBEB-4222-8F24-4E35969FFE7A}" presName="conn2-1" presStyleLbl="parChTrans1D2" presStyleIdx="2" presStyleCnt="4"/>
      <dgm:spPr/>
    </dgm:pt>
    <dgm:pt modelId="{82440452-3243-461E-8D70-4A2D2F70FE37}" type="pres">
      <dgm:prSet presAssocID="{084AFF0B-DBEB-4222-8F24-4E35969FFE7A}" presName="connTx" presStyleLbl="parChTrans1D2" presStyleIdx="2" presStyleCnt="4"/>
      <dgm:spPr/>
    </dgm:pt>
    <dgm:pt modelId="{383234C9-FC74-4862-A1C6-6924E7B1AB93}" type="pres">
      <dgm:prSet presAssocID="{F04503FC-F860-44F9-988D-5A8EE2302EF0}" presName="root2" presStyleCnt="0"/>
      <dgm:spPr/>
    </dgm:pt>
    <dgm:pt modelId="{625A4353-DA04-424C-A0B5-A63E6EBDAA35}" type="pres">
      <dgm:prSet presAssocID="{F04503FC-F860-44F9-988D-5A8EE2302EF0}" presName="LevelTwoTextNode" presStyleLbl="node2" presStyleIdx="2" presStyleCnt="4" custScaleX="138725">
        <dgm:presLayoutVars>
          <dgm:chPref val="3"/>
        </dgm:presLayoutVars>
      </dgm:prSet>
      <dgm:spPr/>
    </dgm:pt>
    <dgm:pt modelId="{8DD908DE-6EA6-44E2-89DD-83922FBECAA2}" type="pres">
      <dgm:prSet presAssocID="{F04503FC-F860-44F9-988D-5A8EE2302EF0}" presName="level3hierChild" presStyleCnt="0"/>
      <dgm:spPr/>
    </dgm:pt>
    <dgm:pt modelId="{D3426AE2-46C4-452D-9957-5F1657E0A142}" type="pres">
      <dgm:prSet presAssocID="{D7118C4D-6863-4353-8811-A0352CE49AFC}" presName="conn2-1" presStyleLbl="parChTrans1D2" presStyleIdx="3" presStyleCnt="4"/>
      <dgm:spPr/>
    </dgm:pt>
    <dgm:pt modelId="{69DAB596-5620-4293-BA03-5C7F8A5D389D}" type="pres">
      <dgm:prSet presAssocID="{D7118C4D-6863-4353-8811-A0352CE49AFC}" presName="connTx" presStyleLbl="parChTrans1D2" presStyleIdx="3" presStyleCnt="4"/>
      <dgm:spPr/>
    </dgm:pt>
    <dgm:pt modelId="{E4922B1B-8BA8-4059-8210-8A8DD7AB7BC0}" type="pres">
      <dgm:prSet presAssocID="{85DC5D79-CA0A-4560-BF73-10ABA1AA6422}" presName="root2" presStyleCnt="0"/>
      <dgm:spPr/>
    </dgm:pt>
    <dgm:pt modelId="{FDDBC0C8-62B3-4004-AE62-7DCB9DDDA768}" type="pres">
      <dgm:prSet presAssocID="{85DC5D79-CA0A-4560-BF73-10ABA1AA6422}" presName="LevelTwoTextNode" presStyleLbl="node2" presStyleIdx="3" presStyleCnt="4" custScaleX="138725">
        <dgm:presLayoutVars>
          <dgm:chPref val="3"/>
        </dgm:presLayoutVars>
      </dgm:prSet>
      <dgm:spPr/>
    </dgm:pt>
    <dgm:pt modelId="{3F280DA8-D29D-423A-822F-2862C4F2566A}" type="pres">
      <dgm:prSet presAssocID="{85DC5D79-CA0A-4560-BF73-10ABA1AA6422}" presName="level3hierChild" presStyleCnt="0"/>
      <dgm:spPr/>
    </dgm:pt>
  </dgm:ptLst>
  <dgm:cxnLst>
    <dgm:cxn modelId="{36616C20-D59B-4FBD-A375-033A7B5C8656}" type="presOf" srcId="{4C51A9B3-20B4-425C-A7B0-B93C54F7228E}" destId="{166A1B62-BB4F-4C1E-998D-DD4926AA8DFC}" srcOrd="0" destOrd="0" presId="urn:microsoft.com/office/officeart/2005/8/layout/hierarchy2"/>
    <dgm:cxn modelId="{C3452232-F70D-41FD-AD5E-48DC7C3FC7AC}" type="presOf" srcId="{4C51A9B3-20B4-425C-A7B0-B93C54F7228E}" destId="{CF0E7FDC-7939-4C32-B196-DF118F07B120}" srcOrd="1" destOrd="0" presId="urn:microsoft.com/office/officeart/2005/8/layout/hierarchy2"/>
    <dgm:cxn modelId="{C5C73F65-40A2-4479-8F8D-F33375D8555E}" type="presOf" srcId="{D7118C4D-6863-4353-8811-A0352CE49AFC}" destId="{D3426AE2-46C4-452D-9957-5F1657E0A142}" srcOrd="0" destOrd="0" presId="urn:microsoft.com/office/officeart/2005/8/layout/hierarchy2"/>
    <dgm:cxn modelId="{0AFBB466-DCF2-4A65-88DD-7BAD28E21434}" srcId="{F29B1CE7-EAAA-4C69-A6BD-3C41AEE62C58}" destId="{85DC5D79-CA0A-4560-BF73-10ABA1AA6422}" srcOrd="3" destOrd="0" parTransId="{D7118C4D-6863-4353-8811-A0352CE49AFC}" sibTransId="{9F3D2B15-2B64-496A-B18C-55D80571C59F}"/>
    <dgm:cxn modelId="{74B2756C-52FE-42A2-9D79-98FEB7F6AD21}" type="presOf" srcId="{5395E1C9-ABAA-4FCB-A421-470C15E33C1B}" destId="{6AB7134A-A223-4877-870D-38BE38199141}" srcOrd="0" destOrd="0" presId="urn:microsoft.com/office/officeart/2005/8/layout/hierarchy2"/>
    <dgm:cxn modelId="{936D3E56-CE4F-4810-B605-3029E02FFAAF}" srcId="{F29B1CE7-EAAA-4C69-A6BD-3C41AEE62C58}" destId="{EF7AC33F-596D-4911-8209-9CC8C4F610D3}" srcOrd="1" destOrd="0" parTransId="{ED08C8FD-BE49-48AA-88A3-D24A55AA53CF}" sibTransId="{EF71B8E4-D816-4619-BA0F-3FF0297AAA32}"/>
    <dgm:cxn modelId="{7C6BF879-B6F1-43FC-8E50-86633DBA8201}" type="presOf" srcId="{084AFF0B-DBEB-4222-8F24-4E35969FFE7A}" destId="{82440452-3243-461E-8D70-4A2D2F70FE37}" srcOrd="1" destOrd="0" presId="urn:microsoft.com/office/officeart/2005/8/layout/hierarchy2"/>
    <dgm:cxn modelId="{216A0B81-0526-460B-A8E7-55842EF816EA}" srcId="{5395E1C9-ABAA-4FCB-A421-470C15E33C1B}" destId="{F29B1CE7-EAAA-4C69-A6BD-3C41AEE62C58}" srcOrd="0" destOrd="0" parTransId="{56DCDC88-316E-4E8C-9A52-643358E6B833}" sibTransId="{5DA0B9C6-6E5B-43AF-8411-C40DE27485FA}"/>
    <dgm:cxn modelId="{8C5DE288-E39A-4FCE-96C7-66631122BEBD}" srcId="{F29B1CE7-EAAA-4C69-A6BD-3C41AEE62C58}" destId="{75358A47-F6AB-423D-865C-8DD6A60F993C}" srcOrd="0" destOrd="0" parTransId="{4C51A9B3-20B4-425C-A7B0-B93C54F7228E}" sibTransId="{C91B005C-6A7B-4975-8908-3A22D3C678B6}"/>
    <dgm:cxn modelId="{487FB289-F36D-41C8-9A9F-88B564E68DA4}" srcId="{F29B1CE7-EAAA-4C69-A6BD-3C41AEE62C58}" destId="{F04503FC-F860-44F9-988D-5A8EE2302EF0}" srcOrd="2" destOrd="0" parTransId="{084AFF0B-DBEB-4222-8F24-4E35969FFE7A}" sibTransId="{9E1A4974-C936-4093-A82C-D533959571C1}"/>
    <dgm:cxn modelId="{F89D1493-295D-4AAC-80B7-4070734A406A}" type="presOf" srcId="{F29B1CE7-EAAA-4C69-A6BD-3C41AEE62C58}" destId="{C0D605DD-A060-472B-A033-45BAE018CE98}" srcOrd="0" destOrd="0" presId="urn:microsoft.com/office/officeart/2005/8/layout/hierarchy2"/>
    <dgm:cxn modelId="{F631C1AA-F9BB-404B-B8FB-C42776095BDE}" type="presOf" srcId="{ED08C8FD-BE49-48AA-88A3-D24A55AA53CF}" destId="{FBF2F37D-6B1F-4459-B16E-1A21A013C7B5}" srcOrd="1" destOrd="0" presId="urn:microsoft.com/office/officeart/2005/8/layout/hierarchy2"/>
    <dgm:cxn modelId="{357361AB-88D3-4EE9-B3A0-F13173B8C45B}" type="presOf" srcId="{85DC5D79-CA0A-4560-BF73-10ABA1AA6422}" destId="{FDDBC0C8-62B3-4004-AE62-7DCB9DDDA768}" srcOrd="0" destOrd="0" presId="urn:microsoft.com/office/officeart/2005/8/layout/hierarchy2"/>
    <dgm:cxn modelId="{00FA8BB2-640E-4CCB-9450-96F9513898E3}" type="presOf" srcId="{D7118C4D-6863-4353-8811-A0352CE49AFC}" destId="{69DAB596-5620-4293-BA03-5C7F8A5D389D}" srcOrd="1" destOrd="0" presId="urn:microsoft.com/office/officeart/2005/8/layout/hierarchy2"/>
    <dgm:cxn modelId="{590AA6B7-2277-4E6B-8090-10EC1FA798E6}" type="presOf" srcId="{084AFF0B-DBEB-4222-8F24-4E35969FFE7A}" destId="{2120C249-44AC-4573-B384-AC5687842ACB}" srcOrd="0" destOrd="0" presId="urn:microsoft.com/office/officeart/2005/8/layout/hierarchy2"/>
    <dgm:cxn modelId="{152037BE-2D7D-426D-BAE6-8CD7085B04A8}" type="presOf" srcId="{75358A47-F6AB-423D-865C-8DD6A60F993C}" destId="{954D66D6-C635-4BC9-9086-33E193858B62}" srcOrd="0" destOrd="0" presId="urn:microsoft.com/office/officeart/2005/8/layout/hierarchy2"/>
    <dgm:cxn modelId="{8FB636E5-690B-48F8-A063-0E67288C56B9}" type="presOf" srcId="{F04503FC-F860-44F9-988D-5A8EE2302EF0}" destId="{625A4353-DA04-424C-A0B5-A63E6EBDAA35}" srcOrd="0" destOrd="0" presId="urn:microsoft.com/office/officeart/2005/8/layout/hierarchy2"/>
    <dgm:cxn modelId="{CCBB5FEA-3673-428D-8783-A88482CD2216}" type="presOf" srcId="{EF7AC33F-596D-4911-8209-9CC8C4F610D3}" destId="{A5C6CD23-0FAA-4BC8-B3EF-F949CD373D22}" srcOrd="0" destOrd="0" presId="urn:microsoft.com/office/officeart/2005/8/layout/hierarchy2"/>
    <dgm:cxn modelId="{807966FC-F792-482C-A1D0-36FC36F1AF5B}" type="presOf" srcId="{ED08C8FD-BE49-48AA-88A3-D24A55AA53CF}" destId="{950F4BC5-F877-4F02-829D-A688E36FC7A2}" srcOrd="0" destOrd="0" presId="urn:microsoft.com/office/officeart/2005/8/layout/hierarchy2"/>
    <dgm:cxn modelId="{6B6ED551-B1C7-47F3-9C3C-DF66C1CF7191}" type="presParOf" srcId="{6AB7134A-A223-4877-870D-38BE38199141}" destId="{3759EBFE-510A-4A43-9309-F10FE4D70115}" srcOrd="0" destOrd="0" presId="urn:microsoft.com/office/officeart/2005/8/layout/hierarchy2"/>
    <dgm:cxn modelId="{F2596D00-3ED0-4426-B21E-664952B2C231}" type="presParOf" srcId="{3759EBFE-510A-4A43-9309-F10FE4D70115}" destId="{C0D605DD-A060-472B-A033-45BAE018CE98}" srcOrd="0" destOrd="0" presId="urn:microsoft.com/office/officeart/2005/8/layout/hierarchy2"/>
    <dgm:cxn modelId="{DC1D0300-03EB-4319-AF2B-62D2ACA368F0}" type="presParOf" srcId="{3759EBFE-510A-4A43-9309-F10FE4D70115}" destId="{7E9F9764-3F63-4473-A74B-AB222754039D}" srcOrd="1" destOrd="0" presId="urn:microsoft.com/office/officeart/2005/8/layout/hierarchy2"/>
    <dgm:cxn modelId="{E4675109-E4F4-43CD-8F94-43FDD49D3696}" type="presParOf" srcId="{7E9F9764-3F63-4473-A74B-AB222754039D}" destId="{166A1B62-BB4F-4C1E-998D-DD4926AA8DFC}" srcOrd="0" destOrd="0" presId="urn:microsoft.com/office/officeart/2005/8/layout/hierarchy2"/>
    <dgm:cxn modelId="{5B4AA1D8-D53A-4B5F-BF98-E714BB55861D}" type="presParOf" srcId="{166A1B62-BB4F-4C1E-998D-DD4926AA8DFC}" destId="{CF0E7FDC-7939-4C32-B196-DF118F07B120}" srcOrd="0" destOrd="0" presId="urn:microsoft.com/office/officeart/2005/8/layout/hierarchy2"/>
    <dgm:cxn modelId="{D1F7011E-F1EA-4D49-BE98-FE1A71E0C78A}" type="presParOf" srcId="{7E9F9764-3F63-4473-A74B-AB222754039D}" destId="{6712B585-3441-4BB8-B92B-608EF8595BEC}" srcOrd="1" destOrd="0" presId="urn:microsoft.com/office/officeart/2005/8/layout/hierarchy2"/>
    <dgm:cxn modelId="{F745CACC-E351-4CE8-BADB-B7A0E37EBECC}" type="presParOf" srcId="{6712B585-3441-4BB8-B92B-608EF8595BEC}" destId="{954D66D6-C635-4BC9-9086-33E193858B62}" srcOrd="0" destOrd="0" presId="urn:microsoft.com/office/officeart/2005/8/layout/hierarchy2"/>
    <dgm:cxn modelId="{186D88AF-E57B-4172-B7C3-6A53A57CF8E3}" type="presParOf" srcId="{6712B585-3441-4BB8-B92B-608EF8595BEC}" destId="{694EE4BA-F54C-456D-97BE-DF3FF0722C16}" srcOrd="1" destOrd="0" presId="urn:microsoft.com/office/officeart/2005/8/layout/hierarchy2"/>
    <dgm:cxn modelId="{99E91AF5-1DD2-4BDC-9F43-ACB99AAAE16E}" type="presParOf" srcId="{7E9F9764-3F63-4473-A74B-AB222754039D}" destId="{950F4BC5-F877-4F02-829D-A688E36FC7A2}" srcOrd="2" destOrd="0" presId="urn:microsoft.com/office/officeart/2005/8/layout/hierarchy2"/>
    <dgm:cxn modelId="{39EAEBDC-17A5-47C4-B9FD-5A03075EABC3}" type="presParOf" srcId="{950F4BC5-F877-4F02-829D-A688E36FC7A2}" destId="{FBF2F37D-6B1F-4459-B16E-1A21A013C7B5}" srcOrd="0" destOrd="0" presId="urn:microsoft.com/office/officeart/2005/8/layout/hierarchy2"/>
    <dgm:cxn modelId="{652941C1-BE43-4992-9ABD-2B8250043F4C}" type="presParOf" srcId="{7E9F9764-3F63-4473-A74B-AB222754039D}" destId="{3CC2039F-F96A-4451-9B70-32567CA67D0D}" srcOrd="3" destOrd="0" presId="urn:microsoft.com/office/officeart/2005/8/layout/hierarchy2"/>
    <dgm:cxn modelId="{86FA3616-0B45-4071-864F-DBB03FB6D53E}" type="presParOf" srcId="{3CC2039F-F96A-4451-9B70-32567CA67D0D}" destId="{A5C6CD23-0FAA-4BC8-B3EF-F949CD373D22}" srcOrd="0" destOrd="0" presId="urn:microsoft.com/office/officeart/2005/8/layout/hierarchy2"/>
    <dgm:cxn modelId="{C700ACAE-474B-4B3A-8AEE-44F687DC71E3}" type="presParOf" srcId="{3CC2039F-F96A-4451-9B70-32567CA67D0D}" destId="{7730D669-BF67-49B7-AB63-7ED875ACF7DD}" srcOrd="1" destOrd="0" presId="urn:microsoft.com/office/officeart/2005/8/layout/hierarchy2"/>
    <dgm:cxn modelId="{BB8F2CE8-53E2-4EF9-AF3E-61154013CE10}" type="presParOf" srcId="{7E9F9764-3F63-4473-A74B-AB222754039D}" destId="{2120C249-44AC-4573-B384-AC5687842ACB}" srcOrd="4" destOrd="0" presId="urn:microsoft.com/office/officeart/2005/8/layout/hierarchy2"/>
    <dgm:cxn modelId="{CB9AB96E-C099-4A7E-AA5F-E5CA2F680BEE}" type="presParOf" srcId="{2120C249-44AC-4573-B384-AC5687842ACB}" destId="{82440452-3243-461E-8D70-4A2D2F70FE37}" srcOrd="0" destOrd="0" presId="urn:microsoft.com/office/officeart/2005/8/layout/hierarchy2"/>
    <dgm:cxn modelId="{CA8E92B5-CB28-4861-A1A7-64D2FAC87343}" type="presParOf" srcId="{7E9F9764-3F63-4473-A74B-AB222754039D}" destId="{383234C9-FC74-4862-A1C6-6924E7B1AB93}" srcOrd="5" destOrd="0" presId="urn:microsoft.com/office/officeart/2005/8/layout/hierarchy2"/>
    <dgm:cxn modelId="{0C0A1690-3835-4FEF-AEEC-B0D1ECB4A3C8}" type="presParOf" srcId="{383234C9-FC74-4862-A1C6-6924E7B1AB93}" destId="{625A4353-DA04-424C-A0B5-A63E6EBDAA35}" srcOrd="0" destOrd="0" presId="urn:microsoft.com/office/officeart/2005/8/layout/hierarchy2"/>
    <dgm:cxn modelId="{3E21652D-8571-49F1-8EF5-A330D7D1FE30}" type="presParOf" srcId="{383234C9-FC74-4862-A1C6-6924E7B1AB93}" destId="{8DD908DE-6EA6-44E2-89DD-83922FBECAA2}" srcOrd="1" destOrd="0" presId="urn:microsoft.com/office/officeart/2005/8/layout/hierarchy2"/>
    <dgm:cxn modelId="{629EB45F-640A-4231-BC25-180A39340785}" type="presParOf" srcId="{7E9F9764-3F63-4473-A74B-AB222754039D}" destId="{D3426AE2-46C4-452D-9957-5F1657E0A142}" srcOrd="6" destOrd="0" presId="urn:microsoft.com/office/officeart/2005/8/layout/hierarchy2"/>
    <dgm:cxn modelId="{B5433D36-1C6D-4A76-8E4C-60E42511B0A6}" type="presParOf" srcId="{D3426AE2-46C4-452D-9957-5F1657E0A142}" destId="{69DAB596-5620-4293-BA03-5C7F8A5D389D}" srcOrd="0" destOrd="0" presId="urn:microsoft.com/office/officeart/2005/8/layout/hierarchy2"/>
    <dgm:cxn modelId="{C4B77CED-BFAC-44A5-B231-26ADCDE3A313}" type="presParOf" srcId="{7E9F9764-3F63-4473-A74B-AB222754039D}" destId="{E4922B1B-8BA8-4059-8210-8A8DD7AB7BC0}" srcOrd="7" destOrd="0" presId="urn:microsoft.com/office/officeart/2005/8/layout/hierarchy2"/>
    <dgm:cxn modelId="{7CBE78AD-27A1-482B-81E6-3DF4CB054123}" type="presParOf" srcId="{E4922B1B-8BA8-4059-8210-8A8DD7AB7BC0}" destId="{FDDBC0C8-62B3-4004-AE62-7DCB9DDDA768}" srcOrd="0" destOrd="0" presId="urn:microsoft.com/office/officeart/2005/8/layout/hierarchy2"/>
    <dgm:cxn modelId="{03B6A85A-C746-413F-AFF0-A5BAB3D182CC}" type="presParOf" srcId="{E4922B1B-8BA8-4059-8210-8A8DD7AB7BC0}" destId="{3F280DA8-D29D-423A-822F-2862C4F2566A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395E1C9-ABAA-4FCB-A421-470C15E33C1B}" type="doc">
      <dgm:prSet loTypeId="urn:microsoft.com/office/officeart/2005/8/layout/hierarchy2" loCatId="hierarchy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cs-CZ"/>
        </a:p>
      </dgm:t>
    </dgm:pt>
    <dgm:pt modelId="{F29B1CE7-EAAA-4C69-A6BD-3C41AEE62C58}">
      <dgm:prSet phldrT="[Text]" custT="1"/>
      <dgm:spPr/>
      <dgm:t>
        <a:bodyPr/>
        <a:lstStyle/>
        <a:p>
          <a:r>
            <a:rPr lang="cs-CZ" sz="2800" b="1" dirty="0"/>
            <a:t>Způsob řízení</a:t>
          </a:r>
        </a:p>
      </dgm:t>
    </dgm:pt>
    <dgm:pt modelId="{56DCDC88-316E-4E8C-9A52-643358E6B833}" type="parTrans" cxnId="{216A0B81-0526-460B-A8E7-55842EF816EA}">
      <dgm:prSet/>
      <dgm:spPr/>
      <dgm:t>
        <a:bodyPr/>
        <a:lstStyle/>
        <a:p>
          <a:endParaRPr lang="cs-CZ" b="1"/>
        </a:p>
      </dgm:t>
    </dgm:pt>
    <dgm:pt modelId="{5DA0B9C6-6E5B-43AF-8411-C40DE27485FA}" type="sibTrans" cxnId="{216A0B81-0526-460B-A8E7-55842EF816EA}">
      <dgm:prSet/>
      <dgm:spPr/>
      <dgm:t>
        <a:bodyPr/>
        <a:lstStyle/>
        <a:p>
          <a:endParaRPr lang="cs-CZ" b="1"/>
        </a:p>
      </dgm:t>
    </dgm:pt>
    <dgm:pt modelId="{75358A47-F6AB-423D-865C-8DD6A60F993C}">
      <dgm:prSet phldrT="[Text]" custT="1"/>
      <dgm:spPr/>
      <dgm:t>
        <a:bodyPr/>
        <a:lstStyle/>
        <a:p>
          <a:r>
            <a:rPr lang="cs-CZ" sz="2800" b="1" dirty="0"/>
            <a:t>Úrovňové</a:t>
          </a:r>
        </a:p>
      </dgm:t>
    </dgm:pt>
    <dgm:pt modelId="{4C51A9B3-20B4-425C-A7B0-B93C54F7228E}" type="parTrans" cxnId="{8C5DE288-E39A-4FCE-96C7-66631122BEBD}">
      <dgm:prSet/>
      <dgm:spPr/>
      <dgm:t>
        <a:bodyPr/>
        <a:lstStyle/>
        <a:p>
          <a:endParaRPr lang="cs-CZ" b="1" dirty="0"/>
        </a:p>
      </dgm:t>
    </dgm:pt>
    <dgm:pt modelId="{C91B005C-6A7B-4975-8908-3A22D3C678B6}" type="sibTrans" cxnId="{8C5DE288-E39A-4FCE-96C7-66631122BEBD}">
      <dgm:prSet/>
      <dgm:spPr/>
      <dgm:t>
        <a:bodyPr/>
        <a:lstStyle/>
        <a:p>
          <a:endParaRPr lang="cs-CZ" b="1"/>
        </a:p>
      </dgm:t>
    </dgm:pt>
    <dgm:pt modelId="{EF7AC33F-596D-4911-8209-9CC8C4F610D3}">
      <dgm:prSet phldrT="[Text]" custT="1"/>
      <dgm:spPr/>
      <dgm:t>
        <a:bodyPr/>
        <a:lstStyle/>
        <a:p>
          <a:r>
            <a:rPr lang="cs-CZ" sz="2800" b="1" dirty="0"/>
            <a:t>Hranové</a:t>
          </a:r>
        </a:p>
      </dgm:t>
    </dgm:pt>
    <dgm:pt modelId="{ED08C8FD-BE49-48AA-88A3-D24A55AA53CF}" type="parTrans" cxnId="{936D3E56-CE4F-4810-B605-3029E02FFAAF}">
      <dgm:prSet/>
      <dgm:spPr/>
      <dgm:t>
        <a:bodyPr/>
        <a:lstStyle/>
        <a:p>
          <a:endParaRPr lang="cs-CZ" b="1" dirty="0"/>
        </a:p>
      </dgm:t>
    </dgm:pt>
    <dgm:pt modelId="{EF71B8E4-D816-4619-BA0F-3FF0297AAA32}" type="sibTrans" cxnId="{936D3E56-CE4F-4810-B605-3029E02FFAAF}">
      <dgm:prSet/>
      <dgm:spPr/>
      <dgm:t>
        <a:bodyPr/>
        <a:lstStyle/>
        <a:p>
          <a:endParaRPr lang="cs-CZ" b="1"/>
        </a:p>
      </dgm:t>
    </dgm:pt>
    <dgm:pt modelId="{6AB7134A-A223-4877-870D-38BE38199141}" type="pres">
      <dgm:prSet presAssocID="{5395E1C9-ABAA-4FCB-A421-470C15E33C1B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3759EBFE-510A-4A43-9309-F10FE4D70115}" type="pres">
      <dgm:prSet presAssocID="{F29B1CE7-EAAA-4C69-A6BD-3C41AEE62C58}" presName="root1" presStyleCnt="0"/>
      <dgm:spPr/>
    </dgm:pt>
    <dgm:pt modelId="{C0D605DD-A060-472B-A033-45BAE018CE98}" type="pres">
      <dgm:prSet presAssocID="{F29B1CE7-EAAA-4C69-A6BD-3C41AEE62C58}" presName="LevelOneTextNode" presStyleLbl="node0" presStyleIdx="0" presStyleCnt="1" custScaleX="83200" custScaleY="50894" custLinFactNeighborX="-65504" custLinFactNeighborY="-4655">
        <dgm:presLayoutVars>
          <dgm:chPref val="3"/>
        </dgm:presLayoutVars>
      </dgm:prSet>
      <dgm:spPr/>
    </dgm:pt>
    <dgm:pt modelId="{7E9F9764-3F63-4473-A74B-AB222754039D}" type="pres">
      <dgm:prSet presAssocID="{F29B1CE7-EAAA-4C69-A6BD-3C41AEE62C58}" presName="level2hierChild" presStyleCnt="0"/>
      <dgm:spPr/>
    </dgm:pt>
    <dgm:pt modelId="{166A1B62-BB4F-4C1E-998D-DD4926AA8DFC}" type="pres">
      <dgm:prSet presAssocID="{4C51A9B3-20B4-425C-A7B0-B93C54F7228E}" presName="conn2-1" presStyleLbl="parChTrans1D2" presStyleIdx="0" presStyleCnt="2"/>
      <dgm:spPr/>
    </dgm:pt>
    <dgm:pt modelId="{CF0E7FDC-7939-4C32-B196-DF118F07B120}" type="pres">
      <dgm:prSet presAssocID="{4C51A9B3-20B4-425C-A7B0-B93C54F7228E}" presName="connTx" presStyleLbl="parChTrans1D2" presStyleIdx="0" presStyleCnt="2"/>
      <dgm:spPr/>
    </dgm:pt>
    <dgm:pt modelId="{6712B585-3441-4BB8-B92B-608EF8595BEC}" type="pres">
      <dgm:prSet presAssocID="{75358A47-F6AB-423D-865C-8DD6A60F993C}" presName="root2" presStyleCnt="0"/>
      <dgm:spPr/>
    </dgm:pt>
    <dgm:pt modelId="{954D66D6-C635-4BC9-9086-33E193858B62}" type="pres">
      <dgm:prSet presAssocID="{75358A47-F6AB-423D-865C-8DD6A60F993C}" presName="LevelTwoTextNode" presStyleLbl="node2" presStyleIdx="0" presStyleCnt="2" custScaleX="66966">
        <dgm:presLayoutVars>
          <dgm:chPref val="3"/>
        </dgm:presLayoutVars>
      </dgm:prSet>
      <dgm:spPr/>
    </dgm:pt>
    <dgm:pt modelId="{694EE4BA-F54C-456D-97BE-DF3FF0722C16}" type="pres">
      <dgm:prSet presAssocID="{75358A47-F6AB-423D-865C-8DD6A60F993C}" presName="level3hierChild" presStyleCnt="0"/>
      <dgm:spPr/>
    </dgm:pt>
    <dgm:pt modelId="{950F4BC5-F877-4F02-829D-A688E36FC7A2}" type="pres">
      <dgm:prSet presAssocID="{ED08C8FD-BE49-48AA-88A3-D24A55AA53CF}" presName="conn2-1" presStyleLbl="parChTrans1D2" presStyleIdx="1" presStyleCnt="2"/>
      <dgm:spPr/>
    </dgm:pt>
    <dgm:pt modelId="{FBF2F37D-6B1F-4459-B16E-1A21A013C7B5}" type="pres">
      <dgm:prSet presAssocID="{ED08C8FD-BE49-48AA-88A3-D24A55AA53CF}" presName="connTx" presStyleLbl="parChTrans1D2" presStyleIdx="1" presStyleCnt="2"/>
      <dgm:spPr/>
    </dgm:pt>
    <dgm:pt modelId="{3CC2039F-F96A-4451-9B70-32567CA67D0D}" type="pres">
      <dgm:prSet presAssocID="{EF7AC33F-596D-4911-8209-9CC8C4F610D3}" presName="root2" presStyleCnt="0"/>
      <dgm:spPr/>
    </dgm:pt>
    <dgm:pt modelId="{A5C6CD23-0FAA-4BC8-B3EF-F949CD373D22}" type="pres">
      <dgm:prSet presAssocID="{EF7AC33F-596D-4911-8209-9CC8C4F610D3}" presName="LevelTwoTextNode" presStyleLbl="node2" presStyleIdx="1" presStyleCnt="2" custScaleX="66966">
        <dgm:presLayoutVars>
          <dgm:chPref val="3"/>
        </dgm:presLayoutVars>
      </dgm:prSet>
      <dgm:spPr/>
    </dgm:pt>
    <dgm:pt modelId="{7730D669-BF67-49B7-AB63-7ED875ACF7DD}" type="pres">
      <dgm:prSet presAssocID="{EF7AC33F-596D-4911-8209-9CC8C4F610D3}" presName="level3hierChild" presStyleCnt="0"/>
      <dgm:spPr/>
    </dgm:pt>
  </dgm:ptLst>
  <dgm:cxnLst>
    <dgm:cxn modelId="{F7E29E26-5BAC-4CA5-A7D5-B76260531287}" type="presOf" srcId="{ED08C8FD-BE49-48AA-88A3-D24A55AA53CF}" destId="{FBF2F37D-6B1F-4459-B16E-1A21A013C7B5}" srcOrd="1" destOrd="0" presId="urn:microsoft.com/office/officeart/2005/8/layout/hierarchy2"/>
    <dgm:cxn modelId="{AE7C4035-0B41-457B-A11C-AFB7783B55FF}" type="presOf" srcId="{75358A47-F6AB-423D-865C-8DD6A60F993C}" destId="{954D66D6-C635-4BC9-9086-33E193858B62}" srcOrd="0" destOrd="0" presId="urn:microsoft.com/office/officeart/2005/8/layout/hierarchy2"/>
    <dgm:cxn modelId="{2AF99E5E-0921-412E-9B31-6A04350935B4}" type="presOf" srcId="{ED08C8FD-BE49-48AA-88A3-D24A55AA53CF}" destId="{950F4BC5-F877-4F02-829D-A688E36FC7A2}" srcOrd="0" destOrd="0" presId="urn:microsoft.com/office/officeart/2005/8/layout/hierarchy2"/>
    <dgm:cxn modelId="{936D3E56-CE4F-4810-B605-3029E02FFAAF}" srcId="{F29B1CE7-EAAA-4C69-A6BD-3C41AEE62C58}" destId="{EF7AC33F-596D-4911-8209-9CC8C4F610D3}" srcOrd="1" destOrd="0" parTransId="{ED08C8FD-BE49-48AA-88A3-D24A55AA53CF}" sibTransId="{EF71B8E4-D816-4619-BA0F-3FF0297AAA32}"/>
    <dgm:cxn modelId="{A9CAF757-B4FF-4A96-92E8-2068E1F3D1D8}" type="presOf" srcId="{EF7AC33F-596D-4911-8209-9CC8C4F610D3}" destId="{A5C6CD23-0FAA-4BC8-B3EF-F949CD373D22}" srcOrd="0" destOrd="0" presId="urn:microsoft.com/office/officeart/2005/8/layout/hierarchy2"/>
    <dgm:cxn modelId="{216A0B81-0526-460B-A8E7-55842EF816EA}" srcId="{5395E1C9-ABAA-4FCB-A421-470C15E33C1B}" destId="{F29B1CE7-EAAA-4C69-A6BD-3C41AEE62C58}" srcOrd="0" destOrd="0" parTransId="{56DCDC88-316E-4E8C-9A52-643358E6B833}" sibTransId="{5DA0B9C6-6E5B-43AF-8411-C40DE27485FA}"/>
    <dgm:cxn modelId="{8C5DE288-E39A-4FCE-96C7-66631122BEBD}" srcId="{F29B1CE7-EAAA-4C69-A6BD-3C41AEE62C58}" destId="{75358A47-F6AB-423D-865C-8DD6A60F993C}" srcOrd="0" destOrd="0" parTransId="{4C51A9B3-20B4-425C-A7B0-B93C54F7228E}" sibTransId="{C91B005C-6A7B-4975-8908-3A22D3C678B6}"/>
    <dgm:cxn modelId="{8DE920A1-1794-482D-8FCD-A9A88F04EF71}" type="presOf" srcId="{4C51A9B3-20B4-425C-A7B0-B93C54F7228E}" destId="{CF0E7FDC-7939-4C32-B196-DF118F07B120}" srcOrd="1" destOrd="0" presId="urn:microsoft.com/office/officeart/2005/8/layout/hierarchy2"/>
    <dgm:cxn modelId="{8086E6C2-351A-4320-BA13-59E9D4EF5C19}" type="presOf" srcId="{F29B1CE7-EAAA-4C69-A6BD-3C41AEE62C58}" destId="{C0D605DD-A060-472B-A033-45BAE018CE98}" srcOrd="0" destOrd="0" presId="urn:microsoft.com/office/officeart/2005/8/layout/hierarchy2"/>
    <dgm:cxn modelId="{3C2466CC-E195-487B-9E81-96F0C81CDF67}" type="presOf" srcId="{5395E1C9-ABAA-4FCB-A421-470C15E33C1B}" destId="{6AB7134A-A223-4877-870D-38BE38199141}" srcOrd="0" destOrd="0" presId="urn:microsoft.com/office/officeart/2005/8/layout/hierarchy2"/>
    <dgm:cxn modelId="{B297B3D5-BE07-4CE0-AF77-771C56842100}" type="presOf" srcId="{4C51A9B3-20B4-425C-A7B0-B93C54F7228E}" destId="{166A1B62-BB4F-4C1E-998D-DD4926AA8DFC}" srcOrd="0" destOrd="0" presId="urn:microsoft.com/office/officeart/2005/8/layout/hierarchy2"/>
    <dgm:cxn modelId="{5BC018E6-7BBA-4CCE-AF5C-16E97E79A2AD}" type="presParOf" srcId="{6AB7134A-A223-4877-870D-38BE38199141}" destId="{3759EBFE-510A-4A43-9309-F10FE4D70115}" srcOrd="0" destOrd="0" presId="urn:microsoft.com/office/officeart/2005/8/layout/hierarchy2"/>
    <dgm:cxn modelId="{3F88700D-1CF4-483C-A26E-71C75C64A3ED}" type="presParOf" srcId="{3759EBFE-510A-4A43-9309-F10FE4D70115}" destId="{C0D605DD-A060-472B-A033-45BAE018CE98}" srcOrd="0" destOrd="0" presId="urn:microsoft.com/office/officeart/2005/8/layout/hierarchy2"/>
    <dgm:cxn modelId="{3A47C9F0-C5B8-4ADC-884B-43C9585EC9D7}" type="presParOf" srcId="{3759EBFE-510A-4A43-9309-F10FE4D70115}" destId="{7E9F9764-3F63-4473-A74B-AB222754039D}" srcOrd="1" destOrd="0" presId="urn:microsoft.com/office/officeart/2005/8/layout/hierarchy2"/>
    <dgm:cxn modelId="{4218585B-5C54-4A8E-A7A8-F482EA45E4BF}" type="presParOf" srcId="{7E9F9764-3F63-4473-A74B-AB222754039D}" destId="{166A1B62-BB4F-4C1E-998D-DD4926AA8DFC}" srcOrd="0" destOrd="0" presId="urn:microsoft.com/office/officeart/2005/8/layout/hierarchy2"/>
    <dgm:cxn modelId="{955B0AB7-A985-47D7-84C1-BF4233F355B6}" type="presParOf" srcId="{166A1B62-BB4F-4C1E-998D-DD4926AA8DFC}" destId="{CF0E7FDC-7939-4C32-B196-DF118F07B120}" srcOrd="0" destOrd="0" presId="urn:microsoft.com/office/officeart/2005/8/layout/hierarchy2"/>
    <dgm:cxn modelId="{C1B7E7AA-3205-42BA-B1D8-C040235E5531}" type="presParOf" srcId="{7E9F9764-3F63-4473-A74B-AB222754039D}" destId="{6712B585-3441-4BB8-B92B-608EF8595BEC}" srcOrd="1" destOrd="0" presId="urn:microsoft.com/office/officeart/2005/8/layout/hierarchy2"/>
    <dgm:cxn modelId="{FB46B3A8-296B-4722-B471-5B323D2D49B7}" type="presParOf" srcId="{6712B585-3441-4BB8-B92B-608EF8595BEC}" destId="{954D66D6-C635-4BC9-9086-33E193858B62}" srcOrd="0" destOrd="0" presId="urn:microsoft.com/office/officeart/2005/8/layout/hierarchy2"/>
    <dgm:cxn modelId="{BA2570E2-ACB2-4370-A0E7-32B11D98279F}" type="presParOf" srcId="{6712B585-3441-4BB8-B92B-608EF8595BEC}" destId="{694EE4BA-F54C-456D-97BE-DF3FF0722C16}" srcOrd="1" destOrd="0" presId="urn:microsoft.com/office/officeart/2005/8/layout/hierarchy2"/>
    <dgm:cxn modelId="{D8DC02BF-2BDC-4F28-B6D4-07E55A3CFB44}" type="presParOf" srcId="{7E9F9764-3F63-4473-A74B-AB222754039D}" destId="{950F4BC5-F877-4F02-829D-A688E36FC7A2}" srcOrd="2" destOrd="0" presId="urn:microsoft.com/office/officeart/2005/8/layout/hierarchy2"/>
    <dgm:cxn modelId="{E475CEA3-E6F0-4D92-9514-C6F5B0315E05}" type="presParOf" srcId="{950F4BC5-F877-4F02-829D-A688E36FC7A2}" destId="{FBF2F37D-6B1F-4459-B16E-1A21A013C7B5}" srcOrd="0" destOrd="0" presId="urn:microsoft.com/office/officeart/2005/8/layout/hierarchy2"/>
    <dgm:cxn modelId="{9830DEFF-E07B-47D6-87CF-2FAD6326DEA3}" type="presParOf" srcId="{7E9F9764-3F63-4473-A74B-AB222754039D}" destId="{3CC2039F-F96A-4451-9B70-32567CA67D0D}" srcOrd="3" destOrd="0" presId="urn:microsoft.com/office/officeart/2005/8/layout/hierarchy2"/>
    <dgm:cxn modelId="{563A4889-B0A6-4E52-B9B5-671CB0F30435}" type="presParOf" srcId="{3CC2039F-F96A-4451-9B70-32567CA67D0D}" destId="{A5C6CD23-0FAA-4BC8-B3EF-F949CD373D22}" srcOrd="0" destOrd="0" presId="urn:microsoft.com/office/officeart/2005/8/layout/hierarchy2"/>
    <dgm:cxn modelId="{4ADFFD9E-80C6-4F3C-8691-769FE48EB86F}" type="presParOf" srcId="{3CC2039F-F96A-4451-9B70-32567CA67D0D}" destId="{7730D669-BF67-49B7-AB63-7ED875ACF7DD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395E1C9-ABAA-4FCB-A421-470C15E33C1B}" type="doc">
      <dgm:prSet loTypeId="urn:microsoft.com/office/officeart/2005/8/layout/hierarchy2" loCatId="hierarchy" qsTypeId="urn:microsoft.com/office/officeart/2005/8/quickstyle/simple3" qsCatId="simple" csTypeId="urn:microsoft.com/office/officeart/2005/8/colors/accent0_3" csCatId="mainScheme" phldr="1"/>
      <dgm:spPr/>
      <dgm:t>
        <a:bodyPr/>
        <a:lstStyle/>
        <a:p>
          <a:endParaRPr lang="cs-CZ"/>
        </a:p>
      </dgm:t>
    </dgm:pt>
    <dgm:pt modelId="{F29B1CE7-EAAA-4C69-A6BD-3C41AEE62C58}">
      <dgm:prSet phldrT="[Text]" custT="1"/>
      <dgm:spPr/>
      <dgm:t>
        <a:bodyPr/>
        <a:lstStyle/>
        <a:p>
          <a:r>
            <a:rPr lang="cs-CZ" sz="3200" b="1" dirty="0"/>
            <a:t>Klopný obvod</a:t>
          </a:r>
        </a:p>
      </dgm:t>
    </dgm:pt>
    <dgm:pt modelId="{56DCDC88-316E-4E8C-9A52-643358E6B833}" type="parTrans" cxnId="{216A0B81-0526-460B-A8E7-55842EF816EA}">
      <dgm:prSet/>
      <dgm:spPr/>
      <dgm:t>
        <a:bodyPr/>
        <a:lstStyle/>
        <a:p>
          <a:endParaRPr lang="cs-CZ"/>
        </a:p>
      </dgm:t>
    </dgm:pt>
    <dgm:pt modelId="{5DA0B9C6-6E5B-43AF-8411-C40DE27485FA}" type="sibTrans" cxnId="{216A0B81-0526-460B-A8E7-55842EF816EA}">
      <dgm:prSet/>
      <dgm:spPr/>
      <dgm:t>
        <a:bodyPr/>
        <a:lstStyle/>
        <a:p>
          <a:endParaRPr lang="cs-CZ"/>
        </a:p>
      </dgm:t>
    </dgm:pt>
    <dgm:pt modelId="{75358A47-F6AB-423D-865C-8DD6A60F993C}">
      <dgm:prSet phldrT="[Text]" custT="1"/>
      <dgm:spPr/>
      <dgm:t>
        <a:bodyPr/>
        <a:lstStyle/>
        <a:p>
          <a:r>
            <a:rPr lang="cs-CZ" sz="2800" b="1" dirty="0">
              <a:effectLst/>
              <a:hlinkClick xmlns:r="http://schemas.openxmlformats.org/officeDocument/2006/relationships" r:id="rId1" action="ppaction://hlinksldjump"/>
            </a:rPr>
            <a:t>Bistabilní</a:t>
          </a:r>
          <a:endParaRPr lang="cs-CZ" sz="2800" b="1" dirty="0">
            <a:effectLst/>
          </a:endParaRPr>
        </a:p>
      </dgm:t>
    </dgm:pt>
    <dgm:pt modelId="{4C51A9B3-20B4-425C-A7B0-B93C54F7228E}" type="parTrans" cxnId="{8C5DE288-E39A-4FCE-96C7-66631122BEBD}">
      <dgm:prSet/>
      <dgm:spPr/>
      <dgm:t>
        <a:bodyPr/>
        <a:lstStyle/>
        <a:p>
          <a:endParaRPr lang="cs-CZ" dirty="0"/>
        </a:p>
      </dgm:t>
    </dgm:pt>
    <dgm:pt modelId="{C91B005C-6A7B-4975-8908-3A22D3C678B6}" type="sibTrans" cxnId="{8C5DE288-E39A-4FCE-96C7-66631122BEBD}">
      <dgm:prSet/>
      <dgm:spPr/>
      <dgm:t>
        <a:bodyPr/>
        <a:lstStyle/>
        <a:p>
          <a:endParaRPr lang="cs-CZ"/>
        </a:p>
      </dgm:t>
    </dgm:pt>
    <dgm:pt modelId="{EF7AC33F-596D-4911-8209-9CC8C4F610D3}">
      <dgm:prSet phldrT="[Text]" custT="1"/>
      <dgm:spPr/>
      <dgm:t>
        <a:bodyPr/>
        <a:lstStyle/>
        <a:p>
          <a:r>
            <a:rPr lang="cs-CZ" sz="2800" b="1" dirty="0">
              <a:effectLst/>
              <a:hlinkClick xmlns:r="http://schemas.openxmlformats.org/officeDocument/2006/relationships" r:id="rId2" action="ppaction://hlinksldjump"/>
            </a:rPr>
            <a:t>Monostabilní</a:t>
          </a:r>
          <a:endParaRPr lang="cs-CZ" sz="2800" b="1" dirty="0">
            <a:effectLst/>
          </a:endParaRPr>
        </a:p>
      </dgm:t>
    </dgm:pt>
    <dgm:pt modelId="{ED08C8FD-BE49-48AA-88A3-D24A55AA53CF}" type="parTrans" cxnId="{936D3E56-CE4F-4810-B605-3029E02FFAAF}">
      <dgm:prSet/>
      <dgm:spPr/>
      <dgm:t>
        <a:bodyPr/>
        <a:lstStyle/>
        <a:p>
          <a:endParaRPr lang="cs-CZ" dirty="0"/>
        </a:p>
      </dgm:t>
    </dgm:pt>
    <dgm:pt modelId="{EF71B8E4-D816-4619-BA0F-3FF0297AAA32}" type="sibTrans" cxnId="{936D3E56-CE4F-4810-B605-3029E02FFAAF}">
      <dgm:prSet/>
      <dgm:spPr/>
      <dgm:t>
        <a:bodyPr/>
        <a:lstStyle/>
        <a:p>
          <a:endParaRPr lang="cs-CZ"/>
        </a:p>
      </dgm:t>
    </dgm:pt>
    <dgm:pt modelId="{F04503FC-F860-44F9-988D-5A8EE2302EF0}">
      <dgm:prSet phldrT="[Text]" custT="1"/>
      <dgm:spPr/>
      <dgm:t>
        <a:bodyPr/>
        <a:lstStyle/>
        <a:p>
          <a:r>
            <a:rPr lang="cs-CZ" sz="2800" b="1" dirty="0">
              <a:effectLst/>
              <a:hlinkClick xmlns:r="http://schemas.openxmlformats.org/officeDocument/2006/relationships" r:id="rId3" action="ppaction://hlinksldjump"/>
            </a:rPr>
            <a:t>Astabilní</a:t>
          </a:r>
          <a:endParaRPr lang="cs-CZ" sz="2800" b="1" dirty="0">
            <a:effectLst/>
          </a:endParaRPr>
        </a:p>
      </dgm:t>
    </dgm:pt>
    <dgm:pt modelId="{084AFF0B-DBEB-4222-8F24-4E35969FFE7A}" type="parTrans" cxnId="{487FB289-F36D-41C8-9A9F-88B564E68DA4}">
      <dgm:prSet/>
      <dgm:spPr/>
      <dgm:t>
        <a:bodyPr/>
        <a:lstStyle/>
        <a:p>
          <a:endParaRPr lang="cs-CZ" dirty="0"/>
        </a:p>
      </dgm:t>
    </dgm:pt>
    <dgm:pt modelId="{9E1A4974-C936-4093-A82C-D533959571C1}" type="sibTrans" cxnId="{487FB289-F36D-41C8-9A9F-88B564E68DA4}">
      <dgm:prSet/>
      <dgm:spPr/>
      <dgm:t>
        <a:bodyPr/>
        <a:lstStyle/>
        <a:p>
          <a:endParaRPr lang="cs-CZ"/>
        </a:p>
      </dgm:t>
    </dgm:pt>
    <dgm:pt modelId="{6AB7134A-A223-4877-870D-38BE38199141}" type="pres">
      <dgm:prSet presAssocID="{5395E1C9-ABAA-4FCB-A421-470C15E33C1B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3759EBFE-510A-4A43-9309-F10FE4D70115}" type="pres">
      <dgm:prSet presAssocID="{F29B1CE7-EAAA-4C69-A6BD-3C41AEE62C58}" presName="root1" presStyleCnt="0"/>
      <dgm:spPr/>
    </dgm:pt>
    <dgm:pt modelId="{C0D605DD-A060-472B-A033-45BAE018CE98}" type="pres">
      <dgm:prSet presAssocID="{F29B1CE7-EAAA-4C69-A6BD-3C41AEE62C58}" presName="LevelOneTextNode" presStyleLbl="node0" presStyleIdx="0" presStyleCnt="1" custScaleX="172356" custLinFactNeighborX="-12" custLinFactNeighborY="705">
        <dgm:presLayoutVars>
          <dgm:chPref val="3"/>
        </dgm:presLayoutVars>
      </dgm:prSet>
      <dgm:spPr/>
    </dgm:pt>
    <dgm:pt modelId="{7E9F9764-3F63-4473-A74B-AB222754039D}" type="pres">
      <dgm:prSet presAssocID="{F29B1CE7-EAAA-4C69-A6BD-3C41AEE62C58}" presName="level2hierChild" presStyleCnt="0"/>
      <dgm:spPr/>
    </dgm:pt>
    <dgm:pt modelId="{166A1B62-BB4F-4C1E-998D-DD4926AA8DFC}" type="pres">
      <dgm:prSet presAssocID="{4C51A9B3-20B4-425C-A7B0-B93C54F7228E}" presName="conn2-1" presStyleLbl="parChTrans1D2" presStyleIdx="0" presStyleCnt="3"/>
      <dgm:spPr/>
    </dgm:pt>
    <dgm:pt modelId="{CF0E7FDC-7939-4C32-B196-DF118F07B120}" type="pres">
      <dgm:prSet presAssocID="{4C51A9B3-20B4-425C-A7B0-B93C54F7228E}" presName="connTx" presStyleLbl="parChTrans1D2" presStyleIdx="0" presStyleCnt="3"/>
      <dgm:spPr/>
    </dgm:pt>
    <dgm:pt modelId="{6712B585-3441-4BB8-B92B-608EF8595BEC}" type="pres">
      <dgm:prSet presAssocID="{75358A47-F6AB-423D-865C-8DD6A60F993C}" presName="root2" presStyleCnt="0"/>
      <dgm:spPr/>
    </dgm:pt>
    <dgm:pt modelId="{954D66D6-C635-4BC9-9086-33E193858B62}" type="pres">
      <dgm:prSet presAssocID="{75358A47-F6AB-423D-865C-8DD6A60F993C}" presName="LevelTwoTextNode" presStyleLbl="node2" presStyleIdx="0" presStyleCnt="3" custScaleX="138725" custLinFactNeighborX="-144">
        <dgm:presLayoutVars>
          <dgm:chPref val="3"/>
        </dgm:presLayoutVars>
      </dgm:prSet>
      <dgm:spPr/>
    </dgm:pt>
    <dgm:pt modelId="{694EE4BA-F54C-456D-97BE-DF3FF0722C16}" type="pres">
      <dgm:prSet presAssocID="{75358A47-F6AB-423D-865C-8DD6A60F993C}" presName="level3hierChild" presStyleCnt="0"/>
      <dgm:spPr/>
    </dgm:pt>
    <dgm:pt modelId="{950F4BC5-F877-4F02-829D-A688E36FC7A2}" type="pres">
      <dgm:prSet presAssocID="{ED08C8FD-BE49-48AA-88A3-D24A55AA53CF}" presName="conn2-1" presStyleLbl="parChTrans1D2" presStyleIdx="1" presStyleCnt="3"/>
      <dgm:spPr/>
    </dgm:pt>
    <dgm:pt modelId="{FBF2F37D-6B1F-4459-B16E-1A21A013C7B5}" type="pres">
      <dgm:prSet presAssocID="{ED08C8FD-BE49-48AA-88A3-D24A55AA53CF}" presName="connTx" presStyleLbl="parChTrans1D2" presStyleIdx="1" presStyleCnt="3"/>
      <dgm:spPr/>
    </dgm:pt>
    <dgm:pt modelId="{3CC2039F-F96A-4451-9B70-32567CA67D0D}" type="pres">
      <dgm:prSet presAssocID="{EF7AC33F-596D-4911-8209-9CC8C4F610D3}" presName="root2" presStyleCnt="0"/>
      <dgm:spPr/>
    </dgm:pt>
    <dgm:pt modelId="{A5C6CD23-0FAA-4BC8-B3EF-F949CD373D22}" type="pres">
      <dgm:prSet presAssocID="{EF7AC33F-596D-4911-8209-9CC8C4F610D3}" presName="LevelTwoTextNode" presStyleLbl="node2" presStyleIdx="1" presStyleCnt="3" custScaleX="138725">
        <dgm:presLayoutVars>
          <dgm:chPref val="3"/>
        </dgm:presLayoutVars>
      </dgm:prSet>
      <dgm:spPr/>
    </dgm:pt>
    <dgm:pt modelId="{7730D669-BF67-49B7-AB63-7ED875ACF7DD}" type="pres">
      <dgm:prSet presAssocID="{EF7AC33F-596D-4911-8209-9CC8C4F610D3}" presName="level3hierChild" presStyleCnt="0"/>
      <dgm:spPr/>
    </dgm:pt>
    <dgm:pt modelId="{2120C249-44AC-4573-B384-AC5687842ACB}" type="pres">
      <dgm:prSet presAssocID="{084AFF0B-DBEB-4222-8F24-4E35969FFE7A}" presName="conn2-1" presStyleLbl="parChTrans1D2" presStyleIdx="2" presStyleCnt="3"/>
      <dgm:spPr/>
    </dgm:pt>
    <dgm:pt modelId="{82440452-3243-461E-8D70-4A2D2F70FE37}" type="pres">
      <dgm:prSet presAssocID="{084AFF0B-DBEB-4222-8F24-4E35969FFE7A}" presName="connTx" presStyleLbl="parChTrans1D2" presStyleIdx="2" presStyleCnt="3"/>
      <dgm:spPr/>
    </dgm:pt>
    <dgm:pt modelId="{383234C9-FC74-4862-A1C6-6924E7B1AB93}" type="pres">
      <dgm:prSet presAssocID="{F04503FC-F860-44F9-988D-5A8EE2302EF0}" presName="root2" presStyleCnt="0"/>
      <dgm:spPr/>
    </dgm:pt>
    <dgm:pt modelId="{625A4353-DA04-424C-A0B5-A63E6EBDAA35}" type="pres">
      <dgm:prSet presAssocID="{F04503FC-F860-44F9-988D-5A8EE2302EF0}" presName="LevelTwoTextNode" presStyleLbl="node2" presStyleIdx="2" presStyleCnt="3" custScaleX="138725">
        <dgm:presLayoutVars>
          <dgm:chPref val="3"/>
        </dgm:presLayoutVars>
      </dgm:prSet>
      <dgm:spPr/>
    </dgm:pt>
    <dgm:pt modelId="{8DD908DE-6EA6-44E2-89DD-83922FBECAA2}" type="pres">
      <dgm:prSet presAssocID="{F04503FC-F860-44F9-988D-5A8EE2302EF0}" presName="level3hierChild" presStyleCnt="0"/>
      <dgm:spPr/>
    </dgm:pt>
  </dgm:ptLst>
  <dgm:cxnLst>
    <dgm:cxn modelId="{3C7FBF17-9CED-4AB2-A1C0-A238674967B0}" type="presOf" srcId="{ED08C8FD-BE49-48AA-88A3-D24A55AA53CF}" destId="{FBF2F37D-6B1F-4459-B16E-1A21A013C7B5}" srcOrd="1" destOrd="0" presId="urn:microsoft.com/office/officeart/2005/8/layout/hierarchy2"/>
    <dgm:cxn modelId="{046AE41F-9B10-4636-B2CA-2298EDB9D237}" type="presOf" srcId="{5395E1C9-ABAA-4FCB-A421-470C15E33C1B}" destId="{6AB7134A-A223-4877-870D-38BE38199141}" srcOrd="0" destOrd="0" presId="urn:microsoft.com/office/officeart/2005/8/layout/hierarchy2"/>
    <dgm:cxn modelId="{1A685927-3861-4E6B-A94B-BCA68A2FF5C3}" type="presOf" srcId="{75358A47-F6AB-423D-865C-8DD6A60F993C}" destId="{954D66D6-C635-4BC9-9086-33E193858B62}" srcOrd="0" destOrd="0" presId="urn:microsoft.com/office/officeart/2005/8/layout/hierarchy2"/>
    <dgm:cxn modelId="{B0EA1D2D-C204-4D97-A736-16A2DB53FE79}" type="presOf" srcId="{F29B1CE7-EAAA-4C69-A6BD-3C41AEE62C58}" destId="{C0D605DD-A060-472B-A033-45BAE018CE98}" srcOrd="0" destOrd="0" presId="urn:microsoft.com/office/officeart/2005/8/layout/hierarchy2"/>
    <dgm:cxn modelId="{14334C2F-493F-418E-A031-133C89AFF2FC}" type="presOf" srcId="{084AFF0B-DBEB-4222-8F24-4E35969FFE7A}" destId="{2120C249-44AC-4573-B384-AC5687842ACB}" srcOrd="0" destOrd="0" presId="urn:microsoft.com/office/officeart/2005/8/layout/hierarchy2"/>
    <dgm:cxn modelId="{343BC43A-446B-43A1-A0FB-998D9BC2F933}" type="presOf" srcId="{F04503FC-F860-44F9-988D-5A8EE2302EF0}" destId="{625A4353-DA04-424C-A0B5-A63E6EBDAA35}" srcOrd="0" destOrd="0" presId="urn:microsoft.com/office/officeart/2005/8/layout/hierarchy2"/>
    <dgm:cxn modelId="{936D3E56-CE4F-4810-B605-3029E02FFAAF}" srcId="{F29B1CE7-EAAA-4C69-A6BD-3C41AEE62C58}" destId="{EF7AC33F-596D-4911-8209-9CC8C4F610D3}" srcOrd="1" destOrd="0" parTransId="{ED08C8FD-BE49-48AA-88A3-D24A55AA53CF}" sibTransId="{EF71B8E4-D816-4619-BA0F-3FF0297AAA32}"/>
    <dgm:cxn modelId="{216A0B81-0526-460B-A8E7-55842EF816EA}" srcId="{5395E1C9-ABAA-4FCB-A421-470C15E33C1B}" destId="{F29B1CE7-EAAA-4C69-A6BD-3C41AEE62C58}" srcOrd="0" destOrd="0" parTransId="{56DCDC88-316E-4E8C-9A52-643358E6B833}" sibTransId="{5DA0B9C6-6E5B-43AF-8411-C40DE27485FA}"/>
    <dgm:cxn modelId="{8C5DE288-E39A-4FCE-96C7-66631122BEBD}" srcId="{F29B1CE7-EAAA-4C69-A6BD-3C41AEE62C58}" destId="{75358A47-F6AB-423D-865C-8DD6A60F993C}" srcOrd="0" destOrd="0" parTransId="{4C51A9B3-20B4-425C-A7B0-B93C54F7228E}" sibTransId="{C91B005C-6A7B-4975-8908-3A22D3C678B6}"/>
    <dgm:cxn modelId="{487FB289-F36D-41C8-9A9F-88B564E68DA4}" srcId="{F29B1CE7-EAAA-4C69-A6BD-3C41AEE62C58}" destId="{F04503FC-F860-44F9-988D-5A8EE2302EF0}" srcOrd="2" destOrd="0" parTransId="{084AFF0B-DBEB-4222-8F24-4E35969FFE7A}" sibTransId="{9E1A4974-C936-4093-A82C-D533959571C1}"/>
    <dgm:cxn modelId="{C12F8694-7833-409F-B7D9-CE2E44D07641}" type="presOf" srcId="{4C51A9B3-20B4-425C-A7B0-B93C54F7228E}" destId="{166A1B62-BB4F-4C1E-998D-DD4926AA8DFC}" srcOrd="0" destOrd="0" presId="urn:microsoft.com/office/officeart/2005/8/layout/hierarchy2"/>
    <dgm:cxn modelId="{45E5BFA1-7B73-439D-8E12-0EB9DBD956F5}" type="presOf" srcId="{4C51A9B3-20B4-425C-A7B0-B93C54F7228E}" destId="{CF0E7FDC-7939-4C32-B196-DF118F07B120}" srcOrd="1" destOrd="0" presId="urn:microsoft.com/office/officeart/2005/8/layout/hierarchy2"/>
    <dgm:cxn modelId="{948A7DAA-EF55-4823-B8D8-76606B88F88C}" type="presOf" srcId="{EF7AC33F-596D-4911-8209-9CC8C4F610D3}" destId="{A5C6CD23-0FAA-4BC8-B3EF-F949CD373D22}" srcOrd="0" destOrd="0" presId="urn:microsoft.com/office/officeart/2005/8/layout/hierarchy2"/>
    <dgm:cxn modelId="{BFFC9BCB-AB67-4881-ABEC-0032F69367D1}" type="presOf" srcId="{084AFF0B-DBEB-4222-8F24-4E35969FFE7A}" destId="{82440452-3243-461E-8D70-4A2D2F70FE37}" srcOrd="1" destOrd="0" presId="urn:microsoft.com/office/officeart/2005/8/layout/hierarchy2"/>
    <dgm:cxn modelId="{02D28DE7-AF16-47F6-8E40-ED77183A88AE}" type="presOf" srcId="{ED08C8FD-BE49-48AA-88A3-D24A55AA53CF}" destId="{950F4BC5-F877-4F02-829D-A688E36FC7A2}" srcOrd="0" destOrd="0" presId="urn:microsoft.com/office/officeart/2005/8/layout/hierarchy2"/>
    <dgm:cxn modelId="{6F05548A-98AA-48C6-81EA-48EBC0FC55EB}" type="presParOf" srcId="{6AB7134A-A223-4877-870D-38BE38199141}" destId="{3759EBFE-510A-4A43-9309-F10FE4D70115}" srcOrd="0" destOrd="0" presId="urn:microsoft.com/office/officeart/2005/8/layout/hierarchy2"/>
    <dgm:cxn modelId="{01A0C586-090A-4F33-B90B-CBD3F0C6631D}" type="presParOf" srcId="{3759EBFE-510A-4A43-9309-F10FE4D70115}" destId="{C0D605DD-A060-472B-A033-45BAE018CE98}" srcOrd="0" destOrd="0" presId="urn:microsoft.com/office/officeart/2005/8/layout/hierarchy2"/>
    <dgm:cxn modelId="{CCE3FEEC-6BAA-45C2-B441-2D00EF402894}" type="presParOf" srcId="{3759EBFE-510A-4A43-9309-F10FE4D70115}" destId="{7E9F9764-3F63-4473-A74B-AB222754039D}" srcOrd="1" destOrd="0" presId="urn:microsoft.com/office/officeart/2005/8/layout/hierarchy2"/>
    <dgm:cxn modelId="{DCB0835A-CAAC-45DD-91D4-4C557F16B2C1}" type="presParOf" srcId="{7E9F9764-3F63-4473-A74B-AB222754039D}" destId="{166A1B62-BB4F-4C1E-998D-DD4926AA8DFC}" srcOrd="0" destOrd="0" presId="urn:microsoft.com/office/officeart/2005/8/layout/hierarchy2"/>
    <dgm:cxn modelId="{9CB3BF26-94CB-4EAF-A150-ED68CC457D0F}" type="presParOf" srcId="{166A1B62-BB4F-4C1E-998D-DD4926AA8DFC}" destId="{CF0E7FDC-7939-4C32-B196-DF118F07B120}" srcOrd="0" destOrd="0" presId="urn:microsoft.com/office/officeart/2005/8/layout/hierarchy2"/>
    <dgm:cxn modelId="{3F724679-64FF-4105-A901-01DB091E8BC4}" type="presParOf" srcId="{7E9F9764-3F63-4473-A74B-AB222754039D}" destId="{6712B585-3441-4BB8-B92B-608EF8595BEC}" srcOrd="1" destOrd="0" presId="urn:microsoft.com/office/officeart/2005/8/layout/hierarchy2"/>
    <dgm:cxn modelId="{CB3C2CA8-A673-48BB-BD6A-35614E11350F}" type="presParOf" srcId="{6712B585-3441-4BB8-B92B-608EF8595BEC}" destId="{954D66D6-C635-4BC9-9086-33E193858B62}" srcOrd="0" destOrd="0" presId="urn:microsoft.com/office/officeart/2005/8/layout/hierarchy2"/>
    <dgm:cxn modelId="{312D7369-9534-4CF2-A57A-ED91CDB432C9}" type="presParOf" srcId="{6712B585-3441-4BB8-B92B-608EF8595BEC}" destId="{694EE4BA-F54C-456D-97BE-DF3FF0722C16}" srcOrd="1" destOrd="0" presId="urn:microsoft.com/office/officeart/2005/8/layout/hierarchy2"/>
    <dgm:cxn modelId="{345C0D0C-77D2-47D3-B8EB-01E238DDAC3B}" type="presParOf" srcId="{7E9F9764-3F63-4473-A74B-AB222754039D}" destId="{950F4BC5-F877-4F02-829D-A688E36FC7A2}" srcOrd="2" destOrd="0" presId="urn:microsoft.com/office/officeart/2005/8/layout/hierarchy2"/>
    <dgm:cxn modelId="{3401BBD3-8E15-42AC-9E32-B58ADC934674}" type="presParOf" srcId="{950F4BC5-F877-4F02-829D-A688E36FC7A2}" destId="{FBF2F37D-6B1F-4459-B16E-1A21A013C7B5}" srcOrd="0" destOrd="0" presId="urn:microsoft.com/office/officeart/2005/8/layout/hierarchy2"/>
    <dgm:cxn modelId="{51049747-65A1-4560-80D6-59AD8F54A98B}" type="presParOf" srcId="{7E9F9764-3F63-4473-A74B-AB222754039D}" destId="{3CC2039F-F96A-4451-9B70-32567CA67D0D}" srcOrd="3" destOrd="0" presId="urn:microsoft.com/office/officeart/2005/8/layout/hierarchy2"/>
    <dgm:cxn modelId="{83C3AC6E-D3AF-4593-B6BE-1DB8E081D4AE}" type="presParOf" srcId="{3CC2039F-F96A-4451-9B70-32567CA67D0D}" destId="{A5C6CD23-0FAA-4BC8-B3EF-F949CD373D22}" srcOrd="0" destOrd="0" presId="urn:microsoft.com/office/officeart/2005/8/layout/hierarchy2"/>
    <dgm:cxn modelId="{61FCBF5F-0A0B-4F5F-B24C-DF29265E5A30}" type="presParOf" srcId="{3CC2039F-F96A-4451-9B70-32567CA67D0D}" destId="{7730D669-BF67-49B7-AB63-7ED875ACF7DD}" srcOrd="1" destOrd="0" presId="urn:microsoft.com/office/officeart/2005/8/layout/hierarchy2"/>
    <dgm:cxn modelId="{E507C377-C4B6-48B9-AF8B-5744DCE2724E}" type="presParOf" srcId="{7E9F9764-3F63-4473-A74B-AB222754039D}" destId="{2120C249-44AC-4573-B384-AC5687842ACB}" srcOrd="4" destOrd="0" presId="urn:microsoft.com/office/officeart/2005/8/layout/hierarchy2"/>
    <dgm:cxn modelId="{05A4D760-AB29-4DFA-A7C1-33D144FD16EF}" type="presParOf" srcId="{2120C249-44AC-4573-B384-AC5687842ACB}" destId="{82440452-3243-461E-8D70-4A2D2F70FE37}" srcOrd="0" destOrd="0" presId="urn:microsoft.com/office/officeart/2005/8/layout/hierarchy2"/>
    <dgm:cxn modelId="{E0E3B2C1-79F3-493D-9929-7A83EE50A400}" type="presParOf" srcId="{7E9F9764-3F63-4473-A74B-AB222754039D}" destId="{383234C9-FC74-4862-A1C6-6924E7B1AB93}" srcOrd="5" destOrd="0" presId="urn:microsoft.com/office/officeart/2005/8/layout/hierarchy2"/>
    <dgm:cxn modelId="{AAB831A2-0ABD-4238-976B-285BE9757EB2}" type="presParOf" srcId="{383234C9-FC74-4862-A1C6-6924E7B1AB93}" destId="{625A4353-DA04-424C-A0B5-A63E6EBDAA35}" srcOrd="0" destOrd="0" presId="urn:microsoft.com/office/officeart/2005/8/layout/hierarchy2"/>
    <dgm:cxn modelId="{B70667A8-BC73-46C3-955F-DE23F8DBBB17}" type="presParOf" srcId="{383234C9-FC74-4862-A1C6-6924E7B1AB93}" destId="{8DD908DE-6EA6-44E2-89DD-83922FBECAA2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D605DD-A060-472B-A033-45BAE018CE98}">
      <dsp:nvSpPr>
        <dsp:cNvPr id="0" name=""/>
        <dsp:cNvSpPr/>
      </dsp:nvSpPr>
      <dsp:spPr>
        <a:xfrm>
          <a:off x="0" y="1439706"/>
          <a:ext cx="2954887" cy="8572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b="1" kern="1200" dirty="0"/>
            <a:t>Klopný obvod</a:t>
          </a:r>
        </a:p>
      </dsp:txBody>
      <dsp:txXfrm>
        <a:off x="25107" y="1464813"/>
        <a:ext cx="2904673" cy="806990"/>
      </dsp:txXfrm>
    </dsp:sp>
    <dsp:sp modelId="{166A1B62-BB4F-4C1E-998D-DD4926AA8DFC}">
      <dsp:nvSpPr>
        <dsp:cNvPr id="0" name=""/>
        <dsp:cNvSpPr/>
      </dsp:nvSpPr>
      <dsp:spPr>
        <a:xfrm rot="19211422">
          <a:off x="2694404" y="1128706"/>
          <a:ext cx="2247247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2247247" y="20214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800" kern="1200" dirty="0"/>
        </a:p>
      </dsp:txBody>
      <dsp:txXfrm>
        <a:off x="3761846" y="1092740"/>
        <a:ext cx="112362" cy="112362"/>
      </dsp:txXfrm>
    </dsp:sp>
    <dsp:sp modelId="{954D66D6-C635-4BC9-9086-33E193858B62}">
      <dsp:nvSpPr>
        <dsp:cNvPr id="0" name=""/>
        <dsp:cNvSpPr/>
      </dsp:nvSpPr>
      <dsp:spPr>
        <a:xfrm>
          <a:off x="4681168" y="931"/>
          <a:ext cx="2378314" cy="8572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b="1" kern="1200" dirty="0">
              <a:effectLst/>
              <a:hlinkClick xmlns:r="http://schemas.openxmlformats.org/officeDocument/2006/relationships" r:id="" action="ppaction://hlinksldjump"/>
            </a:rPr>
            <a:t>R-S</a:t>
          </a:r>
          <a:endParaRPr lang="cs-CZ" sz="2800" b="1" kern="1200" dirty="0">
            <a:effectLst/>
          </a:endParaRPr>
        </a:p>
      </dsp:txBody>
      <dsp:txXfrm>
        <a:off x="4706275" y="26038"/>
        <a:ext cx="2328100" cy="806990"/>
      </dsp:txXfrm>
    </dsp:sp>
    <dsp:sp modelId="{950F4BC5-F877-4F02-829D-A688E36FC7A2}">
      <dsp:nvSpPr>
        <dsp:cNvPr id="0" name=""/>
        <dsp:cNvSpPr/>
      </dsp:nvSpPr>
      <dsp:spPr>
        <a:xfrm rot="20717798">
          <a:off x="2925664" y="1621599"/>
          <a:ext cx="1784725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784725" y="20214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600" kern="1200" dirty="0"/>
        </a:p>
      </dsp:txBody>
      <dsp:txXfrm>
        <a:off x="3773409" y="1597196"/>
        <a:ext cx="89236" cy="89236"/>
      </dsp:txXfrm>
    </dsp:sp>
    <dsp:sp modelId="{A5C6CD23-0FAA-4BC8-B3EF-F949CD373D22}">
      <dsp:nvSpPr>
        <dsp:cNvPr id="0" name=""/>
        <dsp:cNvSpPr/>
      </dsp:nvSpPr>
      <dsp:spPr>
        <a:xfrm>
          <a:off x="4681168" y="986717"/>
          <a:ext cx="2378314" cy="8572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b="1" kern="1200" dirty="0">
              <a:effectLst/>
              <a:hlinkClick xmlns:r="http://schemas.openxmlformats.org/officeDocument/2006/relationships" r:id="" action="ppaction://hlinksldjump"/>
            </a:rPr>
            <a:t>D</a:t>
          </a:r>
          <a:endParaRPr lang="cs-CZ" sz="2800" b="1" kern="1200" dirty="0">
            <a:effectLst/>
          </a:endParaRPr>
        </a:p>
      </dsp:txBody>
      <dsp:txXfrm>
        <a:off x="4706275" y="1011824"/>
        <a:ext cx="2328100" cy="806990"/>
      </dsp:txXfrm>
    </dsp:sp>
    <dsp:sp modelId="{2120C249-44AC-4573-B384-AC5687842ACB}">
      <dsp:nvSpPr>
        <dsp:cNvPr id="0" name=""/>
        <dsp:cNvSpPr/>
      </dsp:nvSpPr>
      <dsp:spPr>
        <a:xfrm rot="1029132">
          <a:off x="2914711" y="2114492"/>
          <a:ext cx="1806631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806631" y="20214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600" kern="1200" dirty="0"/>
        </a:p>
      </dsp:txBody>
      <dsp:txXfrm>
        <a:off x="3772861" y="2089541"/>
        <a:ext cx="90331" cy="90331"/>
      </dsp:txXfrm>
    </dsp:sp>
    <dsp:sp modelId="{625A4353-DA04-424C-A0B5-A63E6EBDAA35}">
      <dsp:nvSpPr>
        <dsp:cNvPr id="0" name=""/>
        <dsp:cNvSpPr/>
      </dsp:nvSpPr>
      <dsp:spPr>
        <a:xfrm>
          <a:off x="4681168" y="1972502"/>
          <a:ext cx="2378314" cy="8572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b="1" kern="1200" dirty="0">
              <a:effectLst/>
              <a:hlinkClick xmlns:r="http://schemas.openxmlformats.org/officeDocument/2006/relationships" r:id="" action="ppaction://hlinksldjump"/>
            </a:rPr>
            <a:t>J-K</a:t>
          </a:r>
          <a:endParaRPr lang="cs-CZ" sz="2800" b="1" kern="1200" dirty="0">
            <a:effectLst/>
          </a:endParaRPr>
        </a:p>
      </dsp:txBody>
      <dsp:txXfrm>
        <a:off x="4706275" y="1997609"/>
        <a:ext cx="2328100" cy="806990"/>
      </dsp:txXfrm>
    </dsp:sp>
    <dsp:sp modelId="{D3426AE2-46C4-452D-9957-5F1657E0A142}">
      <dsp:nvSpPr>
        <dsp:cNvPr id="0" name=""/>
        <dsp:cNvSpPr/>
      </dsp:nvSpPr>
      <dsp:spPr>
        <a:xfrm rot="2480253">
          <a:off x="2668447" y="2607384"/>
          <a:ext cx="2299159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2299159" y="20214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800" kern="1200" dirty="0"/>
        </a:p>
      </dsp:txBody>
      <dsp:txXfrm>
        <a:off x="3760548" y="2570120"/>
        <a:ext cx="114957" cy="114957"/>
      </dsp:txXfrm>
    </dsp:sp>
    <dsp:sp modelId="{FDDBC0C8-62B3-4004-AE62-7DCB9DDDA768}">
      <dsp:nvSpPr>
        <dsp:cNvPr id="0" name=""/>
        <dsp:cNvSpPr/>
      </dsp:nvSpPr>
      <dsp:spPr>
        <a:xfrm>
          <a:off x="4681168" y="2958287"/>
          <a:ext cx="2378314" cy="8572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b="1" kern="1200" dirty="0">
              <a:effectLst/>
              <a:hlinkClick xmlns:r="http://schemas.openxmlformats.org/officeDocument/2006/relationships" r:id="" action="ppaction://hlinksldjump"/>
            </a:rPr>
            <a:t>T</a:t>
          </a:r>
          <a:endParaRPr lang="cs-CZ" sz="2800" b="1" kern="1200" dirty="0">
            <a:effectLst/>
          </a:endParaRPr>
        </a:p>
      </dsp:txBody>
      <dsp:txXfrm>
        <a:off x="4706275" y="2983394"/>
        <a:ext cx="2328100" cy="8069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D605DD-A060-472B-A033-45BAE018CE98}">
      <dsp:nvSpPr>
        <dsp:cNvPr id="0" name=""/>
        <dsp:cNvSpPr/>
      </dsp:nvSpPr>
      <dsp:spPr>
        <a:xfrm>
          <a:off x="0" y="1374190"/>
          <a:ext cx="2952003" cy="90288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b="1" kern="1200" dirty="0"/>
            <a:t>Způsob řízení</a:t>
          </a:r>
        </a:p>
      </dsp:txBody>
      <dsp:txXfrm>
        <a:off x="26444" y="1400634"/>
        <a:ext cx="2899115" cy="849992"/>
      </dsp:txXfrm>
    </dsp:sp>
    <dsp:sp modelId="{166A1B62-BB4F-4C1E-998D-DD4926AA8DFC}">
      <dsp:nvSpPr>
        <dsp:cNvPr id="0" name=""/>
        <dsp:cNvSpPr/>
      </dsp:nvSpPr>
      <dsp:spPr>
        <a:xfrm rot="20153890">
          <a:off x="2851933" y="1315048"/>
          <a:ext cx="2295751" cy="83671"/>
        </a:xfrm>
        <a:custGeom>
          <a:avLst/>
          <a:gdLst/>
          <a:ahLst/>
          <a:cxnLst/>
          <a:rect l="0" t="0" r="0" b="0"/>
          <a:pathLst>
            <a:path>
              <a:moveTo>
                <a:pt x="0" y="41835"/>
              </a:moveTo>
              <a:lnTo>
                <a:pt x="2295751" y="41835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800" b="1" kern="1200" dirty="0"/>
        </a:p>
      </dsp:txBody>
      <dsp:txXfrm>
        <a:off x="3942415" y="1299490"/>
        <a:ext cx="114787" cy="114787"/>
      </dsp:txXfrm>
    </dsp:sp>
    <dsp:sp modelId="{954D66D6-C635-4BC9-9086-33E193858B62}">
      <dsp:nvSpPr>
        <dsp:cNvPr id="0" name=""/>
        <dsp:cNvSpPr/>
      </dsp:nvSpPr>
      <dsp:spPr>
        <a:xfrm>
          <a:off x="5047614" y="1118"/>
          <a:ext cx="2376008" cy="17740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b="1" kern="1200" dirty="0"/>
            <a:t>Úrovňové</a:t>
          </a:r>
        </a:p>
      </dsp:txBody>
      <dsp:txXfrm>
        <a:off x="5099574" y="53078"/>
        <a:ext cx="2272088" cy="1670120"/>
      </dsp:txXfrm>
    </dsp:sp>
    <dsp:sp modelId="{950F4BC5-F877-4F02-829D-A688E36FC7A2}">
      <dsp:nvSpPr>
        <dsp:cNvPr id="0" name=""/>
        <dsp:cNvSpPr/>
      </dsp:nvSpPr>
      <dsp:spPr>
        <a:xfrm rot="1665130">
          <a:off x="2815808" y="2335122"/>
          <a:ext cx="2368001" cy="83671"/>
        </a:xfrm>
        <a:custGeom>
          <a:avLst/>
          <a:gdLst/>
          <a:ahLst/>
          <a:cxnLst/>
          <a:rect l="0" t="0" r="0" b="0"/>
          <a:pathLst>
            <a:path>
              <a:moveTo>
                <a:pt x="0" y="41835"/>
              </a:moveTo>
              <a:lnTo>
                <a:pt x="2368001" y="41835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900" b="1" kern="1200" dirty="0"/>
        </a:p>
      </dsp:txBody>
      <dsp:txXfrm>
        <a:off x="3940609" y="2317757"/>
        <a:ext cx="118400" cy="118400"/>
      </dsp:txXfrm>
    </dsp:sp>
    <dsp:sp modelId="{A5C6CD23-0FAA-4BC8-B3EF-F949CD373D22}">
      <dsp:nvSpPr>
        <dsp:cNvPr id="0" name=""/>
        <dsp:cNvSpPr/>
      </dsp:nvSpPr>
      <dsp:spPr>
        <a:xfrm>
          <a:off x="5047614" y="2041265"/>
          <a:ext cx="2376008" cy="17740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b="1" kern="1200" dirty="0"/>
            <a:t>Hranové</a:t>
          </a:r>
        </a:p>
      </dsp:txBody>
      <dsp:txXfrm>
        <a:off x="5099574" y="2093225"/>
        <a:ext cx="2272088" cy="16701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D605DD-A060-472B-A033-45BAE018CE98}">
      <dsp:nvSpPr>
        <dsp:cNvPr id="0" name=""/>
        <dsp:cNvSpPr/>
      </dsp:nvSpPr>
      <dsp:spPr>
        <a:xfrm>
          <a:off x="6" y="1339594"/>
          <a:ext cx="3976250" cy="115349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200" b="1" kern="1200" dirty="0"/>
            <a:t>Klopný obvod</a:t>
          </a:r>
        </a:p>
      </dsp:txBody>
      <dsp:txXfrm>
        <a:off x="33791" y="1373379"/>
        <a:ext cx="3908680" cy="1085929"/>
      </dsp:txXfrm>
    </dsp:sp>
    <dsp:sp modelId="{166A1B62-BB4F-4C1E-998D-DD4926AA8DFC}">
      <dsp:nvSpPr>
        <dsp:cNvPr id="0" name=""/>
        <dsp:cNvSpPr/>
      </dsp:nvSpPr>
      <dsp:spPr>
        <a:xfrm rot="18274318">
          <a:off x="3625693" y="1221813"/>
          <a:ext cx="1620880" cy="54404"/>
        </a:xfrm>
        <a:custGeom>
          <a:avLst/>
          <a:gdLst/>
          <a:ahLst/>
          <a:cxnLst/>
          <a:rect l="0" t="0" r="0" b="0"/>
          <a:pathLst>
            <a:path>
              <a:moveTo>
                <a:pt x="0" y="27202"/>
              </a:moveTo>
              <a:lnTo>
                <a:pt x="1620880" y="27202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600" kern="1200" dirty="0"/>
        </a:p>
      </dsp:txBody>
      <dsp:txXfrm>
        <a:off x="4395611" y="1208493"/>
        <a:ext cx="81044" cy="81044"/>
      </dsp:txXfrm>
    </dsp:sp>
    <dsp:sp modelId="{954D66D6-C635-4BC9-9086-33E193858B62}">
      <dsp:nvSpPr>
        <dsp:cNvPr id="0" name=""/>
        <dsp:cNvSpPr/>
      </dsp:nvSpPr>
      <dsp:spPr>
        <a:xfrm>
          <a:off x="4896010" y="4938"/>
          <a:ext cx="3200383" cy="115349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b="1" kern="1200" dirty="0">
              <a:effectLst/>
              <a:hlinkClick xmlns:r="http://schemas.openxmlformats.org/officeDocument/2006/relationships" r:id="" action="ppaction://hlinksldjump"/>
            </a:rPr>
            <a:t>Bistabilní</a:t>
          </a:r>
          <a:endParaRPr lang="cs-CZ" sz="2800" b="1" kern="1200" dirty="0">
            <a:effectLst/>
          </a:endParaRPr>
        </a:p>
      </dsp:txBody>
      <dsp:txXfrm>
        <a:off x="4929795" y="38723"/>
        <a:ext cx="3132813" cy="1085929"/>
      </dsp:txXfrm>
    </dsp:sp>
    <dsp:sp modelId="{950F4BC5-F877-4F02-829D-A688E36FC7A2}">
      <dsp:nvSpPr>
        <dsp:cNvPr id="0" name=""/>
        <dsp:cNvSpPr/>
      </dsp:nvSpPr>
      <dsp:spPr>
        <a:xfrm rot="21569715">
          <a:off x="3976238" y="1885075"/>
          <a:ext cx="923112" cy="54404"/>
        </a:xfrm>
        <a:custGeom>
          <a:avLst/>
          <a:gdLst/>
          <a:ahLst/>
          <a:cxnLst/>
          <a:rect l="0" t="0" r="0" b="0"/>
          <a:pathLst>
            <a:path>
              <a:moveTo>
                <a:pt x="0" y="27202"/>
              </a:moveTo>
              <a:lnTo>
                <a:pt x="923112" y="27202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 dirty="0"/>
        </a:p>
      </dsp:txBody>
      <dsp:txXfrm>
        <a:off x="4414717" y="1889200"/>
        <a:ext cx="46155" cy="46155"/>
      </dsp:txXfrm>
    </dsp:sp>
    <dsp:sp modelId="{A5C6CD23-0FAA-4BC8-B3EF-F949CD373D22}">
      <dsp:nvSpPr>
        <dsp:cNvPr id="0" name=""/>
        <dsp:cNvSpPr/>
      </dsp:nvSpPr>
      <dsp:spPr>
        <a:xfrm>
          <a:off x="4899333" y="1331462"/>
          <a:ext cx="3200383" cy="115349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b="1" kern="1200" dirty="0">
              <a:effectLst/>
              <a:hlinkClick xmlns:r="http://schemas.openxmlformats.org/officeDocument/2006/relationships" r:id="" action="ppaction://hlinksldjump"/>
            </a:rPr>
            <a:t>Monostabilní</a:t>
          </a:r>
          <a:endParaRPr lang="cs-CZ" sz="2800" b="1" kern="1200" dirty="0">
            <a:effectLst/>
          </a:endParaRPr>
        </a:p>
      </dsp:txBody>
      <dsp:txXfrm>
        <a:off x="4933118" y="1365247"/>
        <a:ext cx="3132813" cy="1085929"/>
      </dsp:txXfrm>
    </dsp:sp>
    <dsp:sp modelId="{2120C249-44AC-4573-B384-AC5687842ACB}">
      <dsp:nvSpPr>
        <dsp:cNvPr id="0" name=""/>
        <dsp:cNvSpPr/>
      </dsp:nvSpPr>
      <dsp:spPr>
        <a:xfrm rot="3300126">
          <a:off x="3633085" y="2548338"/>
          <a:ext cx="1609418" cy="54404"/>
        </a:xfrm>
        <a:custGeom>
          <a:avLst/>
          <a:gdLst/>
          <a:ahLst/>
          <a:cxnLst/>
          <a:rect l="0" t="0" r="0" b="0"/>
          <a:pathLst>
            <a:path>
              <a:moveTo>
                <a:pt x="0" y="27202"/>
              </a:moveTo>
              <a:lnTo>
                <a:pt x="1609418" y="27202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600" kern="1200" dirty="0"/>
        </a:p>
      </dsp:txBody>
      <dsp:txXfrm>
        <a:off x="4397559" y="2535304"/>
        <a:ext cx="80470" cy="80470"/>
      </dsp:txXfrm>
    </dsp:sp>
    <dsp:sp modelId="{625A4353-DA04-424C-A0B5-A63E6EBDAA35}">
      <dsp:nvSpPr>
        <dsp:cNvPr id="0" name=""/>
        <dsp:cNvSpPr/>
      </dsp:nvSpPr>
      <dsp:spPr>
        <a:xfrm>
          <a:off x="4899333" y="2657986"/>
          <a:ext cx="3200383" cy="115349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b="1" kern="1200" dirty="0">
              <a:effectLst/>
              <a:hlinkClick xmlns:r="http://schemas.openxmlformats.org/officeDocument/2006/relationships" r:id="" action="ppaction://hlinksldjump"/>
            </a:rPr>
            <a:t>Astabilní</a:t>
          </a:r>
          <a:endParaRPr lang="cs-CZ" sz="2800" b="1" kern="1200" dirty="0">
            <a:effectLst/>
          </a:endParaRPr>
        </a:p>
      </dsp:txBody>
      <dsp:txXfrm>
        <a:off x="4933118" y="2691771"/>
        <a:ext cx="3132813" cy="10859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2"/>
            <a:ext cx="3078073" cy="51198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387" tIns="47693" rIns="95387" bIns="47693" numCol="1" anchor="t" anchorCtr="0" compatLnSpc="1">
            <a:prstTxWarp prst="textNoShape">
              <a:avLst/>
            </a:prstTxWarp>
          </a:bodyPr>
          <a:lstStyle>
            <a:lvl1pPr algn="l">
              <a:defRPr sz="1300"/>
            </a:lvl1pPr>
          </a:lstStyle>
          <a:p>
            <a:endParaRPr lang="cs-CZ" dirty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406" y="2"/>
            <a:ext cx="3078073" cy="51198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387" tIns="47693" rIns="95387" bIns="47693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cs-CZ" dirty="0"/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721047"/>
            <a:ext cx="3078073" cy="51198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387" tIns="47693" rIns="95387" bIns="47693" numCol="1" anchor="b" anchorCtr="0" compatLnSpc="1">
            <a:prstTxWarp prst="textNoShape">
              <a:avLst/>
            </a:prstTxWarp>
          </a:bodyPr>
          <a:lstStyle>
            <a:lvl1pPr algn="l">
              <a:defRPr sz="1300"/>
            </a:lvl1pPr>
          </a:lstStyle>
          <a:p>
            <a:endParaRPr lang="cs-CZ" dirty="0"/>
          </a:p>
        </p:txBody>
      </p:sp>
      <p:sp>
        <p:nvSpPr>
          <p:cNvPr id="30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406" y="9721047"/>
            <a:ext cx="3078073" cy="51198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387" tIns="47693" rIns="95387" bIns="47693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fld id="{D9C3BD88-AB8F-4DD0-940F-0691A005B5C0}" type="slidenum">
              <a:rPr lang="cs-CZ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5599930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0"/>
            <a:ext cx="3049650" cy="4741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387" tIns="47693" rIns="95387" bIns="47693" numCol="1" anchor="t" anchorCtr="0" compatLnSpc="1">
            <a:prstTxWarp prst="textNoShape">
              <a:avLst/>
            </a:prstTxWarp>
          </a:bodyPr>
          <a:lstStyle>
            <a:lvl1pPr algn="l">
              <a:defRPr sz="1300"/>
            </a:lvl1pPr>
          </a:lstStyle>
          <a:p>
            <a:endParaRPr lang="cs-CZ" dirty="0"/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12701" y="0"/>
            <a:ext cx="3049650" cy="4741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387" tIns="47693" rIns="95387" bIns="47693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cs-CZ" dirty="0"/>
          </a:p>
        </p:txBody>
      </p:sp>
      <p:sp>
        <p:nvSpPr>
          <p:cNvPr id="1740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44575" y="792163"/>
            <a:ext cx="5054600" cy="37909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740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63049" y="4899213"/>
            <a:ext cx="5216506" cy="4583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387" tIns="47693" rIns="95387" bIns="4769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1740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9719399"/>
            <a:ext cx="3049650" cy="4741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387" tIns="47693" rIns="95387" bIns="47693" numCol="1" anchor="b" anchorCtr="0" compatLnSpc="1">
            <a:prstTxWarp prst="textNoShape">
              <a:avLst/>
            </a:prstTxWarp>
          </a:bodyPr>
          <a:lstStyle>
            <a:lvl1pPr algn="l">
              <a:defRPr sz="1300"/>
            </a:lvl1pPr>
          </a:lstStyle>
          <a:p>
            <a:endParaRPr lang="cs-CZ" dirty="0"/>
          </a:p>
        </p:txBody>
      </p:sp>
      <p:sp>
        <p:nvSpPr>
          <p:cNvPr id="1740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2701" y="9719399"/>
            <a:ext cx="3049650" cy="4741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387" tIns="47693" rIns="95387" bIns="47693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fld id="{C02B8BDB-81C6-494F-8B22-C88AD200B1A5}" type="slidenum">
              <a:rPr lang="cs-CZ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11456859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EEAFF5-42F6-48E8-8B2A-FBA7A2EC0999}" type="slidenum">
              <a:rPr lang="cs-CZ" smtClean="0"/>
              <a:pPr/>
              <a:t>1</a:t>
            </a:fld>
            <a:endParaRPr lang="cs-CZ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47E2342-14F7-425B-93D2-D06753AC8677}" type="slidenum">
              <a:rPr lang="cs-CZ"/>
              <a:pPr/>
              <a:t>2</a:t>
            </a:fld>
            <a:endParaRPr lang="cs-CZ" dirty="0"/>
          </a:p>
        </p:txBody>
      </p:sp>
      <p:sp>
        <p:nvSpPr>
          <p:cNvPr id="273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3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0F6ACE72-45B9-46EB-9812-BE6DEFC3F096}" type="slidenum">
              <a:rPr lang="cs-CZ">
                <a:solidFill>
                  <a:prstClr val="black"/>
                </a:solidFill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cs-CZ" dirty="0">
              <a:solidFill>
                <a:prstClr val="black"/>
              </a:solidFill>
            </a:endParaRPr>
          </a:p>
        </p:txBody>
      </p:sp>
      <p:sp>
        <p:nvSpPr>
          <p:cNvPr id="274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4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415192-1EC6-44ED-96DF-1592854C7C07}" type="slidenum">
              <a:rPr lang="cs-CZ"/>
              <a:pPr/>
              <a:t>4</a:t>
            </a:fld>
            <a:endParaRPr lang="cs-CZ" dirty="0"/>
          </a:p>
        </p:txBody>
      </p:sp>
      <p:sp>
        <p:nvSpPr>
          <p:cNvPr id="200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DB91C7E-1F9C-43FE-8A52-B34C2D03A2AC}" type="slidenum">
              <a:rPr lang="cs-CZ"/>
              <a:pPr/>
              <a:t>5</a:t>
            </a:fld>
            <a:endParaRPr lang="cs-CZ" dirty="0"/>
          </a:p>
        </p:txBody>
      </p:sp>
      <p:sp>
        <p:nvSpPr>
          <p:cNvPr id="275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5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F6ACE72-45B9-46EB-9812-BE6DEFC3F096}" type="slidenum">
              <a:rPr lang="cs-CZ"/>
              <a:pPr/>
              <a:t>6</a:t>
            </a:fld>
            <a:endParaRPr lang="cs-CZ" dirty="0"/>
          </a:p>
        </p:txBody>
      </p:sp>
      <p:sp>
        <p:nvSpPr>
          <p:cNvPr id="274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4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1E7A647-95F5-41A2-A8DA-7991749AEB96}" type="slidenum">
              <a:rPr lang="cs-CZ"/>
              <a:pPr/>
              <a:t>7</a:t>
            </a:fld>
            <a:endParaRPr lang="cs-CZ" dirty="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1E7A647-95F5-41A2-A8DA-7991749AEB96}" type="slidenum">
              <a:rPr lang="cs-CZ"/>
              <a:pPr/>
              <a:t>8</a:t>
            </a:fld>
            <a:endParaRPr lang="cs-CZ" dirty="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072DF1-26A0-4FE1-B5FC-C1CBB916F692}" type="slidenum">
              <a:rPr lang="cs-CZ"/>
              <a:pPr/>
              <a:t>9</a:t>
            </a:fld>
            <a:endParaRPr lang="cs-CZ" dirty="0"/>
          </a:p>
        </p:txBody>
      </p:sp>
      <p:sp>
        <p:nvSpPr>
          <p:cNvPr id="247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E480A1-0CC9-4941-B931-AE413F2F19A9}" type="slidenum">
              <a:rPr lang="cs-CZ"/>
              <a:pPr/>
              <a:t>10</a:t>
            </a:fld>
            <a:endParaRPr lang="cs-CZ" dirty="0"/>
          </a:p>
        </p:txBody>
      </p:sp>
      <p:sp>
        <p:nvSpPr>
          <p:cNvPr id="278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8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B7B9F02-F1C3-46E6-BA1F-FB7EFE0037F1}" type="slidenum">
              <a:rPr lang="cs-CZ"/>
              <a:pPr/>
              <a:t>11</a:t>
            </a:fld>
            <a:endParaRPr lang="cs-CZ" dirty="0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F84A89F-EE35-4BE9-B464-08E7D53EF1DE}" type="slidenum">
              <a:rPr lang="cs-CZ"/>
              <a:pPr/>
              <a:t>12</a:t>
            </a:fld>
            <a:endParaRPr lang="cs-CZ" dirty="0"/>
          </a:p>
        </p:txBody>
      </p:sp>
      <p:sp>
        <p:nvSpPr>
          <p:cNvPr id="280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0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7936641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F84A89F-EE35-4BE9-B464-08E7D53EF1DE}" type="slidenum">
              <a:rPr lang="cs-CZ"/>
              <a:pPr/>
              <a:t>13</a:t>
            </a:fld>
            <a:endParaRPr lang="cs-CZ" dirty="0"/>
          </a:p>
        </p:txBody>
      </p:sp>
      <p:sp>
        <p:nvSpPr>
          <p:cNvPr id="280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0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072DF1-26A0-4FE1-B5FC-C1CBB916F692}" type="slidenum">
              <a:rPr lang="cs-CZ"/>
              <a:pPr/>
              <a:t>14</a:t>
            </a:fld>
            <a:endParaRPr lang="cs-CZ" dirty="0"/>
          </a:p>
        </p:txBody>
      </p:sp>
      <p:sp>
        <p:nvSpPr>
          <p:cNvPr id="247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E480A1-0CC9-4941-B931-AE413F2F19A9}" type="slidenum">
              <a:rPr lang="cs-CZ"/>
              <a:pPr/>
              <a:t>15</a:t>
            </a:fld>
            <a:endParaRPr lang="cs-CZ" dirty="0"/>
          </a:p>
        </p:txBody>
      </p:sp>
      <p:sp>
        <p:nvSpPr>
          <p:cNvPr id="278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8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EF95FA2-C16C-4347-8F59-8C6645E1DA64}" type="slidenum">
              <a:rPr lang="cs-CZ"/>
              <a:pPr/>
              <a:t>16</a:t>
            </a:fld>
            <a:endParaRPr lang="cs-CZ" dirty="0"/>
          </a:p>
        </p:txBody>
      </p:sp>
      <p:sp>
        <p:nvSpPr>
          <p:cNvPr id="283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3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F84A89F-EE35-4BE9-B464-08E7D53EF1DE}" type="slidenum">
              <a:rPr lang="cs-CZ"/>
              <a:pPr/>
              <a:t>17</a:t>
            </a:fld>
            <a:endParaRPr lang="cs-CZ" dirty="0"/>
          </a:p>
        </p:txBody>
      </p:sp>
      <p:sp>
        <p:nvSpPr>
          <p:cNvPr id="280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0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4724883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F84A89F-EE35-4BE9-B464-08E7D53EF1DE}" type="slidenum">
              <a:rPr lang="cs-CZ"/>
              <a:pPr/>
              <a:t>18</a:t>
            </a:fld>
            <a:endParaRPr lang="cs-CZ" dirty="0"/>
          </a:p>
        </p:txBody>
      </p:sp>
      <p:sp>
        <p:nvSpPr>
          <p:cNvPr id="280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0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437507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3BBA28-D286-457C-8E4D-60462087AE54}" type="slidenum">
              <a:rPr lang="cs-CZ"/>
              <a:pPr/>
              <a:t>19</a:t>
            </a:fld>
            <a:endParaRPr lang="cs-CZ" dirty="0"/>
          </a:p>
        </p:txBody>
      </p:sp>
      <p:sp>
        <p:nvSpPr>
          <p:cNvPr id="284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4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3BBA28-D286-457C-8E4D-60462087AE54}" type="slidenum">
              <a:rPr lang="cs-CZ"/>
              <a:pPr/>
              <a:t>20</a:t>
            </a:fld>
            <a:endParaRPr lang="cs-CZ" dirty="0"/>
          </a:p>
        </p:txBody>
      </p:sp>
      <p:sp>
        <p:nvSpPr>
          <p:cNvPr id="284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4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072DF1-26A0-4FE1-B5FC-C1CBB916F692}" type="slidenum">
              <a:rPr lang="cs-CZ"/>
              <a:pPr/>
              <a:t>21</a:t>
            </a:fld>
            <a:endParaRPr lang="cs-CZ" dirty="0"/>
          </a:p>
        </p:txBody>
      </p:sp>
      <p:sp>
        <p:nvSpPr>
          <p:cNvPr id="247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E480A1-0CC9-4941-B931-AE413F2F19A9}" type="slidenum">
              <a:rPr lang="cs-CZ"/>
              <a:pPr/>
              <a:t>22</a:t>
            </a:fld>
            <a:endParaRPr lang="cs-CZ" dirty="0"/>
          </a:p>
        </p:txBody>
      </p:sp>
      <p:sp>
        <p:nvSpPr>
          <p:cNvPr id="278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8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8E3414-C149-4A9C-8CAD-40A94705F16E}" type="slidenum">
              <a:rPr lang="cs-CZ"/>
              <a:pPr/>
              <a:t>23</a:t>
            </a:fld>
            <a:endParaRPr lang="cs-CZ" dirty="0"/>
          </a:p>
        </p:txBody>
      </p:sp>
      <p:sp>
        <p:nvSpPr>
          <p:cNvPr id="286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F84A89F-EE35-4BE9-B464-08E7D53EF1DE}" type="slidenum">
              <a:rPr lang="cs-CZ"/>
              <a:pPr/>
              <a:t>24</a:t>
            </a:fld>
            <a:endParaRPr lang="cs-CZ" dirty="0"/>
          </a:p>
        </p:txBody>
      </p:sp>
      <p:sp>
        <p:nvSpPr>
          <p:cNvPr id="280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0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F84A89F-EE35-4BE9-B464-08E7D53EF1DE}" type="slidenum">
              <a:rPr lang="cs-CZ"/>
              <a:pPr/>
              <a:t>25</a:t>
            </a:fld>
            <a:endParaRPr lang="cs-CZ" dirty="0"/>
          </a:p>
        </p:txBody>
      </p:sp>
      <p:sp>
        <p:nvSpPr>
          <p:cNvPr id="280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0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5622358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072DF1-26A0-4FE1-B5FC-C1CBB916F692}" type="slidenum">
              <a:rPr lang="cs-CZ"/>
              <a:pPr/>
              <a:t>26</a:t>
            </a:fld>
            <a:endParaRPr lang="cs-CZ" dirty="0"/>
          </a:p>
        </p:txBody>
      </p:sp>
      <p:sp>
        <p:nvSpPr>
          <p:cNvPr id="247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A30A8D-FA48-43C9-9FFF-0B02135C3D4E}" type="slidenum">
              <a:rPr lang="cs-CZ"/>
              <a:pPr/>
              <a:t>27</a:t>
            </a:fld>
            <a:endParaRPr lang="cs-CZ" dirty="0"/>
          </a:p>
        </p:txBody>
      </p:sp>
      <p:sp>
        <p:nvSpPr>
          <p:cNvPr id="289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9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F7FB10F-5461-44D8-B2C0-BE0951DF4744}" type="slidenum">
              <a:rPr lang="cs-CZ"/>
              <a:pPr/>
              <a:t>28</a:t>
            </a:fld>
            <a:endParaRPr lang="cs-CZ" dirty="0"/>
          </a:p>
        </p:txBody>
      </p:sp>
      <p:sp>
        <p:nvSpPr>
          <p:cNvPr id="293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3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F84A89F-EE35-4BE9-B464-08E7D53EF1DE}" type="slidenum">
              <a:rPr lang="cs-CZ"/>
              <a:pPr/>
              <a:t>29</a:t>
            </a:fld>
            <a:endParaRPr lang="cs-CZ" dirty="0"/>
          </a:p>
        </p:txBody>
      </p:sp>
      <p:sp>
        <p:nvSpPr>
          <p:cNvPr id="280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0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305786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072DF1-26A0-4FE1-B5FC-C1CBB916F692}" type="slidenum">
              <a:rPr lang="cs-CZ"/>
              <a:pPr/>
              <a:t>30</a:t>
            </a:fld>
            <a:endParaRPr lang="cs-CZ" dirty="0"/>
          </a:p>
        </p:txBody>
      </p:sp>
      <p:sp>
        <p:nvSpPr>
          <p:cNvPr id="247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A30A8D-FA48-43C9-9FFF-0B02135C3D4E}" type="slidenum">
              <a:rPr lang="cs-CZ"/>
              <a:pPr/>
              <a:t>31</a:t>
            </a:fld>
            <a:endParaRPr lang="cs-CZ" dirty="0"/>
          </a:p>
        </p:txBody>
      </p:sp>
      <p:sp>
        <p:nvSpPr>
          <p:cNvPr id="289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9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F84A89F-EE35-4BE9-B464-08E7D53EF1DE}" type="slidenum">
              <a:rPr lang="cs-CZ"/>
              <a:pPr/>
              <a:t>32</a:t>
            </a:fld>
            <a:endParaRPr lang="cs-CZ" dirty="0"/>
          </a:p>
        </p:txBody>
      </p:sp>
      <p:sp>
        <p:nvSpPr>
          <p:cNvPr id="280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0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5403524-CB89-4683-973C-C5DB9C0B0E84}" type="slidenum">
              <a:rPr lang="cs-CZ"/>
              <a:pPr/>
              <a:t>33</a:t>
            </a:fld>
            <a:endParaRPr lang="cs-CZ" dirty="0"/>
          </a:p>
        </p:txBody>
      </p:sp>
      <p:sp>
        <p:nvSpPr>
          <p:cNvPr id="301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1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F84A89F-EE35-4BE9-B464-08E7D53EF1DE}" type="slidenum">
              <a:rPr lang="cs-CZ"/>
              <a:pPr/>
              <a:t>34</a:t>
            </a:fld>
            <a:endParaRPr lang="cs-CZ" dirty="0"/>
          </a:p>
        </p:txBody>
      </p:sp>
      <p:sp>
        <p:nvSpPr>
          <p:cNvPr id="280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0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71292927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A902CC5-3A18-4317-B84D-B50237C81744}" type="slidenum">
              <a:rPr lang="cs-CZ"/>
              <a:pPr/>
              <a:t>35</a:t>
            </a:fld>
            <a:endParaRPr lang="cs-CZ" dirty="0"/>
          </a:p>
        </p:txBody>
      </p:sp>
      <p:sp>
        <p:nvSpPr>
          <p:cNvPr id="302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2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A30A8D-FA48-43C9-9FFF-0B02135C3D4E}" type="slidenum">
              <a:rPr lang="cs-CZ"/>
              <a:pPr/>
              <a:t>36</a:t>
            </a:fld>
            <a:endParaRPr lang="cs-CZ" dirty="0"/>
          </a:p>
        </p:txBody>
      </p:sp>
      <p:sp>
        <p:nvSpPr>
          <p:cNvPr id="289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9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072DF1-26A0-4FE1-B5FC-C1CBB916F692}" type="slidenum">
              <a:rPr lang="cs-CZ"/>
              <a:pPr/>
              <a:t>37</a:t>
            </a:fld>
            <a:endParaRPr lang="cs-CZ" dirty="0"/>
          </a:p>
        </p:txBody>
      </p:sp>
      <p:sp>
        <p:nvSpPr>
          <p:cNvPr id="247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A30A8D-FA48-43C9-9FFF-0B02135C3D4E}" type="slidenum">
              <a:rPr lang="cs-CZ"/>
              <a:pPr/>
              <a:t>38</a:t>
            </a:fld>
            <a:endParaRPr lang="cs-CZ" dirty="0"/>
          </a:p>
        </p:txBody>
      </p:sp>
      <p:sp>
        <p:nvSpPr>
          <p:cNvPr id="289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9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F84A89F-EE35-4BE9-B464-08E7D53EF1DE}" type="slidenum">
              <a:rPr lang="cs-CZ"/>
              <a:pPr/>
              <a:t>39</a:t>
            </a:fld>
            <a:endParaRPr lang="cs-CZ" dirty="0"/>
          </a:p>
        </p:txBody>
      </p:sp>
      <p:sp>
        <p:nvSpPr>
          <p:cNvPr id="280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0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2C3730-162D-4CCD-A75F-E7E4B82D81CD}" type="slidenum">
              <a:rPr lang="cs-CZ"/>
              <a:pPr/>
              <a:t>40</a:t>
            </a:fld>
            <a:endParaRPr lang="cs-CZ" dirty="0"/>
          </a:p>
        </p:txBody>
      </p:sp>
      <p:sp>
        <p:nvSpPr>
          <p:cNvPr id="304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4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F84A89F-EE35-4BE9-B464-08E7D53EF1DE}" type="slidenum">
              <a:rPr lang="cs-CZ"/>
              <a:pPr/>
              <a:t>41</a:t>
            </a:fld>
            <a:endParaRPr lang="cs-CZ" dirty="0"/>
          </a:p>
        </p:txBody>
      </p:sp>
      <p:sp>
        <p:nvSpPr>
          <p:cNvPr id="280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0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5590948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A902CC5-3A18-4317-B84D-B50237C81744}" type="slidenum">
              <a:rPr lang="cs-CZ"/>
              <a:pPr/>
              <a:t>42</a:t>
            </a:fld>
            <a:endParaRPr lang="cs-CZ" dirty="0"/>
          </a:p>
        </p:txBody>
      </p:sp>
      <p:sp>
        <p:nvSpPr>
          <p:cNvPr id="302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2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A902CC5-3A18-4317-B84D-B50237C81744}" type="slidenum">
              <a:rPr lang="cs-CZ"/>
              <a:pPr/>
              <a:t>43</a:t>
            </a:fld>
            <a:endParaRPr lang="cs-CZ" dirty="0"/>
          </a:p>
        </p:txBody>
      </p:sp>
      <p:sp>
        <p:nvSpPr>
          <p:cNvPr id="302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2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A902CC5-3A18-4317-B84D-B50237C81744}" type="slidenum">
              <a:rPr lang="cs-CZ"/>
              <a:pPr/>
              <a:t>44</a:t>
            </a:fld>
            <a:endParaRPr lang="cs-CZ" dirty="0"/>
          </a:p>
        </p:txBody>
      </p:sp>
      <p:sp>
        <p:nvSpPr>
          <p:cNvPr id="302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2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A902CC5-3A18-4317-B84D-B50237C81744}" type="slidenum">
              <a:rPr lang="cs-CZ"/>
              <a:pPr/>
              <a:t>45</a:t>
            </a:fld>
            <a:endParaRPr lang="cs-CZ" dirty="0"/>
          </a:p>
        </p:txBody>
      </p:sp>
      <p:sp>
        <p:nvSpPr>
          <p:cNvPr id="302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2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A902CC5-3A18-4317-B84D-B50237C81744}" type="slidenum">
              <a:rPr lang="cs-CZ"/>
              <a:pPr/>
              <a:t>46</a:t>
            </a:fld>
            <a:endParaRPr lang="cs-CZ" dirty="0"/>
          </a:p>
        </p:txBody>
      </p:sp>
      <p:sp>
        <p:nvSpPr>
          <p:cNvPr id="302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2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4469029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A902CC5-3A18-4317-B84D-B50237C81744}" type="slidenum">
              <a:rPr lang="cs-CZ"/>
              <a:pPr/>
              <a:t>47</a:t>
            </a:fld>
            <a:endParaRPr lang="cs-CZ" dirty="0"/>
          </a:p>
        </p:txBody>
      </p:sp>
      <p:sp>
        <p:nvSpPr>
          <p:cNvPr id="302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2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072DF1-26A0-4FE1-B5FC-C1CBB916F692}" type="slidenum">
              <a:rPr lang="cs-CZ"/>
              <a:pPr/>
              <a:t>48</a:t>
            </a:fld>
            <a:endParaRPr lang="cs-CZ" dirty="0"/>
          </a:p>
        </p:txBody>
      </p:sp>
      <p:sp>
        <p:nvSpPr>
          <p:cNvPr id="247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072DF1-26A0-4FE1-B5FC-C1CBB916F692}" type="slidenum">
              <a:rPr lang="cs-CZ"/>
              <a:pPr/>
              <a:t>49</a:t>
            </a:fld>
            <a:endParaRPr lang="cs-CZ" dirty="0"/>
          </a:p>
        </p:txBody>
      </p:sp>
      <p:sp>
        <p:nvSpPr>
          <p:cNvPr id="247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072DF1-26A0-4FE1-B5FC-C1CBB916F692}" type="slidenum">
              <a:rPr lang="cs-CZ"/>
              <a:pPr/>
              <a:t>50</a:t>
            </a:fld>
            <a:endParaRPr lang="cs-CZ" dirty="0"/>
          </a:p>
        </p:txBody>
      </p:sp>
      <p:sp>
        <p:nvSpPr>
          <p:cNvPr id="247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9613033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F330FD5-98AE-45F5-845C-7AB28AC45EB9}" type="slidenum">
              <a:rPr lang="cs-CZ"/>
              <a:pPr/>
              <a:t>51</a:t>
            </a:fld>
            <a:endParaRPr lang="cs-CZ" dirty="0"/>
          </a:p>
        </p:txBody>
      </p:sp>
      <p:sp>
        <p:nvSpPr>
          <p:cNvPr id="306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6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cs-CZ" sz="2400" dirty="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sz="2400" dirty="0">
                <a:latin typeface="Times New Roman" pitchFamily="18" charset="0"/>
              </a:endParaRPr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 dirty="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 dirty="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 dirty="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 dirty="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 dirty="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 dirty="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 dirty="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 dirty="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 dirty="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 dirty="0">
                  <a:latin typeface="Times New Roman" pitchFamily="18" charset="0"/>
                </a:endParaRPr>
              </a:p>
            </p:txBody>
          </p:sp>
        </p:grpSp>
      </p:grpSp>
      <p:sp>
        <p:nvSpPr>
          <p:cNvPr id="1537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1538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cs-CZ"/>
              <a:t>Klepnutím lze upravit styl předlohy podnadpisů.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 smtClean="0"/>
            </a:lvl1pPr>
          </a:lstStyle>
          <a:p>
            <a:endParaRPr lang="cs-CZ" dirty="0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endParaRPr lang="cs-CZ" dirty="0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DA347E44-1AAC-420B-AB32-12DDDBCDE885}" type="slidenum">
              <a:rPr lang="cs-CZ" smtClean="0"/>
              <a:pPr/>
              <a:t>‹#›</a:t>
            </a:fld>
            <a:endParaRPr lang="cs-CZ" dirty="0"/>
          </a:p>
        </p:txBody>
      </p:sp>
    </p:spTree>
  </p:cSld>
  <p:clrMapOvr>
    <a:masterClrMapping/>
  </p:clrMapOvr>
  <p:transition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C8903D-23E7-46FD-A74A-6DF06809A117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 </a:t>
            </a:r>
            <a:fld id="{F6A0C1FC-A554-491D-A23A-A703A9D524E7}" type="slidenum">
              <a:rPr lang="cs-CZ" smtClean="0"/>
              <a:pPr/>
              <a:t>‹#›</a:t>
            </a:fld>
            <a:endParaRPr lang="cs-CZ" dirty="0"/>
          </a:p>
        </p:txBody>
      </p:sp>
    </p:spTree>
  </p:cSld>
  <p:clrMapOvr>
    <a:masterClrMapping/>
  </p:clrMapOvr>
  <p:transition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00DF35-2688-4F44-9F8C-2107F806ADC6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 </a:t>
            </a:r>
            <a:fld id="{9145DC76-6872-4DF4-9E14-3C9F149DB051}" type="slidenum">
              <a:rPr lang="cs-CZ" smtClean="0"/>
              <a:pPr/>
              <a:t>‹#›</a:t>
            </a:fld>
            <a:endParaRPr lang="cs-CZ" dirty="0"/>
          </a:p>
        </p:txBody>
      </p:sp>
    </p:spTree>
  </p:cSld>
  <p:clrMapOvr>
    <a:masterClrMapping/>
  </p:clrMapOvr>
  <p:transition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387A52-E705-490A-838D-8B1C5ED7F7CC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 </a:t>
            </a:r>
            <a:fld id="{3CCA7D36-5D0B-46DA-8B86-93CC45348741}" type="slidenum">
              <a:rPr lang="cs-CZ" smtClean="0"/>
              <a:pPr/>
              <a:t>‹#›</a:t>
            </a:fld>
            <a:endParaRPr lang="cs-CZ" dirty="0"/>
          </a:p>
        </p:txBody>
      </p:sp>
    </p:spTree>
  </p:cSld>
  <p:clrMapOvr>
    <a:masterClrMapping/>
  </p:clrMapOvr>
  <p:transition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 dirty="0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27CE658-0EE9-48FF-B2F3-346B209313CA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 </a:t>
            </a:r>
            <a:fld id="{6FC0A10C-74C9-4EDA-8B18-281A1C85680F}" type="slidenum">
              <a:rPr lang="cs-CZ" smtClean="0"/>
              <a:pPr/>
              <a:t>‹#›</a:t>
            </a:fld>
            <a:endParaRPr lang="cs-CZ" dirty="0"/>
          </a:p>
        </p:txBody>
      </p:sp>
    </p:spTree>
  </p:cSld>
  <p:clrMapOvr>
    <a:masterClrMapping/>
  </p:clrMapOvr>
  <p:transition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F259AA-69C5-45ED-B1EF-90BAC465720E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 </a:t>
            </a:r>
            <a:fld id="{4A972A3D-E40E-44AE-8599-5054B70DFC1D}" type="slidenum">
              <a:rPr lang="cs-CZ" smtClean="0"/>
              <a:pPr/>
              <a:t>‹#›</a:t>
            </a:fld>
            <a:endParaRPr lang="cs-CZ" dirty="0"/>
          </a:p>
        </p:txBody>
      </p:sp>
    </p:spTree>
  </p:cSld>
  <p:clrMapOvr>
    <a:masterClrMapping/>
  </p:clrMapOvr>
  <p:transition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D2316D-E476-4C1C-97C5-38113797E089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 </a:t>
            </a:r>
            <a:fld id="{BB126D77-9135-4E47-A5DC-34E5006577A9}" type="slidenum">
              <a:rPr lang="cs-CZ" smtClean="0"/>
              <a:pPr/>
              <a:t>‹#›</a:t>
            </a:fld>
            <a:endParaRPr lang="cs-CZ" dirty="0"/>
          </a:p>
        </p:txBody>
      </p:sp>
    </p:spTree>
  </p:cSld>
  <p:clrMapOvr>
    <a:masterClrMapping/>
  </p:clrMapOvr>
  <p:transition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E249D1-C02F-4E77-A829-446A2E49D60E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 </a:t>
            </a:r>
            <a:fld id="{BC81E695-55B3-4878-8A1B-BFF729C1E317}" type="slidenum">
              <a:rPr lang="cs-CZ" smtClean="0"/>
              <a:pPr/>
              <a:t>‹#›</a:t>
            </a:fld>
            <a:endParaRPr lang="cs-CZ" dirty="0"/>
          </a:p>
        </p:txBody>
      </p:sp>
    </p:spTree>
  </p:cSld>
  <p:clrMapOvr>
    <a:masterClrMapping/>
  </p:clrMapOvr>
  <p:transition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cs-CZ" noProof="0" dirty="0"/>
              <a:t>Klepnutím na ikonu přidáte obrázek.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96806B-82A5-4237-952D-C352BA9CEF60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 </a:t>
            </a:r>
            <a:fld id="{5C5BDBD8-354C-4C33-8509-9899503E8362}" type="slidenum">
              <a:rPr lang="cs-CZ" smtClean="0"/>
              <a:pPr/>
              <a:t>‹#›</a:t>
            </a:fld>
            <a:endParaRPr lang="cs-CZ" dirty="0"/>
          </a:p>
        </p:txBody>
      </p:sp>
    </p:spTree>
  </p:cSld>
  <p:clrMapOvr>
    <a:masterClrMapping/>
  </p:clrMapOvr>
  <p:transition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69EF09-CD29-477D-ABCE-FD6C28D05070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 </a:t>
            </a:r>
            <a:fld id="{A7743F0B-D3BD-4B64-87E9-5E7926EE0CE3}" type="slidenum">
              <a:rPr lang="cs-CZ" smtClean="0"/>
              <a:pPr/>
              <a:t>‹#›</a:t>
            </a:fld>
            <a:endParaRPr lang="cs-CZ" dirty="0"/>
          </a:p>
        </p:txBody>
      </p:sp>
    </p:spTree>
  </p:cSld>
  <p:clrMapOvr>
    <a:masterClrMapping/>
  </p:clrMapOvr>
  <p:transition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0F7D18-8356-410F-86CC-C0A59AA6E5C2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 </a:t>
            </a:r>
            <a:fld id="{FFF29617-F229-4AA3-AF63-629A34F9D0C9}" type="slidenum">
              <a:rPr lang="cs-CZ" smtClean="0"/>
              <a:pPr/>
              <a:t>‹#›</a:t>
            </a:fld>
            <a:endParaRPr lang="cs-CZ" dirty="0"/>
          </a:p>
        </p:txBody>
      </p:sp>
    </p:spTree>
  </p:cSld>
  <p:clrMapOvr>
    <a:masterClrMapping/>
  </p:clrMapOvr>
  <p:transition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Nadpis, 2 malé a 1 velký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57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half" idx="3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 dirty="0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4E9C55-C54B-46F2-802C-C950BBC5F97F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 </a:t>
            </a:r>
            <a:fld id="{EC377670-D1B4-4464-8ADD-7E5B3403F0F4}" type="slidenum">
              <a:rPr lang="cs-CZ" smtClean="0"/>
              <a:pPr/>
              <a:t>‹#›</a:t>
            </a:fld>
            <a:endParaRPr lang="cs-CZ" dirty="0"/>
          </a:p>
        </p:txBody>
      </p:sp>
    </p:spTree>
  </p:cSld>
  <p:clrMapOvr>
    <a:masterClrMapping/>
  </p:clrMapOvr>
  <p:transition>
    <p:pull/>
  </p:transition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Nadpis a 4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sz="quarter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3"/>
          </p:nvPr>
        </p:nvSpPr>
        <p:spPr>
          <a:xfrm>
            <a:off x="457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 dirty="0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ACD1D1-1FD1-4BD2-B5AA-BAAE11F8E4F6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 </a:t>
            </a:r>
            <a:fld id="{AD5EE032-125E-4EF1-897C-C6C132F4C071}" type="slidenum">
              <a:rPr lang="cs-CZ" smtClean="0"/>
              <a:pPr/>
              <a:t>‹#›</a:t>
            </a:fld>
            <a:endParaRPr lang="cs-CZ" dirty="0"/>
          </a:p>
        </p:txBody>
      </p:sp>
    </p:spTree>
  </p:cSld>
  <p:clrMapOvr>
    <a:masterClrMapping/>
  </p:clrMapOvr>
  <p:transition>
    <p:pull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Nadpis, 1 velký a 2 malé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 dirty="0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4E9C55-C54B-46F2-802C-C950BBC5F97F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 </a:t>
            </a:r>
            <a:fld id="{EC377670-D1B4-4464-8ADD-7E5B3403F0F4}" type="slidenum">
              <a:rPr lang="cs-CZ" smtClean="0"/>
              <a:pPr/>
              <a:t>‹#›</a:t>
            </a:fld>
            <a:endParaRPr lang="cs-CZ" dirty="0"/>
          </a:p>
        </p:txBody>
      </p:sp>
    </p:spTree>
  </p:cSld>
  <p:clrMapOvr>
    <a:masterClrMapping/>
  </p:clrMapOvr>
  <p:transition>
    <p:pull/>
  </p:transition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Nadpis, text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1000" y="55563"/>
            <a:ext cx="7772400" cy="719137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sz="half" idx="1"/>
          </p:nvPr>
        </p:nvSpPr>
        <p:spPr>
          <a:xfrm>
            <a:off x="357188" y="1412875"/>
            <a:ext cx="4125912" cy="4970463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35500" y="1412875"/>
            <a:ext cx="4127500" cy="4970463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381000" y="61722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 </a:t>
            </a:r>
            <a:fld id="{72F054CC-169B-405A-8EFC-341DCDFEA7DC}" type="slidenum">
              <a:rPr lang="cs-CZ"/>
              <a:pPr/>
              <a:t>‹#›</a:t>
            </a:fld>
            <a:endParaRPr lang="cs-CZ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>
          <a:xfrm>
            <a:off x="3124200" y="61722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>
          <a:xfrm>
            <a:off x="6858000" y="61722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F1FCE2D9-6AD3-4231-B397-0257783385A2}" type="slidenum">
              <a:rPr lang="cs-CZ"/>
              <a:pPr/>
              <a:t>‹#›</a:t>
            </a:fld>
            <a:endParaRPr lang="cs-CZ" dirty="0"/>
          </a:p>
        </p:txBody>
      </p:sp>
    </p:spTree>
  </p:cSld>
  <p:clrMapOvr>
    <a:masterClrMapping/>
  </p:clrMapOvr>
  <p:transition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smtClean="0">
                <a:latin typeface="Arial" pitchFamily="34" charset="0"/>
              </a:defRPr>
            </a:lvl1pPr>
          </a:lstStyle>
          <a:p>
            <a:endParaRPr lang="cs-CZ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 Black" pitchFamily="34" charset="0"/>
              </a:defRPr>
            </a:lvl1pPr>
          </a:lstStyle>
          <a:p>
            <a:fld id="{A24E9C55-C54B-46F2-802C-C950BBC5F97F}" type="slidenum">
              <a:rPr lang="cs-CZ" smtClean="0"/>
              <a:pPr/>
              <a:t>‹#›</a:t>
            </a:fld>
            <a:endParaRPr lang="cs-CZ" dirty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4341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cs-CZ" sz="2400" dirty="0">
                <a:latin typeface="Times New Roman" pitchFamily="18" charset="0"/>
              </a:endParaRPr>
            </a:p>
          </p:txBody>
        </p:sp>
        <p:sp>
          <p:nvSpPr>
            <p:cNvPr id="14342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sz="2400" dirty="0">
                <a:latin typeface="Times New Roman" pitchFamily="18" charset="0"/>
              </a:endParaRPr>
            </a:p>
          </p:txBody>
        </p:sp>
        <p:sp>
          <p:nvSpPr>
            <p:cNvPr id="14343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dirty="0">
                <a:solidFill>
                  <a:schemeClr val="hlink"/>
                </a:solidFill>
                <a:latin typeface="Arial" pitchFamily="34" charset="0"/>
              </a:endParaRPr>
            </a:p>
          </p:txBody>
        </p:sp>
        <p:sp>
          <p:nvSpPr>
            <p:cNvPr id="14344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dirty="0">
                <a:solidFill>
                  <a:schemeClr val="hlink"/>
                </a:solidFill>
                <a:latin typeface="Arial" pitchFamily="34" charset="0"/>
              </a:endParaRPr>
            </a:p>
          </p:txBody>
        </p:sp>
        <p:sp>
          <p:nvSpPr>
            <p:cNvPr id="14345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dirty="0">
                <a:solidFill>
                  <a:schemeClr val="accent2"/>
                </a:solidFill>
                <a:latin typeface="Arial" pitchFamily="34" charset="0"/>
              </a:endParaRPr>
            </a:p>
          </p:txBody>
        </p:sp>
        <p:sp>
          <p:nvSpPr>
            <p:cNvPr id="14346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dirty="0">
                <a:solidFill>
                  <a:schemeClr val="hlink"/>
                </a:solidFill>
                <a:latin typeface="Arial" pitchFamily="34" charset="0"/>
              </a:endParaRPr>
            </a:p>
          </p:txBody>
        </p:sp>
        <p:sp>
          <p:nvSpPr>
            <p:cNvPr id="14347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sz="2400" dirty="0">
                <a:latin typeface="Times New Roman" pitchFamily="18" charset="0"/>
              </a:endParaRPr>
            </a:p>
          </p:txBody>
        </p:sp>
        <p:sp>
          <p:nvSpPr>
            <p:cNvPr id="14348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dirty="0">
                <a:solidFill>
                  <a:schemeClr val="accent2"/>
                </a:solidFill>
                <a:latin typeface="Arial" pitchFamily="34" charset="0"/>
              </a:endParaRPr>
            </a:p>
          </p:txBody>
        </p:sp>
        <p:sp>
          <p:nvSpPr>
            <p:cNvPr id="14349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dirty="0">
                <a:solidFill>
                  <a:schemeClr val="accent2"/>
                </a:solidFill>
                <a:latin typeface="Arial" pitchFamily="34" charset="0"/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 předlohy nadpisů.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1435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pitchFamily="34" charset="0"/>
              </a:defRPr>
            </a:lvl1pPr>
          </a:lstStyle>
          <a:p>
            <a:r>
              <a:rPr lang="cs-CZ" dirty="0"/>
              <a:t> </a:t>
            </a:r>
            <a:fld id="{EC377670-D1B4-4464-8ADD-7E5B3403F0F4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17" name="Text Box 8"/>
          <p:cNvSpPr txBox="1">
            <a:spLocks noChangeArrowheads="1"/>
          </p:cNvSpPr>
          <p:nvPr userDrawn="1"/>
        </p:nvSpPr>
        <p:spPr bwMode="auto">
          <a:xfrm>
            <a:off x="8172450" y="692150"/>
            <a:ext cx="792163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endParaRPr lang="cs-CZ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</p:sldLayoutIdLst>
  <p:transition>
    <p:pull/>
  </p:transition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openxmlformats.org/officeDocument/2006/relationships/slide" Target="slide5.xml"/><Relationship Id="rId7" Type="http://schemas.openxmlformats.org/officeDocument/2006/relationships/slide" Target="slide35.xml"/><Relationship Id="rId12" Type="http://schemas.openxmlformats.org/officeDocument/2006/relationships/slide" Target="slide48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6" Type="http://schemas.openxmlformats.org/officeDocument/2006/relationships/slide" Target="slide30.xml"/><Relationship Id="rId11" Type="http://schemas.openxmlformats.org/officeDocument/2006/relationships/slide" Target="slide43.xml"/><Relationship Id="rId5" Type="http://schemas.openxmlformats.org/officeDocument/2006/relationships/slide" Target="slide19.xml"/><Relationship Id="rId10" Type="http://schemas.openxmlformats.org/officeDocument/2006/relationships/slide" Target="slide26.xml"/><Relationship Id="rId4" Type="http://schemas.openxmlformats.org/officeDocument/2006/relationships/slide" Target="slide9.xml"/><Relationship Id="rId9" Type="http://schemas.openxmlformats.org/officeDocument/2006/relationships/slide" Target="slide2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6" Type="http://schemas.openxmlformats.org/officeDocument/2006/relationships/slide" Target="slide3.xml"/><Relationship Id="rId5" Type="http://schemas.openxmlformats.org/officeDocument/2006/relationships/image" Target="../media/image5.gif"/><Relationship Id="rId4" Type="http://schemas.openxmlformats.org/officeDocument/2006/relationships/image" Target="../media/image4.gi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.xml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.xml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.xml"/><Relationship Id="rId4" Type="http://schemas.openxmlformats.org/officeDocument/2006/relationships/image" Target="../media/image1.gi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slide" Target="slide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.xml"/><Relationship Id="rId4" Type="http://schemas.openxmlformats.org/officeDocument/2006/relationships/image" Target="../media/image1.gi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slide" Target="slide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.xml"/><Relationship Id="rId4" Type="http://schemas.openxmlformats.org/officeDocument/2006/relationships/image" Target="../media/image1.gi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slide" Target="slide3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5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slide" Target="slide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slide" Target="slide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slide" Target="slide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5"/>
          <p:cNvSpPr>
            <a:spLocks noGrp="1"/>
          </p:cNvSpPr>
          <p:nvPr>
            <p:ph type="ctrTitle"/>
          </p:nvPr>
        </p:nvSpPr>
        <p:spPr/>
        <p:txBody>
          <a:bodyPr>
            <a:spAutoFit/>
          </a:bodyPr>
          <a:lstStyle/>
          <a:p>
            <a:r>
              <a:rPr lang="cs-CZ" sz="8800" b="1" dirty="0"/>
              <a:t>CIT</a:t>
            </a:r>
            <a:br>
              <a:rPr lang="cs-CZ" dirty="0"/>
            </a:br>
            <a:r>
              <a:rPr lang="cs-CZ" sz="4600" b="1" dirty="0"/>
              <a:t>Klopné obvody</a:t>
            </a:r>
          </a:p>
        </p:txBody>
      </p:sp>
      <p:sp>
        <p:nvSpPr>
          <p:cNvPr id="7" name="Podnadpis 6"/>
          <p:cNvSpPr>
            <a:spLocks noGrp="1"/>
          </p:cNvSpPr>
          <p:nvPr>
            <p:ph type="subTitle" idx="1"/>
          </p:nvPr>
        </p:nvSpPr>
        <p:spPr>
          <a:xfrm>
            <a:off x="2971800" y="4267200"/>
            <a:ext cx="6019800" cy="1323439"/>
          </a:xfrm>
        </p:spPr>
        <p:txBody>
          <a:bodyPr>
            <a:spAutoFit/>
          </a:bodyPr>
          <a:lstStyle/>
          <a:p>
            <a:r>
              <a:rPr lang="cs-CZ" sz="8000" b="1" dirty="0">
                <a:solidFill>
                  <a:schemeClr val="accent5">
                    <a:lumMod val="25000"/>
                  </a:schemeClr>
                </a:solidFill>
              </a:rPr>
              <a:t>Díl VII</a:t>
            </a:r>
          </a:p>
        </p:txBody>
      </p:sp>
      <p:pic>
        <p:nvPicPr>
          <p:cNvPr id="4" name="Picture 1" descr="D:\www\ljuraneknew\images\CIT100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00934" y="1928802"/>
            <a:ext cx="1428760" cy="142876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34" y="351546"/>
            <a:ext cx="7772400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Číslicová technika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360000" y="1440001"/>
            <a:ext cx="8784000" cy="2862322"/>
          </a:xfrm>
          <a:noFill/>
          <a:ln/>
        </p:spPr>
        <p:txBody>
          <a:bodyPr>
            <a:spAutoFit/>
          </a:bodyPr>
          <a:lstStyle/>
          <a:p>
            <a:pPr marL="360000" indent="-360000"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cs-CZ" sz="2400" dirty="0">
                <a:latin typeface="Arial" charset="0"/>
              </a:rPr>
              <a:t>Téma	</a:t>
            </a:r>
            <a:r>
              <a:rPr lang="cs-CZ" b="1" dirty="0"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Klopné obvody</a:t>
            </a:r>
          </a:p>
          <a:p>
            <a:pPr marL="360000" indent="-360000"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cs-CZ" sz="2400" dirty="0"/>
              <a:t>Předmět</a:t>
            </a:r>
            <a:r>
              <a:rPr lang="cs-CZ" dirty="0"/>
              <a:t> 	</a:t>
            </a:r>
            <a:r>
              <a:rPr lang="cs-CZ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CIT</a:t>
            </a:r>
            <a:endParaRPr lang="cs-CZ" b="1" dirty="0"/>
          </a:p>
          <a:p>
            <a:pPr marL="360000" indent="-360000"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cs-CZ" sz="2400" dirty="0"/>
              <a:t>Ročník</a:t>
            </a:r>
            <a:r>
              <a:rPr lang="cs-CZ" dirty="0"/>
              <a:t> 	</a:t>
            </a:r>
            <a:r>
              <a:rPr lang="cs-CZ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2</a:t>
            </a:r>
            <a:endParaRPr lang="cs-CZ" sz="32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360000" indent="-360000"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cs-CZ" sz="2400" dirty="0"/>
              <a:t>Autor	</a:t>
            </a:r>
            <a:r>
              <a:rPr lang="cs-CZ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Ing. Leoš Juránek </a:t>
            </a:r>
          </a:p>
          <a:p>
            <a:pPr marL="360000" indent="-360000"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cs-CZ" sz="2400" dirty="0"/>
              <a:t>Datum	</a:t>
            </a:r>
            <a:r>
              <a:rPr lang="cs-CZ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únor 2020</a:t>
            </a:r>
          </a:p>
        </p:txBody>
      </p:sp>
      <p:sp>
        <p:nvSpPr>
          <p:cNvPr id="2" name="Rectangle 17">
            <a:extLst>
              <a:ext uri="{FF2B5EF4-FFF2-40B4-BE49-F238E27FC236}">
                <a16:creationId xmlns:a16="http://schemas.microsoft.com/office/drawing/2014/main" id="{BE4DD0F7-18E1-462B-7BDF-0F4811F52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57890"/>
            <a:ext cx="257176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l" eaLnBrk="1" hangingPunct="1">
              <a:buClr>
                <a:srgbClr val="006600"/>
              </a:buClr>
              <a:buFont typeface="Wingdings" pitchFamily="2" charset="2"/>
              <a:buNone/>
            </a:pPr>
            <a:r>
              <a:rPr lang="cs-CZ" sz="2000" kern="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10.3.2025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88000"/>
            <a:ext cx="7772400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Index</a:t>
            </a:r>
          </a:p>
        </p:txBody>
      </p:sp>
      <p:sp>
        <p:nvSpPr>
          <p:cNvPr id="7" name="Obdélník 6">
            <a:hlinkClick r:id="rId3" action="ppaction://hlinksldjump"/>
          </p:cNvPr>
          <p:cNvSpPr/>
          <p:nvPr/>
        </p:nvSpPr>
        <p:spPr>
          <a:xfrm>
            <a:off x="540000" y="1440000"/>
            <a:ext cx="810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360000" lvl="0" indent="-360000" algn="l" eaLnBrk="1" hangingPunct="1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cs-CZ" sz="2000" kern="0" dirty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Funkce klopného obvodu</a:t>
            </a:r>
          </a:p>
        </p:txBody>
      </p:sp>
      <p:sp>
        <p:nvSpPr>
          <p:cNvPr id="8" name="Obdélník 7">
            <a:hlinkClick r:id="rId4" action="ppaction://hlinksldjump"/>
          </p:cNvPr>
          <p:cNvSpPr/>
          <p:nvPr/>
        </p:nvSpPr>
        <p:spPr>
          <a:xfrm>
            <a:off x="540000" y="1800000"/>
            <a:ext cx="810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360000" indent="-360000" algn="l" eaLnBrk="1" hangingPunct="1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cs-CZ" sz="2000" kern="0" dirty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Klopný obvod RS</a:t>
            </a:r>
          </a:p>
        </p:txBody>
      </p:sp>
      <p:sp>
        <p:nvSpPr>
          <p:cNvPr id="9" name="Obdélník 8">
            <a:hlinkClick r:id="rId5" action="ppaction://hlinksldjump"/>
          </p:cNvPr>
          <p:cNvSpPr/>
          <p:nvPr/>
        </p:nvSpPr>
        <p:spPr>
          <a:xfrm>
            <a:off x="540000" y="2520000"/>
            <a:ext cx="810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360000" indent="-360000" algn="l" eaLnBrk="1" hangingPunct="1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cs-CZ" sz="2000" kern="0" dirty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Klopný obvod D</a:t>
            </a:r>
          </a:p>
        </p:txBody>
      </p:sp>
      <p:sp>
        <p:nvSpPr>
          <p:cNvPr id="14" name="Obdélník 13">
            <a:hlinkClick r:id="rId6" action="ppaction://hlinksldjump"/>
          </p:cNvPr>
          <p:cNvSpPr/>
          <p:nvPr/>
        </p:nvSpPr>
        <p:spPr>
          <a:xfrm>
            <a:off x="540000" y="3600000"/>
            <a:ext cx="810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360000" indent="-360000" algn="l" eaLnBrk="1" hangingPunct="1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cs-CZ" sz="2000" kern="0" dirty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Klopný obvod JK</a:t>
            </a:r>
          </a:p>
        </p:txBody>
      </p:sp>
      <p:sp>
        <p:nvSpPr>
          <p:cNvPr id="15" name="Obdélník 14">
            <a:hlinkClick r:id="rId7" action="ppaction://hlinksldjump"/>
          </p:cNvPr>
          <p:cNvSpPr/>
          <p:nvPr/>
        </p:nvSpPr>
        <p:spPr>
          <a:xfrm>
            <a:off x="540000" y="3960000"/>
            <a:ext cx="810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360000" indent="-360000" algn="l" eaLnBrk="1" hangingPunct="1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cs-CZ" sz="2000" kern="0" dirty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Klopný obvod T</a:t>
            </a:r>
          </a:p>
        </p:txBody>
      </p:sp>
      <p:sp>
        <p:nvSpPr>
          <p:cNvPr id="2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2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8" name="Tlačítko akce: Vlastní 2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Obdélník 10">
            <a:hlinkClick r:id="rId8" action="ppaction://hlinksldjump"/>
          </p:cNvPr>
          <p:cNvSpPr/>
          <p:nvPr/>
        </p:nvSpPr>
        <p:spPr>
          <a:xfrm>
            <a:off x="540000" y="2160000"/>
            <a:ext cx="810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817200" lvl="1" indent="-360000" algn="l" eaLnBrk="1" hangingPunct="1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§"/>
            </a:pPr>
            <a:r>
              <a:rPr lang="cs-CZ" sz="2000" kern="0" dirty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Klopný obvod RS úrovňový</a:t>
            </a:r>
          </a:p>
        </p:txBody>
      </p:sp>
      <p:sp>
        <p:nvSpPr>
          <p:cNvPr id="12" name="Obdélník 11">
            <a:hlinkClick r:id="rId9" action="ppaction://hlinksldjump"/>
          </p:cNvPr>
          <p:cNvSpPr/>
          <p:nvPr/>
        </p:nvSpPr>
        <p:spPr>
          <a:xfrm>
            <a:off x="540000" y="2880000"/>
            <a:ext cx="810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817200" lvl="1" indent="-360000" algn="l" eaLnBrk="1" hangingPunct="1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§"/>
            </a:pPr>
            <a:r>
              <a:rPr lang="cs-CZ" sz="2000" kern="0" dirty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Klopný obvod D úrovňový</a:t>
            </a:r>
          </a:p>
        </p:txBody>
      </p:sp>
      <p:sp>
        <p:nvSpPr>
          <p:cNvPr id="13" name="Obdélník 12">
            <a:hlinkClick r:id="rId10" action="ppaction://hlinksldjump"/>
          </p:cNvPr>
          <p:cNvSpPr/>
          <p:nvPr/>
        </p:nvSpPr>
        <p:spPr>
          <a:xfrm>
            <a:off x="540000" y="3240000"/>
            <a:ext cx="810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817200" lvl="1" indent="-360000" algn="l" eaLnBrk="1" hangingPunct="1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§"/>
            </a:pPr>
            <a:r>
              <a:rPr lang="cs-CZ" sz="2000" kern="0" dirty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Klopný obvod D změnový s asynchronními vstupy</a:t>
            </a:r>
          </a:p>
        </p:txBody>
      </p:sp>
      <p:sp>
        <p:nvSpPr>
          <p:cNvPr id="16" name="Obdélník 15">
            <a:hlinkClick r:id="rId11" action="ppaction://hlinksldjump"/>
          </p:cNvPr>
          <p:cNvSpPr/>
          <p:nvPr/>
        </p:nvSpPr>
        <p:spPr>
          <a:xfrm>
            <a:off x="540000" y="4320000"/>
            <a:ext cx="810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360000" indent="-360000" algn="l" eaLnBrk="1" hangingPunct="1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cs-CZ" sz="2000" kern="0" dirty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Bistabilní, monostabilní, astabilní</a:t>
            </a:r>
          </a:p>
        </p:txBody>
      </p:sp>
      <p:sp>
        <p:nvSpPr>
          <p:cNvPr id="17" name="Obdélník 16">
            <a:hlinkClick r:id="rId12" action="ppaction://hlinksldjump"/>
          </p:cNvPr>
          <p:cNvSpPr/>
          <p:nvPr/>
        </p:nvSpPr>
        <p:spPr>
          <a:xfrm>
            <a:off x="540000" y="4680000"/>
            <a:ext cx="810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360000" indent="-360000" algn="l" eaLnBrk="1" hangingPunct="1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cs-CZ" sz="2000" kern="0" dirty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Schmittův klopný obvod</a:t>
            </a:r>
          </a:p>
        </p:txBody>
      </p:sp>
      <p:sp>
        <p:nvSpPr>
          <p:cNvPr id="18" name="Obdélník 17">
            <a:extLst>
              <a:ext uri="{FF2B5EF4-FFF2-40B4-BE49-F238E27FC236}">
                <a16:creationId xmlns:a16="http://schemas.microsoft.com/office/drawing/2014/main" id="{EA8F13F5-2D92-4AF0-A6F6-CDC9B3C2FA95}"/>
              </a:ext>
            </a:extLst>
          </p:cNvPr>
          <p:cNvSpPr/>
          <p:nvPr/>
        </p:nvSpPr>
        <p:spPr>
          <a:xfrm>
            <a:off x="540001" y="1078783"/>
            <a:ext cx="8100000" cy="36000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noAutofit/>
          </a:bodyPr>
          <a:lstStyle/>
          <a:p>
            <a:pPr lvl="0" algn="l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</a:pPr>
            <a:r>
              <a:rPr lang="cs-CZ" sz="2000" b="0" kern="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Klopné obvody</a:t>
            </a:r>
          </a:p>
        </p:txBody>
      </p:sp>
    </p:spTree>
    <p:extLst>
      <p:ext uri="{BB962C8B-B14F-4D97-AF65-F5344CB8AC3E}">
        <p14:creationId xmlns:p14="http://schemas.microsoft.com/office/powerpoint/2010/main" val="2752777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7"/>
          <p:cNvSpPr>
            <a:spLocks noChangeArrowheads="1"/>
          </p:cNvSpPr>
          <p:nvPr/>
        </p:nvSpPr>
        <p:spPr bwMode="auto">
          <a:xfrm>
            <a:off x="720000" y="72000"/>
            <a:ext cx="248384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l">
              <a:buClr>
                <a:srgbClr val="006600"/>
              </a:buClr>
              <a:buFont typeface="Wingdings" pitchFamily="2" charset="2"/>
              <a:buNone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Nová kapitola  </a:t>
            </a:r>
          </a:p>
        </p:txBody>
      </p:sp>
      <p:sp>
        <p:nvSpPr>
          <p:cNvPr id="10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1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2" name="Tlačítko akce: Vlastní 11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4" name="Tlačítko akce: Vlastní 13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5" name="Tlačítko akce: Vlastní 14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937109"/>
            <a:ext cx="9144000" cy="2800767"/>
          </a:xfrm>
          <a:noFill/>
          <a:ln/>
        </p:spPr>
        <p:txBody>
          <a:bodyPr>
            <a:spAutoFit/>
          </a:bodyPr>
          <a:lstStyle/>
          <a:p>
            <a:pPr algn="ctr">
              <a:defRPr/>
            </a:pPr>
            <a:r>
              <a:rPr lang="cs-CZ" sz="8800" dirty="0">
                <a:latin typeface="Arial Black" pitchFamily="34" charset="0"/>
              </a:rPr>
              <a:t>Klopné obvody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772400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Funkce klopného obvodu</a:t>
            </a:r>
          </a:p>
        </p:txBody>
      </p:sp>
      <p:sp>
        <p:nvSpPr>
          <p:cNvPr id="66565" name="Text Box 5"/>
          <p:cNvSpPr txBox="1">
            <a:spLocks noChangeArrowheads="1"/>
          </p:cNvSpPr>
          <p:nvPr/>
        </p:nvSpPr>
        <p:spPr bwMode="auto">
          <a:xfrm>
            <a:off x="684213" y="1773238"/>
            <a:ext cx="6840537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endParaRPr lang="cs-CZ" dirty="0"/>
          </a:p>
        </p:txBody>
      </p:sp>
      <p:sp>
        <p:nvSpPr>
          <p:cNvPr id="66575" name="Text Box 15"/>
          <p:cNvSpPr txBox="1">
            <a:spLocks noChangeArrowheads="1"/>
          </p:cNvSpPr>
          <p:nvPr/>
        </p:nvSpPr>
        <p:spPr bwMode="auto">
          <a:xfrm>
            <a:off x="360000" y="1080000"/>
            <a:ext cx="8784000" cy="180049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 algn="l">
              <a:spcAft>
                <a:spcPts val="1800"/>
              </a:spcAft>
              <a:buClr>
                <a:schemeClr val="folHlink"/>
              </a:buClr>
              <a:buBlip>
                <a:blip r:embed="rId3"/>
              </a:buBlip>
              <a:defRPr/>
            </a:pPr>
            <a:r>
              <a:rPr lang="cs-CZ" dirty="0">
                <a:latin typeface="Verdana" pitchFamily="34" charset="0"/>
              </a:rPr>
              <a:t>Klopný obvod je základní </a:t>
            </a:r>
            <a:r>
              <a:rPr lang="cs-CZ" b="1" dirty="0">
                <a:latin typeface="Verdana" pitchFamily="34" charset="0"/>
              </a:rPr>
              <a:t>paměťový</a:t>
            </a:r>
            <a:r>
              <a:rPr lang="cs-CZ" dirty="0">
                <a:latin typeface="Verdana" pitchFamily="34" charset="0"/>
              </a:rPr>
              <a:t> prvek</a:t>
            </a:r>
          </a:p>
          <a:p>
            <a:pPr marL="504000" indent="-504000" algn="l">
              <a:spcAft>
                <a:spcPts val="1800"/>
              </a:spcAft>
              <a:buClr>
                <a:schemeClr val="folHlink"/>
              </a:buClr>
              <a:buBlip>
                <a:blip r:embed="rId3"/>
              </a:buBlip>
              <a:defRPr/>
            </a:pPr>
            <a:r>
              <a:rPr lang="cs-CZ" b="1" dirty="0">
                <a:latin typeface="Verdana" pitchFamily="34" charset="0"/>
              </a:rPr>
              <a:t>Úkolem</a:t>
            </a:r>
            <a:r>
              <a:rPr lang="cs-CZ" dirty="0">
                <a:latin typeface="Verdana" pitchFamily="34" charset="0"/>
              </a:rPr>
              <a:t> klopného obvodu je </a:t>
            </a:r>
            <a:r>
              <a:rPr lang="cs-CZ" b="1" dirty="0">
                <a:latin typeface="Verdana" pitchFamily="34" charset="0"/>
              </a:rPr>
              <a:t>zaznamenat</a:t>
            </a:r>
            <a:r>
              <a:rPr lang="cs-CZ" dirty="0">
                <a:latin typeface="Verdana" pitchFamily="34" charset="0"/>
              </a:rPr>
              <a:t> přítomnost </a:t>
            </a:r>
            <a:r>
              <a:rPr lang="cs-CZ" b="1" dirty="0">
                <a:latin typeface="Verdana" pitchFamily="34" charset="0"/>
              </a:rPr>
              <a:t>přechodné informace</a:t>
            </a:r>
            <a:r>
              <a:rPr lang="cs-CZ" dirty="0">
                <a:latin typeface="Verdana" pitchFamily="34" charset="0"/>
              </a:rPr>
              <a:t> i tehdy, když tato informace zmizí</a:t>
            </a:r>
          </a:p>
        </p:txBody>
      </p:sp>
      <p:sp>
        <p:nvSpPr>
          <p:cNvPr id="10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1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2" name="Tlačítko akce: Vlastní 11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3" name="Tlačítko akce: Vlastní 12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4" name="Tlačítko akce: Vlastní 13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3567262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5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65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429684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Symboly</a:t>
            </a:r>
          </a:p>
        </p:txBody>
      </p:sp>
      <p:graphicFrame>
        <p:nvGraphicFramePr>
          <p:cNvPr id="5" name="Group 1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287"/>
              </p:ext>
            </p:extLst>
          </p:nvPr>
        </p:nvGraphicFramePr>
        <p:xfrm>
          <a:off x="468000" y="1080000"/>
          <a:ext cx="8208456" cy="5175104"/>
        </p:xfrm>
        <a:graphic>
          <a:graphicData uri="http://schemas.openxmlformats.org/drawingml/2006/table">
            <a:tbl>
              <a:tblPr/>
              <a:tblGrid>
                <a:gridCol w="15665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18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358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Symbol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Význam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04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Libovolná hodnota (0,1), výsledek nezávisí na daném vstupu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81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?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Nedefinovaný stav výstupu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81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Náběžná hrana (log0</a:t>
                      </a:r>
                      <a:r>
                        <a:rPr kumimoji="0" lang="cs-CZ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  <a:sym typeface="Wingdings"/>
                        </a:rPr>
                        <a:t></a:t>
                      </a: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log1)</a:t>
                      </a:r>
                      <a:endParaRPr kumimoji="0" lang="cs-CZ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248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Sestupná hrana (log1</a:t>
                      </a:r>
                      <a:r>
                        <a:rPr kumimoji="0" lang="cs-CZ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  <a:sym typeface="Wingdings"/>
                        </a:rPr>
                        <a:t></a:t>
                      </a: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log</a:t>
                      </a:r>
                      <a:r>
                        <a:rPr kumimoji="0" lang="cs-CZ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endParaRPr kumimoji="0" lang="cs-CZ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248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Pulz  (log0</a:t>
                      </a:r>
                      <a:r>
                        <a:rPr kumimoji="0" lang="cs-CZ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  <a:sym typeface="Wingdings"/>
                        </a:rPr>
                        <a:t></a:t>
                      </a: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log1</a:t>
                      </a:r>
                      <a:r>
                        <a:rPr kumimoji="0" lang="cs-CZ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  <a:sym typeface="Wingdings"/>
                        </a:rPr>
                        <a:t></a:t>
                      </a: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log</a:t>
                      </a:r>
                      <a:r>
                        <a:rPr kumimoji="0" lang="cs-CZ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endParaRPr kumimoji="0" lang="cs-CZ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248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</a:t>
                      </a:r>
                      <a:r>
                        <a:rPr kumimoji="0" lang="en-US" sz="36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</a:t>
                      </a:r>
                      <a:endParaRPr kumimoji="0" lang="cs-CZ" sz="36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Stav signálu v čase t 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248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</a:t>
                      </a:r>
                      <a:r>
                        <a:rPr kumimoji="0" lang="en-US" sz="36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</a:t>
                      </a:r>
                      <a:r>
                        <a:rPr kumimoji="0" lang="cs-CZ" sz="36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Stav signálu v čase t+1 v budoucnosti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9" name="Obrázek 8" descr="hrana_up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00100" y="3068960"/>
            <a:ext cx="571504" cy="571504"/>
          </a:xfrm>
          <a:prstGeom prst="rect">
            <a:avLst/>
          </a:prstGeom>
        </p:spPr>
      </p:pic>
      <p:pic>
        <p:nvPicPr>
          <p:cNvPr id="376834" name="Picture 2" descr="D:\lj\Prezentace\Cit\obr\hrana_dn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00100" y="3721592"/>
            <a:ext cx="571504" cy="571504"/>
          </a:xfrm>
          <a:prstGeom prst="rect">
            <a:avLst/>
          </a:prstGeom>
          <a:noFill/>
        </p:spPr>
      </p:pic>
      <p:pic>
        <p:nvPicPr>
          <p:cNvPr id="376835" name="Picture 3" descr="D:\lj\Prezentace\Cit\obr\hrana_pulz.gi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000100" y="4369664"/>
            <a:ext cx="571504" cy="571504"/>
          </a:xfrm>
          <a:prstGeom prst="rect">
            <a:avLst/>
          </a:prstGeom>
          <a:noFill/>
        </p:spPr>
      </p:pic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6" name="Tlačítko akce: Vlastní 1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7" name="Tlačítko akce: Vlastní 1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8" name="Tlačítko akce: Vlastní 17">
            <a:hlinkClick r:id="rId6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3947590313"/>
              </p:ext>
            </p:extLst>
          </p:nvPr>
        </p:nvGraphicFramePr>
        <p:xfrm>
          <a:off x="540000" y="1800000"/>
          <a:ext cx="8100000" cy="38164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Rectangle 6146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676000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Dělení podle funkce</a:t>
            </a:r>
          </a:p>
        </p:txBody>
      </p:sp>
      <p:sp>
        <p:nvSpPr>
          <p:cNvPr id="1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7" name="Tlačítko akce: Vlastní 1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8" name="Tlačítko akce: Vlastní 1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9" name="Tlačítko akce: Vlastní 18">
            <a:hlinkClick r:id="rId8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1396965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C0D605DD-A060-472B-A033-45BAE018CE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graphicEl>
                                              <a:dgm id="{C0D605DD-A060-472B-A033-45BAE018CE9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166A1B62-BB4F-4C1E-998D-DD4926AA8DF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graphicEl>
                                              <a:dgm id="{166A1B62-BB4F-4C1E-998D-DD4926AA8DF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54D66D6-C635-4BC9-9086-33E193858B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graphicEl>
                                              <a:dgm id="{954D66D6-C635-4BC9-9086-33E193858B6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50F4BC5-F877-4F02-829D-A688E36FC7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graphicEl>
                                              <a:dgm id="{950F4BC5-F877-4F02-829D-A688E36FC7A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A5C6CD23-0FAA-4BC8-B3EF-F949CD373D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graphicEl>
                                              <a:dgm id="{A5C6CD23-0FAA-4BC8-B3EF-F949CD373D2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2120C249-44AC-4573-B384-AC5687842A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graphicEl>
                                              <a:dgm id="{2120C249-44AC-4573-B384-AC5687842AC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625A4353-DA04-424C-A0B5-A63E6EBDAA3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graphicEl>
                                              <a:dgm id="{625A4353-DA04-424C-A0B5-A63E6EBDAA3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D3426AE2-46C4-452D-9957-5F1657E0A1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>
                                            <p:graphicEl>
                                              <a:dgm id="{D3426AE2-46C4-452D-9957-5F1657E0A14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FDDBC0C8-62B3-4004-AE62-7DCB9DDDA7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">
                                            <p:graphicEl>
                                              <a:dgm id="{FDDBC0C8-62B3-4004-AE62-7DCB9DDDA76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Sub>
          <a:bldDgm bld="one"/>
        </p:bldSub>
      </p:bldGraphic>
      <p:bldP spid="15" grpId="0" animBg="1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527194327"/>
              </p:ext>
            </p:extLst>
          </p:nvPr>
        </p:nvGraphicFramePr>
        <p:xfrm>
          <a:off x="540000" y="1800000"/>
          <a:ext cx="8100000" cy="38164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Rectangle 6146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676000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Dělení podle způsobu řízení</a:t>
            </a:r>
          </a:p>
        </p:txBody>
      </p:sp>
      <p:sp>
        <p:nvSpPr>
          <p:cNvPr id="1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7" name="Tlačítko akce: Vlastní 1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8" name="Tlačítko akce: Vlastní 1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9" name="Tlačítko akce: Vlastní 18">
            <a:hlinkClick r:id="rId8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3521659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C0D605DD-A060-472B-A033-45BAE018CE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graphicEl>
                                              <a:dgm id="{C0D605DD-A060-472B-A033-45BAE018CE9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166A1B62-BB4F-4C1E-998D-DD4926AA8DF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graphicEl>
                                              <a:dgm id="{166A1B62-BB4F-4C1E-998D-DD4926AA8DF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54D66D6-C635-4BC9-9086-33E193858B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graphicEl>
                                              <a:dgm id="{954D66D6-C635-4BC9-9086-33E193858B6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50F4BC5-F877-4F02-829D-A688E36FC7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graphicEl>
                                              <a:dgm id="{950F4BC5-F877-4F02-829D-A688E36FC7A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A5C6CD23-0FAA-4BC8-B3EF-F949CD373D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graphicEl>
                                              <a:dgm id="{A5C6CD23-0FAA-4BC8-B3EF-F949CD373D2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Sub>
          <a:bldDgm bld="one"/>
        </p:bldSub>
      </p:bldGraphic>
      <p:bldP spid="15" grpId="0" animBg="1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32" name="Text Box 56"/>
          <p:cNvSpPr txBox="1">
            <a:spLocks noChangeArrowheads="1"/>
          </p:cNvSpPr>
          <p:nvPr/>
        </p:nvSpPr>
        <p:spPr bwMode="auto">
          <a:xfrm>
            <a:off x="5220000" y="1080000"/>
            <a:ext cx="3617910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Clr>
                <a:schemeClr val="bg2"/>
              </a:buClr>
            </a:pPr>
            <a:r>
              <a:rPr lang="cs-CZ" sz="2000" dirty="0">
                <a:latin typeface="Verdana" pitchFamily="34" charset="0"/>
              </a:rPr>
              <a:t>Vstupy</a:t>
            </a:r>
            <a:r>
              <a:rPr lang="cs-CZ" sz="2000" b="1" dirty="0">
                <a:latin typeface="Verdana" pitchFamily="34" charset="0"/>
              </a:rPr>
              <a:t> </a:t>
            </a:r>
          </a:p>
          <a:p>
            <a:pPr lvl="1" algn="l">
              <a:spcAft>
                <a:spcPts val="600"/>
              </a:spcAft>
              <a:buClr>
                <a:schemeClr val="bg2"/>
              </a:buClr>
            </a:pPr>
            <a:r>
              <a:rPr lang="cs-CZ" sz="2000" b="1" dirty="0">
                <a:latin typeface="Verdana" pitchFamily="34" charset="0"/>
              </a:rPr>
              <a:t>	</a:t>
            </a: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S - set</a:t>
            </a:r>
          </a:p>
          <a:p>
            <a:pPr lvl="1" algn="l">
              <a:spcAft>
                <a:spcPts val="600"/>
              </a:spcAft>
              <a:buClr>
                <a:schemeClr val="bg2"/>
              </a:buClr>
            </a:pP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	R - reset</a:t>
            </a:r>
          </a:p>
          <a:p>
            <a:pPr algn="l">
              <a:spcAft>
                <a:spcPts val="600"/>
              </a:spcAft>
              <a:buClr>
                <a:schemeClr val="bg2"/>
              </a:buClr>
            </a:pPr>
            <a:r>
              <a:rPr lang="cs-CZ" sz="2000" dirty="0">
                <a:latin typeface="Verdana" pitchFamily="34" charset="0"/>
              </a:rPr>
              <a:t>Výstupy</a:t>
            </a:r>
            <a:r>
              <a:rPr lang="cs-CZ" sz="2000" b="1" dirty="0">
                <a:latin typeface="Verdana" pitchFamily="34" charset="0"/>
              </a:rPr>
              <a:t> </a:t>
            </a:r>
          </a:p>
          <a:p>
            <a:pPr lvl="1" algn="l">
              <a:spcAft>
                <a:spcPts val="600"/>
              </a:spcAft>
              <a:buClr>
                <a:schemeClr val="bg2"/>
              </a:buClr>
            </a:pPr>
            <a:r>
              <a:rPr lang="cs-CZ" sz="2000" b="1" dirty="0">
                <a:latin typeface="Verdana" pitchFamily="34" charset="0"/>
              </a:rPr>
              <a:t>	</a:t>
            </a: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Q - výstup</a:t>
            </a:r>
          </a:p>
        </p:txBody>
      </p:sp>
      <p:sp>
        <p:nvSpPr>
          <p:cNvPr id="2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2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8" name="Tlačítko akce: Vlastní 2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31" name="Tlačítko akce: Vlastní 3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33" name="Tlačítko akce: Vlastní 32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32" name="Text Box 19"/>
          <p:cNvSpPr txBox="1">
            <a:spLocks noChangeArrowheads="1"/>
          </p:cNvSpPr>
          <p:nvPr/>
        </p:nvSpPr>
        <p:spPr bwMode="auto">
          <a:xfrm>
            <a:off x="540000" y="3600000"/>
            <a:ext cx="8577282" cy="190821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 algn="l">
              <a:spcAft>
                <a:spcPts val="1200"/>
              </a:spcAft>
              <a:buClr>
                <a:schemeClr val="folHlink"/>
              </a:buClr>
              <a:buBlip>
                <a:blip r:embed="rId4"/>
              </a:buBlip>
              <a:defRPr/>
            </a:pPr>
            <a:r>
              <a:rPr lang="cs-CZ" b="1" dirty="0">
                <a:latin typeface="Verdana" pitchFamily="34" charset="0"/>
              </a:rPr>
              <a:t>Funkce</a:t>
            </a:r>
          </a:p>
          <a:p>
            <a:pPr marL="504000" indent="-504000" algn="l">
              <a:spcAft>
                <a:spcPts val="1200"/>
              </a:spcAft>
              <a:buClr>
                <a:schemeClr val="folHlink"/>
              </a:buClr>
              <a:buFont typeface="Wingdings" pitchFamily="2" charset="2"/>
              <a:buChar char="ü"/>
              <a:defRPr/>
            </a:pPr>
            <a:r>
              <a:rPr lang="cs-CZ" sz="2000" b="1" dirty="0">
                <a:latin typeface="Verdana" pitchFamily="34" charset="0"/>
              </a:rPr>
              <a:t>Vstup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S</a:t>
            </a:r>
            <a:r>
              <a:rPr lang="cs-CZ" sz="2000" dirty="0">
                <a:latin typeface="Verdana" pitchFamily="34" charset="0"/>
              </a:rPr>
              <a:t> nastaví </a:t>
            </a:r>
            <a:r>
              <a:rPr lang="cs-CZ" sz="2000" b="1" dirty="0">
                <a:latin typeface="Verdana" pitchFamily="34" charset="0"/>
              </a:rPr>
              <a:t>výstup</a:t>
            </a:r>
            <a:r>
              <a:rPr lang="cs-CZ" sz="2000" dirty="0">
                <a:latin typeface="Verdana" pitchFamily="34" charset="0"/>
              </a:rPr>
              <a:t>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Q</a:t>
            </a:r>
            <a:r>
              <a:rPr lang="cs-CZ" sz="2000" b="1" dirty="0">
                <a:latin typeface="Verdana" pitchFamily="34" charset="0"/>
              </a:rPr>
              <a:t> na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1</a:t>
            </a:r>
          </a:p>
          <a:p>
            <a:pPr marL="504000" indent="-504000" algn="l">
              <a:spcAft>
                <a:spcPts val="1200"/>
              </a:spcAft>
              <a:buClr>
                <a:schemeClr val="folHlink"/>
              </a:buClr>
              <a:buFont typeface="Wingdings" pitchFamily="2" charset="2"/>
              <a:buChar char="ü"/>
              <a:defRPr/>
            </a:pPr>
            <a:r>
              <a:rPr lang="cs-CZ" sz="2000" b="1" dirty="0">
                <a:latin typeface="Verdana" pitchFamily="34" charset="0"/>
              </a:rPr>
              <a:t>Vstup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R</a:t>
            </a:r>
            <a:r>
              <a:rPr lang="cs-CZ" sz="2000" dirty="0">
                <a:latin typeface="Verdana" pitchFamily="34" charset="0"/>
              </a:rPr>
              <a:t> nastaví </a:t>
            </a:r>
            <a:r>
              <a:rPr lang="cs-CZ" sz="2000" b="1" dirty="0">
                <a:latin typeface="Verdana" pitchFamily="34" charset="0"/>
              </a:rPr>
              <a:t>výstup</a:t>
            </a:r>
            <a:r>
              <a:rPr lang="cs-CZ" sz="2000" dirty="0">
                <a:latin typeface="Verdana" pitchFamily="34" charset="0"/>
              </a:rPr>
              <a:t>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Q </a:t>
            </a:r>
            <a:r>
              <a:rPr lang="cs-CZ" sz="2000" b="1" dirty="0">
                <a:latin typeface="Verdana" pitchFamily="34" charset="0"/>
              </a:rPr>
              <a:t>na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0</a:t>
            </a:r>
          </a:p>
          <a:p>
            <a:pPr marL="504000" indent="-504000" algn="l">
              <a:spcAft>
                <a:spcPts val="1200"/>
              </a:spcAft>
              <a:buClr>
                <a:schemeClr val="folHlink"/>
              </a:buClr>
              <a:buFont typeface="Wingdings" pitchFamily="2" charset="2"/>
              <a:buChar char="ü"/>
              <a:defRPr/>
            </a:pPr>
            <a:r>
              <a:rPr lang="cs-CZ" sz="2000" dirty="0">
                <a:latin typeface="Verdana" pitchFamily="34" charset="0"/>
              </a:rPr>
              <a:t>Jinak zůstává výstup v </a:t>
            </a:r>
            <a:r>
              <a:rPr lang="cs-CZ" sz="2000" b="1" dirty="0">
                <a:latin typeface="Verdana" pitchFamily="34" charset="0"/>
              </a:rPr>
              <a:t>původním stavu</a:t>
            </a:r>
            <a:r>
              <a:rPr lang="cs-CZ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69910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Klopný obvod R-S </a:t>
            </a:r>
          </a:p>
        </p:txBody>
      </p:sp>
      <p:pic>
        <p:nvPicPr>
          <p:cNvPr id="538626" name="Picture 2" descr="D:\lj\prezentace\CIT\Klopné obvody\KO_rsa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000" y="1080000"/>
            <a:ext cx="2340000" cy="195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0985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8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94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94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94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94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94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9775" name="Group 1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397672"/>
              </p:ext>
            </p:extLst>
          </p:nvPr>
        </p:nvGraphicFramePr>
        <p:xfrm>
          <a:off x="1043608" y="1916832"/>
          <a:ext cx="4140000" cy="2862264"/>
        </p:xfrm>
        <a:graphic>
          <a:graphicData uri="http://schemas.openxmlformats.org/drawingml/2006/table">
            <a:tbl>
              <a:tblPr/>
              <a:tblGrid>
                <a:gridCol w="46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76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</a:t>
                      </a:r>
                      <a:r>
                        <a:rPr kumimoji="0" lang="cs-CZ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t+1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funkce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64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</a:t>
                      </a:r>
                      <a:r>
                        <a:rPr kumimoji="0" lang="cs-CZ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HOLD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64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RESET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864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SET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864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?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Text Box 19"/>
          <p:cNvSpPr txBox="1">
            <a:spLocks noChangeArrowheads="1"/>
          </p:cNvSpPr>
          <p:nvPr/>
        </p:nvSpPr>
        <p:spPr bwMode="auto">
          <a:xfrm>
            <a:off x="360000" y="1080000"/>
            <a:ext cx="8577282" cy="5232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 algn="l">
              <a:buClr>
                <a:schemeClr val="folHlink"/>
              </a:buClr>
              <a:buBlip>
                <a:blip r:embed="rId3"/>
              </a:buBlip>
              <a:defRPr/>
            </a:pPr>
            <a:r>
              <a:rPr lang="cs-CZ" sz="2800" b="1" dirty="0">
                <a:latin typeface="Verdana" pitchFamily="34" charset="0"/>
              </a:rPr>
              <a:t>Pravdivostní tabulka</a:t>
            </a:r>
            <a:r>
              <a:rPr lang="cs-CZ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</a:t>
            </a:r>
          </a:p>
        </p:txBody>
      </p:sp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0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1" name="Tlačítko akce: Vlastní 10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2" name="Tlačítko akce: Vlastní 11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3" name="Tlačítko akce: Vlastní 12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Klopný obvod R-S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9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6000760" y="-24"/>
            <a:ext cx="3100382" cy="42862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495300" indent="-495300">
              <a:buClr>
                <a:schemeClr val="folHlink"/>
              </a:buClr>
            </a:pPr>
            <a:r>
              <a:rPr lang="cs-CZ" b="1" dirty="0">
                <a:latin typeface="Verdana" pitchFamily="34" charset="0"/>
              </a:rPr>
              <a:t>Časový diagram</a:t>
            </a:r>
          </a:p>
        </p:txBody>
      </p:sp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0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1" name="Tlačítko akce: Vlastní 10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2" name="Tlačítko akce: Vlastní 11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3" name="Tlačítko akce: Vlastní 12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Klopný obvod R-S </a:t>
            </a:r>
          </a:p>
        </p:txBody>
      </p:sp>
      <p:pic>
        <p:nvPicPr>
          <p:cNvPr id="2" name="Obrázek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000" y="1080000"/>
            <a:ext cx="4320000" cy="432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2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8" name="Tlačítko akce: Vlastní 2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9" name="Tlačítko akce: Vlastní 2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30" name="Tlačítko akce: Vlastní 2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31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Klopný obvod R-S </a:t>
            </a:r>
          </a:p>
        </p:txBody>
      </p:sp>
      <p:sp>
        <p:nvSpPr>
          <p:cNvPr id="19" name="Text Box 7"/>
          <p:cNvSpPr txBox="1">
            <a:spLocks noChangeArrowheads="1"/>
          </p:cNvSpPr>
          <p:nvPr/>
        </p:nvSpPr>
        <p:spPr bwMode="auto">
          <a:xfrm>
            <a:off x="5635140" y="-24"/>
            <a:ext cx="3466002" cy="50683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495300" indent="-495300">
              <a:buClr>
                <a:schemeClr val="folHlink"/>
              </a:buClr>
            </a:pPr>
            <a:r>
              <a:rPr lang="cs-CZ" b="1" dirty="0">
                <a:latin typeface="Verdana" pitchFamily="34" charset="0"/>
              </a:rPr>
              <a:t>Stavový diagram</a:t>
            </a:r>
          </a:p>
        </p:txBody>
      </p:sp>
      <p:pic>
        <p:nvPicPr>
          <p:cNvPr id="2" name="Obrázek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" y="2160000"/>
            <a:ext cx="7020000" cy="1836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010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2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8" name="Tlačítko akce: Vlastní 2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9" name="Tlačítko akce: Vlastní 2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30" name="Tlačítko akce: Vlastní 2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31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Klopný obvod R-S </a:t>
            </a:r>
          </a:p>
        </p:txBody>
      </p:sp>
      <p:sp>
        <p:nvSpPr>
          <p:cNvPr id="20" name="Obdélník 19"/>
          <p:cNvSpPr/>
          <p:nvPr/>
        </p:nvSpPr>
        <p:spPr>
          <a:xfrm>
            <a:off x="720000" y="720000"/>
            <a:ext cx="7740000" cy="5290606"/>
          </a:xfrm>
          <a:prstGeom prst="rect">
            <a:avLst/>
          </a:prstGeom>
          <a:solidFill>
            <a:srgbClr val="FFFFFF">
              <a:lumMod val="75000"/>
            </a:srgbClr>
          </a:solidFill>
          <a:ln w="28575">
            <a:solidFill>
              <a:srgbClr val="000099"/>
            </a:solidFill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entity 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logika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is</a:t>
            </a:r>
            <a:b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port (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s,r : in 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std_logic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         q : out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std_logic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 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logika;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architecture Behavioral of </a:t>
            </a:r>
            <a:r>
              <a:rPr lang="en-US" sz="1800" b="1" kern="0" dirty="0">
                <a:latin typeface="Consolas" panose="020B0609020204030204" pitchFamily="49" charset="0"/>
              </a:rPr>
              <a:t>logika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is</a:t>
            </a:r>
            <a:endParaRPr lang="cs-CZ" sz="1800" b="1" kern="0" dirty="0">
              <a:solidFill>
                <a:srgbClr val="00007D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signal  </a:t>
            </a:r>
            <a:r>
              <a:rPr lang="en-US" sz="1800" b="1" kern="0" dirty="0">
                <a:latin typeface="Consolas" panose="020B0609020204030204" pitchFamily="49" charset="0"/>
              </a:rPr>
              <a:t>q</a:t>
            </a:r>
            <a:r>
              <a:rPr lang="cs-CZ" sz="1800" b="1" kern="0" dirty="0">
                <a:latin typeface="Consolas" panose="020B0609020204030204" pitchFamily="49" charset="0"/>
              </a:rPr>
              <a:t>i 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std_logic := </a:t>
            </a:r>
            <a:r>
              <a:rPr lang="en-US" sz="1800" b="1" kern="0" dirty="0">
                <a:latin typeface="Consolas" panose="020B0609020204030204" pitchFamily="49" charset="0"/>
              </a:rPr>
              <a:t>'0'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cs-CZ" sz="1800" b="1" kern="0" dirty="0">
              <a:solidFill>
                <a:srgbClr val="00007D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begin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process 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(s,r)</a:t>
            </a:r>
            <a:endParaRPr lang="cs-CZ" sz="1800" b="1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begin</a:t>
            </a:r>
          </a:p>
          <a:p>
            <a:pPr lvl="2"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if 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(s = '1') 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then</a:t>
            </a:r>
          </a:p>
          <a:p>
            <a:pPr lvl="2"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q</a:t>
            </a:r>
            <a:r>
              <a:rPr lang="cs-CZ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 &lt;= '1';</a:t>
            </a:r>
          </a:p>
          <a:p>
            <a:pPr lvl="2"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elsif 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(r</a:t>
            </a:r>
            <a:r>
              <a:rPr lang="cs-CZ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'1') 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then</a:t>
            </a:r>
          </a:p>
          <a:p>
            <a:pPr lvl="2"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q</a:t>
            </a:r>
            <a:r>
              <a:rPr lang="cs-CZ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 &lt;= '0';</a:t>
            </a:r>
          </a:p>
          <a:p>
            <a:pPr lvl="2"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end if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end process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cs-CZ" sz="1800" b="1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q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 &lt;= qi;</a:t>
            </a:r>
            <a:endParaRPr lang="cs-CZ" sz="1800" b="1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</a:rPr>
              <a:t>end Behavioral;</a:t>
            </a:r>
          </a:p>
        </p:txBody>
      </p:sp>
      <p:sp>
        <p:nvSpPr>
          <p:cNvPr id="32" name="Text Box 7"/>
          <p:cNvSpPr txBox="1">
            <a:spLocks noChangeArrowheads="1"/>
          </p:cNvSpPr>
          <p:nvPr/>
        </p:nvSpPr>
        <p:spPr bwMode="auto">
          <a:xfrm>
            <a:off x="6000760" y="-24"/>
            <a:ext cx="3100382" cy="42862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495300" indent="-495300">
              <a:buClr>
                <a:schemeClr val="folHlink"/>
              </a:buClr>
            </a:pPr>
            <a:r>
              <a:rPr lang="en-US" b="1" dirty="0">
                <a:latin typeface="Verdana" pitchFamily="34" charset="0"/>
              </a:rPr>
              <a:t>VHDL</a:t>
            </a:r>
            <a:endParaRPr lang="cs-CZ" b="1" dirty="0">
              <a:latin typeface="Verdana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32" name="Text Box 56"/>
          <p:cNvSpPr txBox="1">
            <a:spLocks noChangeArrowheads="1"/>
          </p:cNvSpPr>
          <p:nvPr/>
        </p:nvSpPr>
        <p:spPr bwMode="auto">
          <a:xfrm>
            <a:off x="5220000" y="1080000"/>
            <a:ext cx="3617910" cy="232371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Clr>
                <a:schemeClr val="bg2"/>
              </a:buClr>
            </a:pPr>
            <a:r>
              <a:rPr lang="cs-CZ" sz="1800" dirty="0">
                <a:latin typeface="Verdana" pitchFamily="34" charset="0"/>
              </a:rPr>
              <a:t>Vstupy</a:t>
            </a:r>
            <a:r>
              <a:rPr lang="cs-CZ" sz="1800" b="1" dirty="0">
                <a:latin typeface="Verdana" pitchFamily="34" charset="0"/>
              </a:rPr>
              <a:t> </a:t>
            </a:r>
          </a:p>
          <a:p>
            <a:pPr lvl="1" algn="l">
              <a:spcAft>
                <a:spcPts val="600"/>
              </a:spcAft>
              <a:buClr>
                <a:schemeClr val="bg2"/>
              </a:buClr>
            </a:pPr>
            <a:r>
              <a:rPr lang="cs-CZ" sz="2000" b="1" dirty="0">
                <a:latin typeface="Verdana" pitchFamily="34" charset="0"/>
              </a:rPr>
              <a:t>	</a:t>
            </a: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S - set</a:t>
            </a:r>
          </a:p>
          <a:p>
            <a:pPr lvl="1" algn="l">
              <a:spcAft>
                <a:spcPts val="600"/>
              </a:spcAft>
              <a:buClr>
                <a:schemeClr val="bg2"/>
              </a:buClr>
            </a:pP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	R – reset</a:t>
            </a:r>
          </a:p>
          <a:p>
            <a:pPr lvl="1" algn="l">
              <a:spcAft>
                <a:spcPts val="600"/>
              </a:spcAft>
              <a:buClr>
                <a:schemeClr val="bg2"/>
              </a:buClr>
            </a:pP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	CE – řídící vstup</a:t>
            </a:r>
          </a:p>
          <a:p>
            <a:pPr algn="l">
              <a:spcAft>
                <a:spcPts val="600"/>
              </a:spcAft>
              <a:buClr>
                <a:schemeClr val="bg2"/>
              </a:buClr>
            </a:pPr>
            <a:r>
              <a:rPr lang="cs-CZ" sz="1800" dirty="0">
                <a:latin typeface="Verdana" pitchFamily="34" charset="0"/>
              </a:rPr>
              <a:t>Výstupy</a:t>
            </a:r>
            <a:r>
              <a:rPr lang="cs-CZ" sz="1800" b="1" dirty="0">
                <a:latin typeface="Verdana" pitchFamily="34" charset="0"/>
              </a:rPr>
              <a:t> </a:t>
            </a:r>
          </a:p>
          <a:p>
            <a:pPr lvl="1" algn="l">
              <a:spcAft>
                <a:spcPts val="600"/>
              </a:spcAft>
              <a:buClr>
                <a:schemeClr val="bg2"/>
              </a:buClr>
            </a:pPr>
            <a:r>
              <a:rPr lang="cs-CZ" sz="2000" b="1" dirty="0">
                <a:latin typeface="Verdana" pitchFamily="34" charset="0"/>
              </a:rPr>
              <a:t>	</a:t>
            </a: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Q - výstup</a:t>
            </a:r>
          </a:p>
        </p:txBody>
      </p:sp>
      <p:sp>
        <p:nvSpPr>
          <p:cNvPr id="32" name="Text Box 19"/>
          <p:cNvSpPr txBox="1">
            <a:spLocks noChangeArrowheads="1"/>
          </p:cNvSpPr>
          <p:nvPr/>
        </p:nvSpPr>
        <p:spPr bwMode="auto">
          <a:xfrm>
            <a:off x="540000" y="3600000"/>
            <a:ext cx="8604000" cy="236988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 algn="l">
              <a:spcAft>
                <a:spcPts val="1200"/>
              </a:spcAft>
              <a:buClr>
                <a:schemeClr val="folHlink"/>
              </a:buClr>
              <a:buBlip>
                <a:blip r:embed="rId3"/>
              </a:buBlip>
              <a:defRPr/>
            </a:pPr>
            <a:r>
              <a:rPr lang="cs-CZ" b="1" dirty="0">
                <a:latin typeface="Verdana" pitchFamily="34" charset="0"/>
              </a:rPr>
              <a:t>Funkce</a:t>
            </a:r>
          </a:p>
          <a:p>
            <a:pPr marL="504000" indent="-504000" algn="l">
              <a:spcAft>
                <a:spcPts val="1200"/>
              </a:spcAft>
              <a:buClr>
                <a:schemeClr val="folHlink"/>
              </a:buClr>
              <a:buFont typeface="Wingdings" pitchFamily="2" charset="2"/>
              <a:buChar char="ü"/>
              <a:defRPr/>
            </a:pPr>
            <a:r>
              <a:rPr lang="cs-CZ" sz="2000" dirty="0">
                <a:latin typeface="Verdana" pitchFamily="34" charset="0"/>
              </a:rPr>
              <a:t>Vstupy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R</a:t>
            </a:r>
            <a:r>
              <a:rPr lang="cs-CZ" sz="2000" dirty="0">
                <a:latin typeface="Verdana" pitchFamily="34" charset="0"/>
              </a:rPr>
              <a:t>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S</a:t>
            </a:r>
            <a:r>
              <a:rPr lang="cs-CZ" sz="2000" dirty="0">
                <a:latin typeface="Verdana" pitchFamily="34" charset="0"/>
              </a:rPr>
              <a:t> jsou </a:t>
            </a:r>
            <a:r>
              <a:rPr lang="cs-CZ" sz="2000" b="1" dirty="0">
                <a:latin typeface="Verdana" pitchFamily="34" charset="0"/>
              </a:rPr>
              <a:t>aktivní</a:t>
            </a:r>
            <a:r>
              <a:rPr lang="cs-CZ" sz="2000" dirty="0">
                <a:latin typeface="Verdana" pitchFamily="34" charset="0"/>
              </a:rPr>
              <a:t> pouze je-li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CE=1</a:t>
            </a:r>
          </a:p>
          <a:p>
            <a:pPr marL="504000" indent="-504000" algn="l">
              <a:spcAft>
                <a:spcPts val="1200"/>
              </a:spcAft>
              <a:buClr>
                <a:schemeClr val="folHlink"/>
              </a:buClr>
              <a:buFont typeface="Wingdings" pitchFamily="2" charset="2"/>
              <a:buChar char="ü"/>
              <a:defRPr/>
            </a:pPr>
            <a:r>
              <a:rPr lang="cs-CZ" sz="2000" b="1" dirty="0">
                <a:latin typeface="Verdana" pitchFamily="34" charset="0"/>
              </a:rPr>
              <a:t>Vstup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S</a:t>
            </a:r>
            <a:r>
              <a:rPr lang="cs-CZ" sz="2000" dirty="0">
                <a:latin typeface="Verdana" pitchFamily="34" charset="0"/>
              </a:rPr>
              <a:t> nastaví </a:t>
            </a:r>
            <a:r>
              <a:rPr lang="cs-CZ" sz="2000" b="1" dirty="0">
                <a:latin typeface="Verdana" pitchFamily="34" charset="0"/>
              </a:rPr>
              <a:t>výstup</a:t>
            </a:r>
            <a:r>
              <a:rPr lang="cs-CZ" sz="2000" dirty="0">
                <a:latin typeface="Verdana" pitchFamily="34" charset="0"/>
              </a:rPr>
              <a:t>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Q</a:t>
            </a:r>
            <a:r>
              <a:rPr lang="cs-CZ" sz="2000" b="1" dirty="0">
                <a:latin typeface="Verdana" pitchFamily="34" charset="0"/>
              </a:rPr>
              <a:t> na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1</a:t>
            </a:r>
          </a:p>
          <a:p>
            <a:pPr marL="504000" indent="-504000" algn="l">
              <a:spcAft>
                <a:spcPts val="1200"/>
              </a:spcAft>
              <a:buClr>
                <a:schemeClr val="folHlink"/>
              </a:buClr>
              <a:buFont typeface="Wingdings" pitchFamily="2" charset="2"/>
              <a:buChar char="ü"/>
              <a:defRPr/>
            </a:pPr>
            <a:r>
              <a:rPr lang="cs-CZ" sz="2000" b="1" dirty="0">
                <a:latin typeface="Verdana" pitchFamily="34" charset="0"/>
              </a:rPr>
              <a:t>Vstup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R</a:t>
            </a:r>
            <a:r>
              <a:rPr lang="cs-CZ" sz="2000" dirty="0">
                <a:latin typeface="Verdana" pitchFamily="34" charset="0"/>
              </a:rPr>
              <a:t> nastaví </a:t>
            </a:r>
            <a:r>
              <a:rPr lang="cs-CZ" sz="2000" b="1" dirty="0">
                <a:latin typeface="Verdana" pitchFamily="34" charset="0"/>
              </a:rPr>
              <a:t>výstup</a:t>
            </a:r>
            <a:r>
              <a:rPr lang="cs-CZ" sz="2000" dirty="0">
                <a:latin typeface="Verdana" pitchFamily="34" charset="0"/>
              </a:rPr>
              <a:t>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Q</a:t>
            </a:r>
            <a:r>
              <a:rPr lang="cs-CZ" sz="2000" b="1" dirty="0">
                <a:latin typeface="Verdana" pitchFamily="34" charset="0"/>
              </a:rPr>
              <a:t> na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0</a:t>
            </a:r>
          </a:p>
          <a:p>
            <a:pPr marL="504000" indent="-504000" algn="l">
              <a:spcAft>
                <a:spcPts val="1200"/>
              </a:spcAft>
              <a:buClr>
                <a:schemeClr val="folHlink"/>
              </a:buClr>
              <a:buFont typeface="Wingdings" pitchFamily="2" charset="2"/>
              <a:buChar char="ü"/>
              <a:defRPr/>
            </a:pPr>
            <a:r>
              <a:rPr lang="cs-CZ" sz="2000" dirty="0">
                <a:latin typeface="Verdana" pitchFamily="34" charset="0"/>
              </a:rPr>
              <a:t>Jinak zůstává výstup v </a:t>
            </a:r>
            <a:r>
              <a:rPr lang="cs-CZ" sz="2000" b="1" dirty="0">
                <a:latin typeface="Verdana" pitchFamily="34" charset="0"/>
              </a:rPr>
              <a:t>původním stavu</a:t>
            </a:r>
            <a:r>
              <a:rPr lang="cs-CZ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772400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Klopný obvod R-S </a:t>
            </a:r>
            <a:r>
              <a:rPr lang="en-US" sz="2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(s </a:t>
            </a:r>
            <a:r>
              <a:rPr lang="en-US" sz="20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povolova</a:t>
            </a:r>
            <a:r>
              <a:rPr lang="cs-CZ" sz="20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cím</a:t>
            </a:r>
            <a:r>
              <a:rPr lang="cs-CZ" sz="2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vstupem)</a:t>
            </a:r>
          </a:p>
        </p:txBody>
      </p:sp>
      <p:pic>
        <p:nvPicPr>
          <p:cNvPr id="538627" name="Picture 3" descr="D:\lj\prezentace\CIT\Klopné obvody\KO_rsac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888" y="1080000"/>
            <a:ext cx="2340000" cy="195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2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3" name="Tlačítko akce: Vlastní 12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4" name="Tlačítko akce: Vlastní 13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5" name="Tlačítko akce: Vlastní 14">
            <a:hlinkClick r:id="rId5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1707280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8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94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94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94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94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94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94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9775" name="Group 1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3510900"/>
              </p:ext>
            </p:extLst>
          </p:nvPr>
        </p:nvGraphicFramePr>
        <p:xfrm>
          <a:off x="1080000" y="1800000"/>
          <a:ext cx="4860000" cy="3440908"/>
        </p:xfrm>
        <a:graphic>
          <a:graphicData uri="http://schemas.openxmlformats.org/drawingml/2006/table">
            <a:tbl>
              <a:tblPr/>
              <a:tblGrid>
                <a:gridCol w="46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76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</a:t>
                      </a:r>
                      <a:r>
                        <a:rPr kumimoji="0" lang="cs-CZ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t+1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funkce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64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</a:t>
                      </a:r>
                      <a:r>
                        <a:rPr kumimoji="0" lang="cs-CZ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HOLD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64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</a:t>
                      </a:r>
                      <a:r>
                        <a:rPr kumimoji="0" lang="cs-CZ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HOLD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864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RESET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864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SET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864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?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Text Box 19"/>
          <p:cNvSpPr txBox="1">
            <a:spLocks noChangeArrowheads="1"/>
          </p:cNvSpPr>
          <p:nvPr/>
        </p:nvSpPr>
        <p:spPr bwMode="auto">
          <a:xfrm>
            <a:off x="360000" y="1080000"/>
            <a:ext cx="8577282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 algn="l">
              <a:buClr>
                <a:schemeClr val="folHlink"/>
              </a:buClr>
              <a:buBlip>
                <a:blip r:embed="rId3"/>
              </a:buBlip>
              <a:defRPr/>
            </a:pPr>
            <a:r>
              <a:rPr lang="cs-CZ" b="1" dirty="0">
                <a:latin typeface="Verdana" pitchFamily="34" charset="0"/>
              </a:rPr>
              <a:t>Pravdivostní tabulka</a:t>
            </a:r>
            <a:r>
              <a:rPr lang="cs-CZ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</a:t>
            </a:r>
          </a:p>
        </p:txBody>
      </p:sp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0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1" name="Tlačítko akce: Vlastní 10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2" name="Tlačítko akce: Vlastní 11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3" name="Tlačítko akce: Vlastní 12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Klopný obvod R-S úrovňový</a:t>
            </a:r>
          </a:p>
        </p:txBody>
      </p:sp>
    </p:spTree>
    <p:extLst>
      <p:ext uri="{BB962C8B-B14F-4D97-AF65-F5344CB8AC3E}">
        <p14:creationId xmlns:p14="http://schemas.microsoft.com/office/powerpoint/2010/main" val="2370284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9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Klopný obvod  R-S úrovňový</a:t>
            </a:r>
            <a:endParaRPr lang="cs-CZ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+mn-ea"/>
              <a:cs typeface="+mn-cs"/>
            </a:endParaRPr>
          </a:p>
        </p:txBody>
      </p:sp>
      <p:pic>
        <p:nvPicPr>
          <p:cNvPr id="14" name="Obrázek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" y="720000"/>
            <a:ext cx="4320000" cy="5761016"/>
          </a:xfrm>
          <a:prstGeom prst="rect">
            <a:avLst/>
          </a:prstGeom>
        </p:spPr>
      </p:pic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6000760" y="-24"/>
            <a:ext cx="3100382" cy="42862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495300" indent="-495300">
              <a:buClr>
                <a:schemeClr val="folHlink"/>
              </a:buClr>
            </a:pPr>
            <a:r>
              <a:rPr lang="cs-CZ" b="1" dirty="0">
                <a:latin typeface="Verdana" pitchFamily="34" charset="0"/>
              </a:rPr>
              <a:t>Časový diagram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2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8" name="Tlačítko akce: Vlastní 2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9" name="Tlačítko akce: Vlastní 2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30" name="Tlačítko akce: Vlastní 2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Klopný obvod  R-S úrovňový</a:t>
            </a:r>
          </a:p>
        </p:txBody>
      </p:sp>
      <p:sp>
        <p:nvSpPr>
          <p:cNvPr id="21" name="Text Box 7"/>
          <p:cNvSpPr txBox="1">
            <a:spLocks noChangeArrowheads="1"/>
          </p:cNvSpPr>
          <p:nvPr/>
        </p:nvSpPr>
        <p:spPr bwMode="auto">
          <a:xfrm>
            <a:off x="5635140" y="-24"/>
            <a:ext cx="3466002" cy="50683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495300" indent="-495300">
              <a:buClr>
                <a:schemeClr val="folHlink"/>
              </a:buClr>
            </a:pPr>
            <a:r>
              <a:rPr lang="cs-CZ" b="1" dirty="0">
                <a:latin typeface="Verdana" pitchFamily="34" charset="0"/>
              </a:rPr>
              <a:t>Stavový diagram</a:t>
            </a:r>
          </a:p>
        </p:txBody>
      </p:sp>
      <p:pic>
        <p:nvPicPr>
          <p:cNvPr id="2" name="Obrázek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200" y="1800000"/>
            <a:ext cx="7200000" cy="1735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853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2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8" name="Tlačítko akce: Vlastní 2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9" name="Tlačítko akce: Vlastní 2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30" name="Tlačítko akce: Vlastní 2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31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092360" cy="400110"/>
          </a:xfrm>
          <a:noFill/>
          <a:ln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Klopný obvod R-S </a:t>
            </a: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úrovňový</a:t>
            </a:r>
            <a:endParaRPr lang="cs-CZ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20" name="Obdélník 19"/>
          <p:cNvSpPr/>
          <p:nvPr/>
        </p:nvSpPr>
        <p:spPr>
          <a:xfrm>
            <a:off x="720000" y="720000"/>
            <a:ext cx="7740000" cy="5290606"/>
          </a:xfrm>
          <a:prstGeom prst="rect">
            <a:avLst/>
          </a:prstGeom>
          <a:solidFill>
            <a:srgbClr val="FFFFFF">
              <a:lumMod val="75000"/>
            </a:srgbClr>
          </a:solidFill>
          <a:ln w="28575">
            <a:solidFill>
              <a:srgbClr val="000099"/>
            </a:solidFill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entity 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r_s</a:t>
            </a:r>
            <a:r>
              <a:rPr lang="cs-CZ" sz="1800" b="1" kern="0" noProof="1">
                <a:latin typeface="Consolas" panose="020B0609020204030204" pitchFamily="49" charset="0"/>
                <a:cs typeface="Consolas" panose="020B0609020204030204" pitchFamily="49" charset="0"/>
              </a:rPr>
              <a:t>_ce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is</a:t>
            </a:r>
            <a:b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lang="cs-CZ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port 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cs-CZ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cs-CZ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r,ce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 : in 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std_logic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              </a:t>
            </a:r>
            <a:r>
              <a:rPr lang="cs-CZ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	    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q : out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std_logic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 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r_s</a:t>
            </a:r>
            <a:r>
              <a:rPr lang="cs-CZ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_ce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------------------------------------------------------------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process 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cs-CZ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cs-CZ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r, ce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cs-CZ" sz="1800" b="1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cs-CZ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signal  </a:t>
            </a:r>
            <a:r>
              <a:rPr lang="en-US" sz="1800" b="1" kern="0" dirty="0">
                <a:latin typeface="Consolas" panose="020B0609020204030204" pitchFamily="49" charset="0"/>
              </a:rPr>
              <a:t>q</a:t>
            </a:r>
            <a:r>
              <a:rPr lang="cs-CZ" sz="1800" b="1" kern="0" dirty="0">
                <a:latin typeface="Consolas" panose="020B0609020204030204" pitchFamily="49" charset="0"/>
              </a:rPr>
              <a:t>i 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std_logic := </a:t>
            </a:r>
            <a:r>
              <a:rPr lang="en-US" sz="1800" b="1" kern="0" dirty="0">
                <a:latin typeface="Consolas" panose="020B0609020204030204" pitchFamily="49" charset="0"/>
              </a:rPr>
              <a:t>'0'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begin</a:t>
            </a:r>
            <a:endParaRPr lang="cs-CZ" sz="1800" b="1" kern="0" dirty="0">
              <a:solidFill>
                <a:srgbClr val="00007D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cs-CZ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ce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 = '1') 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then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(s = '1') 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then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cs-CZ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q</a:t>
            </a:r>
            <a:r>
              <a:rPr lang="cs-CZ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 &lt;= '1';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elsif 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(r</a:t>
            </a:r>
            <a:r>
              <a:rPr lang="cs-CZ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='1') 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then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cs-CZ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q</a:t>
            </a:r>
            <a:r>
              <a:rPr lang="cs-CZ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 &lt;= '0';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 if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cs-CZ" sz="1800" b="1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 if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cs-CZ" sz="1800" b="1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cs-CZ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	q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 &lt;= qi;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 process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32" name="Text Box 7"/>
          <p:cNvSpPr txBox="1">
            <a:spLocks noChangeArrowheads="1"/>
          </p:cNvSpPr>
          <p:nvPr/>
        </p:nvSpPr>
        <p:spPr bwMode="auto">
          <a:xfrm>
            <a:off x="6000760" y="-24"/>
            <a:ext cx="3100382" cy="42862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495300" indent="-495300">
              <a:buClr>
                <a:schemeClr val="folHlink"/>
              </a:buClr>
            </a:pPr>
            <a:r>
              <a:rPr lang="en-US" b="1" dirty="0">
                <a:latin typeface="Verdana" pitchFamily="34" charset="0"/>
              </a:rPr>
              <a:t>VHDL</a:t>
            </a:r>
            <a:endParaRPr lang="cs-CZ" b="1" dirty="0"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863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95" name="Text Box 11"/>
          <p:cNvSpPr txBox="1">
            <a:spLocks noChangeArrowheads="1"/>
          </p:cNvSpPr>
          <p:nvPr/>
        </p:nvSpPr>
        <p:spPr bwMode="auto">
          <a:xfrm>
            <a:off x="360000" y="1080000"/>
            <a:ext cx="8784000" cy="98488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 algn="l">
              <a:spcAft>
                <a:spcPts val="1200"/>
              </a:spcAft>
              <a:buClr>
                <a:schemeClr val="folHlink"/>
              </a:buClr>
              <a:buFont typeface="Wingdings" pitchFamily="2" charset="2"/>
              <a:buChar char="n"/>
            </a:pPr>
            <a:r>
              <a:rPr lang="cs-CZ" dirty="0">
                <a:latin typeface="Verdana" pitchFamily="34" charset="0"/>
              </a:rPr>
              <a:t>Používá se jako </a:t>
            </a:r>
            <a:r>
              <a:rPr lang="cs-CZ" b="1" dirty="0">
                <a:latin typeface="Verdana" pitchFamily="34" charset="0"/>
              </a:rPr>
              <a:t>paměť</a:t>
            </a:r>
          </a:p>
          <a:p>
            <a:pPr marL="504000" indent="-504000" algn="l">
              <a:spcAft>
                <a:spcPts val="1200"/>
              </a:spcAft>
              <a:buClr>
                <a:schemeClr val="folHlink"/>
              </a:buClr>
              <a:buFont typeface="Wingdings" pitchFamily="2" charset="2"/>
              <a:buChar char="n"/>
            </a:pPr>
            <a:r>
              <a:rPr lang="cs-CZ" dirty="0">
                <a:latin typeface="Verdana" pitchFamily="34" charset="0"/>
              </a:rPr>
              <a:t>Na vstup </a:t>
            </a:r>
            <a:r>
              <a:rPr lang="cs-CZ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R</a:t>
            </a:r>
            <a:r>
              <a:rPr lang="cs-CZ" dirty="0">
                <a:latin typeface="Verdana" pitchFamily="34" charset="0"/>
              </a:rPr>
              <a:t> se přivede </a:t>
            </a:r>
            <a:r>
              <a:rPr lang="cs-CZ" b="1" dirty="0">
                <a:latin typeface="Verdana" pitchFamily="34" charset="0"/>
              </a:rPr>
              <a:t>negovaný </a:t>
            </a:r>
            <a:r>
              <a:rPr lang="cs-CZ" dirty="0">
                <a:latin typeface="Verdana" pitchFamily="34" charset="0"/>
              </a:rPr>
              <a:t>vstup </a:t>
            </a:r>
            <a:r>
              <a:rPr lang="cs-CZ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643966" cy="72000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Klopný obvod D</a:t>
            </a:r>
          </a:p>
        </p:txBody>
      </p:sp>
      <p:graphicFrame>
        <p:nvGraphicFramePr>
          <p:cNvPr id="9" name="Group 1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838056"/>
              </p:ext>
            </p:extLst>
          </p:nvPr>
        </p:nvGraphicFramePr>
        <p:xfrm>
          <a:off x="1000100" y="2870992"/>
          <a:ext cx="3352800" cy="2862264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76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Q</a:t>
                      </a:r>
                      <a:r>
                        <a:rPr kumimoji="0" lang="cs-CZ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t+1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funkce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64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Q</a:t>
                      </a:r>
                      <a:r>
                        <a:rPr kumimoji="0" lang="cs-CZ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HOLD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64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RESET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864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SET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864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?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6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6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8626" name="Picture 2" descr="D:\lj\prezentace\CIT\Klopné obvody\KO_d_funkc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00" y="1080000"/>
            <a:ext cx="7761694" cy="270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Klopný obvod D 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6" name="Tlačítko akce: Vlastní 1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7" name="Tlačítko akce: Vlastní 1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8" name="Tlačítko akce: Vlastní 17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32" name="Text Box 56"/>
          <p:cNvSpPr txBox="1">
            <a:spLocks noChangeArrowheads="1"/>
          </p:cNvSpPr>
          <p:nvPr/>
        </p:nvSpPr>
        <p:spPr bwMode="auto">
          <a:xfrm>
            <a:off x="5220000" y="1080000"/>
            <a:ext cx="3617910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Clr>
                <a:schemeClr val="bg2"/>
              </a:buClr>
            </a:pPr>
            <a:r>
              <a:rPr lang="cs-CZ" sz="1800" dirty="0">
                <a:latin typeface="Verdana" pitchFamily="34" charset="0"/>
              </a:rPr>
              <a:t>Vstupy</a:t>
            </a:r>
            <a:r>
              <a:rPr lang="cs-CZ" sz="2000" b="1" dirty="0">
                <a:latin typeface="Verdana" pitchFamily="34" charset="0"/>
              </a:rPr>
              <a:t> </a:t>
            </a:r>
          </a:p>
          <a:p>
            <a:pPr lvl="1" algn="l">
              <a:spcAft>
                <a:spcPts val="600"/>
              </a:spcAft>
              <a:buClr>
                <a:schemeClr val="bg2"/>
              </a:buClr>
            </a:pPr>
            <a:r>
              <a:rPr lang="cs-CZ" sz="2000" b="1" dirty="0">
                <a:latin typeface="Verdana" pitchFamily="34" charset="0"/>
              </a:rPr>
              <a:t>	</a:t>
            </a: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D – data (Delay)</a:t>
            </a:r>
          </a:p>
          <a:p>
            <a:pPr lvl="1" algn="l">
              <a:spcAft>
                <a:spcPts val="600"/>
              </a:spcAft>
              <a:buClr>
                <a:schemeClr val="bg2"/>
              </a:buClr>
            </a:pP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	CE – řídící vstup</a:t>
            </a:r>
          </a:p>
          <a:p>
            <a:pPr algn="l">
              <a:spcAft>
                <a:spcPts val="600"/>
              </a:spcAft>
              <a:buClr>
                <a:schemeClr val="bg2"/>
              </a:buClr>
            </a:pPr>
            <a:r>
              <a:rPr lang="cs-CZ" sz="1800" dirty="0">
                <a:latin typeface="Verdana" pitchFamily="34" charset="0"/>
              </a:rPr>
              <a:t>Výstupy</a:t>
            </a:r>
            <a:r>
              <a:rPr lang="cs-CZ" sz="1800" b="1" dirty="0">
                <a:latin typeface="Verdana" pitchFamily="34" charset="0"/>
              </a:rPr>
              <a:t> </a:t>
            </a:r>
          </a:p>
          <a:p>
            <a:pPr lvl="1" algn="l">
              <a:spcAft>
                <a:spcPts val="600"/>
              </a:spcAft>
              <a:buClr>
                <a:schemeClr val="bg2"/>
              </a:buClr>
            </a:pPr>
            <a:r>
              <a:rPr lang="cs-CZ" sz="2000" b="1" dirty="0">
                <a:latin typeface="Verdana" pitchFamily="34" charset="0"/>
              </a:rPr>
              <a:t>	</a:t>
            </a: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Q - výstup</a:t>
            </a:r>
          </a:p>
        </p:txBody>
      </p:sp>
      <p:sp>
        <p:nvSpPr>
          <p:cNvPr id="32" name="Text Box 19"/>
          <p:cNvSpPr txBox="1">
            <a:spLocks noChangeArrowheads="1"/>
          </p:cNvSpPr>
          <p:nvPr/>
        </p:nvSpPr>
        <p:spPr bwMode="auto">
          <a:xfrm>
            <a:off x="540000" y="3600000"/>
            <a:ext cx="8604000" cy="138499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 algn="l">
              <a:spcAft>
                <a:spcPts val="1200"/>
              </a:spcAft>
              <a:buClr>
                <a:schemeClr val="folHlink"/>
              </a:buClr>
              <a:buBlip>
                <a:blip r:embed="rId3"/>
              </a:buBlip>
              <a:defRPr/>
            </a:pPr>
            <a:r>
              <a:rPr lang="cs-CZ" sz="2000" b="1" dirty="0">
                <a:latin typeface="Verdana" pitchFamily="34" charset="0"/>
              </a:rPr>
              <a:t>Funkce</a:t>
            </a:r>
          </a:p>
          <a:p>
            <a:pPr marL="504000" indent="-504000" algn="l">
              <a:spcAft>
                <a:spcPts val="1200"/>
              </a:spcAft>
              <a:buClr>
                <a:schemeClr val="folHlink"/>
              </a:buClr>
              <a:buFont typeface="Wingdings" pitchFamily="2" charset="2"/>
              <a:buChar char="ü"/>
              <a:defRPr/>
            </a:pPr>
            <a:r>
              <a:rPr lang="cs-CZ" sz="2000" dirty="0">
                <a:latin typeface="Verdana" pitchFamily="34" charset="0"/>
              </a:rPr>
              <a:t>Hodnota vstupu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D</a:t>
            </a:r>
            <a:r>
              <a:rPr lang="cs-CZ" sz="2000" dirty="0">
                <a:latin typeface="Verdana" pitchFamily="34" charset="0"/>
              </a:rPr>
              <a:t> se </a:t>
            </a:r>
            <a:r>
              <a:rPr lang="cs-CZ" sz="2000" b="1" dirty="0">
                <a:latin typeface="Verdana" pitchFamily="34" charset="0"/>
              </a:rPr>
              <a:t>přenese</a:t>
            </a:r>
            <a:r>
              <a:rPr lang="cs-CZ" sz="2000" dirty="0">
                <a:latin typeface="Verdana" pitchFamily="34" charset="0"/>
              </a:rPr>
              <a:t> na výstup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Q</a:t>
            </a:r>
            <a:r>
              <a:rPr lang="cs-CZ" sz="2000" dirty="0">
                <a:latin typeface="Verdana" pitchFamily="34" charset="0"/>
              </a:rPr>
              <a:t> pouze je-li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CE=1</a:t>
            </a:r>
          </a:p>
          <a:p>
            <a:pPr marL="504000" indent="-504000" algn="l">
              <a:spcAft>
                <a:spcPts val="1200"/>
              </a:spcAft>
              <a:buClr>
                <a:schemeClr val="folHlink"/>
              </a:buClr>
              <a:buFont typeface="Wingdings" pitchFamily="2" charset="2"/>
              <a:buChar char="ü"/>
              <a:defRPr/>
            </a:pPr>
            <a:r>
              <a:rPr lang="cs-CZ" sz="2000" dirty="0">
                <a:latin typeface="Verdana" pitchFamily="34" charset="0"/>
              </a:rPr>
              <a:t>Jinak zůstává výstup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Q</a:t>
            </a:r>
            <a:r>
              <a:rPr lang="cs-CZ" sz="2000" dirty="0">
                <a:latin typeface="Verdana" pitchFamily="34" charset="0"/>
              </a:rPr>
              <a:t> v </a:t>
            </a:r>
            <a:r>
              <a:rPr lang="cs-CZ" sz="2000" b="1" dirty="0">
                <a:latin typeface="Verdana" pitchFamily="34" charset="0"/>
              </a:rPr>
              <a:t>původním stavu</a:t>
            </a:r>
            <a:r>
              <a:rPr lang="cs-CZ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94057"/>
            <a:ext cx="8676000" cy="707886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Klopný obvod D </a:t>
            </a:r>
            <a:r>
              <a:rPr lang="en-US" sz="2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(s </a:t>
            </a:r>
            <a:r>
              <a:rPr lang="en-US" sz="20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povolova</a:t>
            </a:r>
            <a:r>
              <a:rPr lang="cs-CZ" sz="20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cím</a:t>
            </a:r>
            <a:r>
              <a:rPr lang="cs-CZ" sz="2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vstupem)</a:t>
            </a:r>
          </a:p>
        </p:txBody>
      </p:sp>
      <p:pic>
        <p:nvPicPr>
          <p:cNvPr id="539650" name="Picture 2" descr="D:\lj\prezentace\CIT\Klopné obvody\KO_d_c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579" y="1080000"/>
            <a:ext cx="2340000" cy="195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5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1494928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9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94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94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94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94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94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9775" name="Group 1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2868168"/>
              </p:ext>
            </p:extLst>
          </p:nvPr>
        </p:nvGraphicFramePr>
        <p:xfrm>
          <a:off x="1080000" y="1800000"/>
          <a:ext cx="4140000" cy="2283620"/>
        </p:xfrm>
        <a:graphic>
          <a:graphicData uri="http://schemas.openxmlformats.org/drawingml/2006/table">
            <a:tbl>
              <a:tblPr/>
              <a:tblGrid>
                <a:gridCol w="46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76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</a:t>
                      </a:r>
                      <a:r>
                        <a:rPr kumimoji="0" lang="cs-CZ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t+1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funkce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64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</a:t>
                      </a:r>
                      <a:r>
                        <a:rPr kumimoji="0" lang="cs-CZ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HOLD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64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STORE0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864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STORE1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 Box 19"/>
          <p:cNvSpPr txBox="1">
            <a:spLocks noChangeArrowheads="1"/>
          </p:cNvSpPr>
          <p:nvPr/>
        </p:nvSpPr>
        <p:spPr bwMode="auto">
          <a:xfrm>
            <a:off x="360000" y="1080000"/>
            <a:ext cx="8577282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 algn="l">
              <a:buClr>
                <a:schemeClr val="folHlink"/>
              </a:buClr>
              <a:buBlip>
                <a:blip r:embed="rId3"/>
              </a:buBlip>
              <a:defRPr/>
            </a:pPr>
            <a:r>
              <a:rPr lang="cs-CZ" b="1" dirty="0">
                <a:latin typeface="Verdana" pitchFamily="34" charset="0"/>
              </a:rPr>
              <a:t>Pravdivostní tabulka</a:t>
            </a:r>
            <a:r>
              <a:rPr lang="cs-CZ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Klopný obvod D úrovňový</a:t>
            </a:r>
          </a:p>
        </p:txBody>
      </p:sp>
    </p:spTree>
    <p:extLst>
      <p:ext uri="{BB962C8B-B14F-4D97-AF65-F5344CB8AC3E}">
        <p14:creationId xmlns:p14="http://schemas.microsoft.com/office/powerpoint/2010/main" val="4109831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9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Klopný obvod D úrovňový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pic>
        <p:nvPicPr>
          <p:cNvPr id="2" name="Obrázek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999" y="720000"/>
            <a:ext cx="4680000" cy="5130570"/>
          </a:xfrm>
          <a:prstGeom prst="rect">
            <a:avLst/>
          </a:prstGeom>
        </p:spPr>
      </p:pic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6000760" y="-24"/>
            <a:ext cx="3100382" cy="42862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495300" indent="-495300">
              <a:buClr>
                <a:schemeClr val="folHlink"/>
              </a:buClr>
            </a:pPr>
            <a:r>
              <a:rPr lang="cs-CZ" b="1" dirty="0">
                <a:latin typeface="Verdana" pitchFamily="34" charset="0"/>
              </a:rPr>
              <a:t>Časový diagram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Klopný obvod D úrovňový</a:t>
            </a:r>
          </a:p>
        </p:txBody>
      </p:sp>
      <p:sp>
        <p:nvSpPr>
          <p:cNvPr id="1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0" name="Tlačítko akce: Vlastní 1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1" name="Tlačítko akce: Vlastní 2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4" name="Tlačítko akce: Vlastní 23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26" name="Text Box 7"/>
          <p:cNvSpPr txBox="1">
            <a:spLocks noChangeArrowheads="1"/>
          </p:cNvSpPr>
          <p:nvPr/>
        </p:nvSpPr>
        <p:spPr bwMode="auto">
          <a:xfrm>
            <a:off x="5635140" y="-24"/>
            <a:ext cx="3466002" cy="50683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495300" indent="-495300">
              <a:buClr>
                <a:schemeClr val="folHlink"/>
              </a:buClr>
            </a:pPr>
            <a:r>
              <a:rPr lang="cs-CZ" b="1" dirty="0">
                <a:latin typeface="Verdana" pitchFamily="34" charset="0"/>
              </a:rPr>
              <a:t>Stavový diagram</a:t>
            </a:r>
          </a:p>
        </p:txBody>
      </p:sp>
      <p:pic>
        <p:nvPicPr>
          <p:cNvPr id="2" name="Obrázek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00" y="1800000"/>
            <a:ext cx="7200000" cy="17592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2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8" name="Tlačítko akce: Vlastní 2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9" name="Tlačítko akce: Vlastní 2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30" name="Tlačítko akce: Vlastní 2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31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092360" cy="400110"/>
          </a:xfrm>
          <a:noFill/>
          <a:ln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Klopný obvod </a:t>
            </a: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D úrovňový</a:t>
            </a:r>
            <a:endParaRPr lang="cs-CZ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20" name="Obdélník 19"/>
          <p:cNvSpPr/>
          <p:nvPr/>
        </p:nvSpPr>
        <p:spPr>
          <a:xfrm>
            <a:off x="720000" y="720000"/>
            <a:ext cx="7740000" cy="4182611"/>
          </a:xfrm>
          <a:prstGeom prst="rect">
            <a:avLst/>
          </a:prstGeom>
          <a:solidFill>
            <a:srgbClr val="FFFFFF">
              <a:lumMod val="75000"/>
            </a:srgbClr>
          </a:solidFill>
          <a:ln w="28575">
            <a:solidFill>
              <a:srgbClr val="000099"/>
            </a:solidFill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entity </a:t>
            </a:r>
            <a:r>
              <a:rPr lang="cs-CZ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d_ce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is</a:t>
            </a:r>
            <a:b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port 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cs-CZ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cs-CZ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 ce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 : in 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std_logic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          q : out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std_logic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 </a:t>
            </a:r>
            <a:r>
              <a:rPr lang="cs-CZ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d_ce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------------------------------------------------------------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process 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cs-CZ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d, ce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cs-CZ" sz="1800" b="1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cs-CZ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signal  </a:t>
            </a:r>
            <a:r>
              <a:rPr lang="en-US" sz="1800" b="1" kern="0" dirty="0">
                <a:latin typeface="Consolas" panose="020B0609020204030204" pitchFamily="49" charset="0"/>
              </a:rPr>
              <a:t>q</a:t>
            </a:r>
            <a:r>
              <a:rPr lang="cs-CZ" sz="1800" b="1" kern="0" dirty="0">
                <a:latin typeface="Consolas" panose="020B0609020204030204" pitchFamily="49" charset="0"/>
              </a:rPr>
              <a:t>i 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std_logic := </a:t>
            </a:r>
            <a:r>
              <a:rPr lang="en-US" sz="1800" b="1" kern="0" dirty="0">
                <a:latin typeface="Consolas" panose="020B0609020204030204" pitchFamily="49" charset="0"/>
              </a:rPr>
              <a:t>'0'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begin</a:t>
            </a:r>
            <a:endParaRPr lang="cs-CZ" sz="1800" b="1" kern="0" dirty="0">
              <a:solidFill>
                <a:srgbClr val="00007D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cs-CZ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ce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 = '1') 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then</a:t>
            </a:r>
            <a:endParaRPr lang="cs-CZ" sz="1800" b="1" kern="0" dirty="0">
              <a:solidFill>
                <a:srgbClr val="00007D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cs-CZ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qi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 &lt;= d;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 if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cs-CZ" sz="1800" b="1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cs-CZ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	q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 &lt;= </a:t>
            </a:r>
            <a:r>
              <a:rPr lang="cs-CZ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qi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 process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32" name="Text Box 7"/>
          <p:cNvSpPr txBox="1">
            <a:spLocks noChangeArrowheads="1"/>
          </p:cNvSpPr>
          <p:nvPr/>
        </p:nvSpPr>
        <p:spPr bwMode="auto">
          <a:xfrm>
            <a:off x="6000760" y="-24"/>
            <a:ext cx="3100382" cy="42862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495300" indent="-495300">
              <a:buClr>
                <a:schemeClr val="folHlink"/>
              </a:buClr>
            </a:pPr>
            <a:r>
              <a:rPr lang="en-US" b="1" dirty="0">
                <a:latin typeface="Verdana" pitchFamily="34" charset="0"/>
              </a:rPr>
              <a:t>VHDL</a:t>
            </a:r>
            <a:endParaRPr lang="cs-CZ" b="1" dirty="0"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7672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32" name="Text Box 56"/>
          <p:cNvSpPr txBox="1">
            <a:spLocks noChangeArrowheads="1"/>
          </p:cNvSpPr>
          <p:nvPr/>
        </p:nvSpPr>
        <p:spPr bwMode="auto">
          <a:xfrm>
            <a:off x="5220000" y="1080000"/>
            <a:ext cx="3617910" cy="273921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Clr>
                <a:schemeClr val="bg2"/>
              </a:buClr>
            </a:pPr>
            <a:r>
              <a:rPr lang="cs-CZ" sz="1800" dirty="0">
                <a:latin typeface="Verdana" pitchFamily="34" charset="0"/>
              </a:rPr>
              <a:t>Řídící vstup</a:t>
            </a:r>
          </a:p>
          <a:p>
            <a:pPr marL="0" lvl="1" algn="l">
              <a:spcAft>
                <a:spcPts val="0"/>
              </a:spcAft>
              <a:buClr>
                <a:schemeClr val="bg2"/>
              </a:buClr>
            </a:pP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	C – řídící vstup</a:t>
            </a:r>
          </a:p>
          <a:p>
            <a:pPr algn="l">
              <a:spcAft>
                <a:spcPts val="0"/>
              </a:spcAft>
              <a:buClr>
                <a:schemeClr val="bg2"/>
              </a:buClr>
            </a:pPr>
            <a:r>
              <a:rPr lang="cs-CZ" sz="1800" dirty="0">
                <a:latin typeface="Verdana" pitchFamily="34" charset="0"/>
              </a:rPr>
              <a:t>Synchronní vstup </a:t>
            </a:r>
          </a:p>
          <a:p>
            <a:pPr lvl="1" algn="l">
              <a:spcAft>
                <a:spcPts val="0"/>
              </a:spcAft>
              <a:buClr>
                <a:schemeClr val="bg2"/>
              </a:buClr>
            </a:pPr>
            <a:r>
              <a:rPr lang="cs-CZ" sz="2000" b="1" dirty="0">
                <a:latin typeface="Verdana" pitchFamily="34" charset="0"/>
              </a:rPr>
              <a:t>	</a:t>
            </a: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D – data (Delay)</a:t>
            </a:r>
          </a:p>
          <a:p>
            <a:pPr marL="0" lvl="1" algn="l">
              <a:spcAft>
                <a:spcPts val="0"/>
              </a:spcAft>
              <a:buClr>
                <a:schemeClr val="bg2"/>
              </a:buClr>
            </a:pPr>
            <a:r>
              <a:rPr lang="cs-CZ" sz="1800" dirty="0">
                <a:latin typeface="Verdana" pitchFamily="34" charset="0"/>
              </a:rPr>
              <a:t>Asynchronní vstupy </a:t>
            </a:r>
          </a:p>
          <a:p>
            <a:pPr lvl="1" algn="l">
              <a:spcAft>
                <a:spcPts val="0"/>
              </a:spcAft>
              <a:buClr>
                <a:schemeClr val="bg2"/>
              </a:buClr>
            </a:pP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	PRE – nastavení</a:t>
            </a:r>
          </a:p>
          <a:p>
            <a:pPr lvl="1" algn="l">
              <a:spcAft>
                <a:spcPts val="0"/>
              </a:spcAft>
              <a:buClr>
                <a:schemeClr val="bg2"/>
              </a:buClr>
            </a:pP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	CLR - nulování</a:t>
            </a:r>
          </a:p>
          <a:p>
            <a:pPr algn="l">
              <a:spcAft>
                <a:spcPts val="0"/>
              </a:spcAft>
              <a:buClr>
                <a:schemeClr val="bg2"/>
              </a:buClr>
            </a:pPr>
            <a:r>
              <a:rPr lang="cs-CZ" sz="1800" dirty="0">
                <a:latin typeface="Verdana" pitchFamily="34" charset="0"/>
              </a:rPr>
              <a:t>Výstup</a:t>
            </a:r>
            <a:r>
              <a:rPr lang="cs-CZ" sz="1800" b="1" dirty="0">
                <a:latin typeface="Verdana" pitchFamily="34" charset="0"/>
              </a:rPr>
              <a:t> </a:t>
            </a:r>
          </a:p>
          <a:p>
            <a:pPr lvl="1" algn="l">
              <a:spcAft>
                <a:spcPts val="0"/>
              </a:spcAft>
              <a:buClr>
                <a:schemeClr val="bg2"/>
              </a:buClr>
            </a:pPr>
            <a:r>
              <a:rPr lang="cs-CZ" sz="2000" b="1" dirty="0">
                <a:latin typeface="Verdana" pitchFamily="34" charset="0"/>
              </a:rPr>
              <a:t>	</a:t>
            </a: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Q - výstup</a:t>
            </a:r>
          </a:p>
        </p:txBody>
      </p:sp>
      <p:sp>
        <p:nvSpPr>
          <p:cNvPr id="32" name="Text Box 19"/>
          <p:cNvSpPr txBox="1">
            <a:spLocks noChangeArrowheads="1"/>
          </p:cNvSpPr>
          <p:nvPr/>
        </p:nvSpPr>
        <p:spPr bwMode="auto">
          <a:xfrm>
            <a:off x="540000" y="3600000"/>
            <a:ext cx="8604000" cy="200054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 algn="l">
              <a:spcAft>
                <a:spcPts val="1200"/>
              </a:spcAft>
              <a:buClr>
                <a:schemeClr val="folHlink"/>
              </a:buClr>
              <a:buBlip>
                <a:blip r:embed="rId3"/>
              </a:buBlip>
              <a:defRPr/>
            </a:pPr>
            <a:r>
              <a:rPr lang="cs-CZ" b="1" dirty="0">
                <a:latin typeface="Verdana" pitchFamily="34" charset="0"/>
              </a:rPr>
              <a:t>Funkce</a:t>
            </a:r>
          </a:p>
          <a:p>
            <a:pPr marL="504000" indent="-504000" algn="l">
              <a:spcAft>
                <a:spcPts val="600"/>
              </a:spcAft>
              <a:buClr>
                <a:schemeClr val="folHlink"/>
              </a:buClr>
              <a:buFont typeface="Wingdings" pitchFamily="2" charset="2"/>
              <a:buChar char="ü"/>
              <a:defRPr/>
            </a:pPr>
            <a:r>
              <a:rPr lang="cs-CZ" sz="2000" dirty="0">
                <a:latin typeface="Verdana" pitchFamily="34" charset="0"/>
              </a:rPr>
              <a:t>Hodnota vstupu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D</a:t>
            </a:r>
            <a:r>
              <a:rPr lang="cs-CZ" sz="2000" dirty="0">
                <a:latin typeface="Verdana" pitchFamily="34" charset="0"/>
              </a:rPr>
              <a:t> se </a:t>
            </a:r>
            <a:r>
              <a:rPr lang="cs-CZ" sz="2000" b="1" dirty="0">
                <a:latin typeface="Verdana" pitchFamily="34" charset="0"/>
              </a:rPr>
              <a:t>přenese</a:t>
            </a:r>
            <a:r>
              <a:rPr lang="cs-CZ" sz="2000" dirty="0">
                <a:latin typeface="Verdana" pitchFamily="34" charset="0"/>
              </a:rPr>
              <a:t> na výstup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Q</a:t>
            </a:r>
            <a:r>
              <a:rPr lang="cs-CZ" sz="2000" dirty="0">
                <a:latin typeface="Verdana" pitchFamily="34" charset="0"/>
              </a:rPr>
              <a:t> pouze je-li </a:t>
            </a:r>
            <a:r>
              <a:rPr lang="cs-CZ" sz="2000" b="1" dirty="0">
                <a:latin typeface="Verdana" pitchFamily="34" charset="0"/>
              </a:rPr>
              <a:t>nástupná hrana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C</a:t>
            </a:r>
            <a:r>
              <a:rPr lang="cs-CZ" sz="2000" b="1" dirty="0">
                <a:latin typeface="Verdana" pitchFamily="34" charset="0"/>
              </a:rPr>
              <a:t> (z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0</a:t>
            </a:r>
            <a:r>
              <a:rPr lang="cs-CZ" sz="2000" b="1" dirty="0">
                <a:latin typeface="Verdana" pitchFamily="34" charset="0"/>
              </a:rPr>
              <a:t> do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1</a:t>
            </a:r>
            <a:r>
              <a:rPr lang="cs-CZ" sz="2000" b="1" dirty="0">
                <a:latin typeface="Verdana" pitchFamily="34" charset="0"/>
              </a:rPr>
              <a:t>)</a:t>
            </a:r>
          </a:p>
          <a:p>
            <a:pPr marL="504000" indent="-504000" algn="l">
              <a:spcAft>
                <a:spcPts val="600"/>
              </a:spcAft>
              <a:buClr>
                <a:schemeClr val="folHlink"/>
              </a:buClr>
              <a:buFont typeface="Wingdings" pitchFamily="2" charset="2"/>
              <a:buChar char="ü"/>
              <a:defRPr/>
            </a:pPr>
            <a:r>
              <a:rPr lang="cs-CZ" sz="2000" dirty="0">
                <a:latin typeface="Verdana" pitchFamily="34" charset="0"/>
              </a:rPr>
              <a:t>Jinak zůstává výstup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Q</a:t>
            </a:r>
            <a:r>
              <a:rPr lang="cs-CZ" sz="2000" dirty="0">
                <a:latin typeface="Verdana" pitchFamily="34" charset="0"/>
              </a:rPr>
              <a:t> v </a:t>
            </a:r>
            <a:r>
              <a:rPr lang="cs-CZ" sz="2000" b="1" dirty="0">
                <a:latin typeface="Verdana" pitchFamily="34" charset="0"/>
              </a:rPr>
              <a:t>původním stavu</a:t>
            </a:r>
          </a:p>
          <a:p>
            <a:pPr marL="504000" indent="-504000" algn="l">
              <a:spcAft>
                <a:spcPts val="600"/>
              </a:spcAft>
              <a:buClr>
                <a:schemeClr val="folHlink"/>
              </a:buClr>
              <a:buFont typeface="Wingdings" pitchFamily="2" charset="2"/>
              <a:buChar char="ü"/>
              <a:defRPr/>
            </a:pPr>
            <a:r>
              <a:rPr lang="cs-CZ" sz="2000" dirty="0">
                <a:latin typeface="Verdana" pitchFamily="34" charset="0"/>
              </a:rPr>
              <a:t>Asynchronní vstupy působí okamžitě</a:t>
            </a:r>
            <a:r>
              <a:rPr lang="cs-CZ" sz="2000" dirty="0">
                <a:latin typeface="Arial" charset="0"/>
              </a:rPr>
              <a:t>	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772400" cy="72000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Klopný obvod D hranový</a:t>
            </a:r>
          </a:p>
        </p:txBody>
      </p:sp>
      <p:pic>
        <p:nvPicPr>
          <p:cNvPr id="538626" name="Picture 2" descr="D:\lj\prezentace\CIT\Klopné obvody\KO_d_clk_asvst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00" y="1080000"/>
            <a:ext cx="2340000" cy="23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5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2312633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8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94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94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94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94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94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94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94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94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294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Group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2345746"/>
              </p:ext>
            </p:extLst>
          </p:nvPr>
        </p:nvGraphicFramePr>
        <p:xfrm>
          <a:off x="1080000" y="1800000"/>
          <a:ext cx="5580000" cy="3175003"/>
        </p:xfrm>
        <a:graphic>
          <a:graphicData uri="http://schemas.openxmlformats.org/drawingml/2006/table">
            <a:tbl>
              <a:tblPr/>
              <a:tblGrid>
                <a:gridCol w="46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476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CLR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</a:t>
                      </a:r>
                      <a:r>
                        <a:rPr kumimoji="0" lang="cs-CZ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t+1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funkce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4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28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PRESET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4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28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CLEAR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4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endParaRPr kumimoji="0" lang="cs-CZ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28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STORE0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4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endParaRPr kumimoji="0" lang="cs-CZ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28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STORE1 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54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0,1,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</a:t>
                      </a:r>
                      <a:r>
                        <a:rPr kumimoji="0" lang="cs-CZ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HOLD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1" name="Obrázek 10" descr="hrana_up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31840" y="3415861"/>
            <a:ext cx="428628" cy="428628"/>
          </a:xfrm>
          <a:prstGeom prst="rect">
            <a:avLst/>
          </a:prstGeom>
        </p:spPr>
      </p:pic>
      <p:sp>
        <p:nvSpPr>
          <p:cNvPr id="15" name="Text Box 19"/>
          <p:cNvSpPr txBox="1">
            <a:spLocks noChangeArrowheads="1"/>
          </p:cNvSpPr>
          <p:nvPr/>
        </p:nvSpPr>
        <p:spPr bwMode="auto">
          <a:xfrm>
            <a:off x="360000" y="1080000"/>
            <a:ext cx="8784000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 algn="l">
              <a:buClr>
                <a:schemeClr val="folHlink"/>
              </a:buClr>
              <a:buBlip>
                <a:blip r:embed="rId4"/>
              </a:buBlip>
              <a:defRPr/>
            </a:pPr>
            <a:r>
              <a:rPr lang="cs-CZ" b="1" dirty="0">
                <a:latin typeface="Verdana" pitchFamily="34" charset="0"/>
              </a:rPr>
              <a:t>Pravdivostní tabulka</a:t>
            </a:r>
            <a:r>
              <a:rPr lang="cs-CZ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</a:t>
            </a:r>
          </a:p>
        </p:txBody>
      </p:sp>
      <p:pic>
        <p:nvPicPr>
          <p:cNvPr id="5" name="Obrázek 4" descr="hrana_up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31840" y="3933056"/>
            <a:ext cx="428628" cy="428628"/>
          </a:xfrm>
          <a:prstGeom prst="rect">
            <a:avLst/>
          </a:prstGeom>
        </p:spPr>
      </p:pic>
      <p:pic>
        <p:nvPicPr>
          <p:cNvPr id="6" name="Obrázek 5" descr="hrana_up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10800000" flipV="1">
            <a:off x="3416451" y="4587237"/>
            <a:ext cx="288033" cy="288033"/>
          </a:xfrm>
          <a:prstGeom prst="rect">
            <a:avLst/>
          </a:prstGeom>
          <a:solidFill>
            <a:srgbClr val="FFFFCC"/>
          </a:solidFill>
        </p:spPr>
      </p:pic>
      <p:sp>
        <p:nvSpPr>
          <p:cNvPr id="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8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0" name="Tlačítko akce: Vlastní 9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5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Klopný obvod D hranový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Klopný obvod D hranový</a:t>
            </a:r>
          </a:p>
        </p:txBody>
      </p:sp>
      <p:pic>
        <p:nvPicPr>
          <p:cNvPr id="9" name="Obrázek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" y="719999"/>
            <a:ext cx="5400000" cy="5592858"/>
          </a:xfrm>
          <a:prstGeom prst="rect">
            <a:avLst/>
          </a:prstGeom>
        </p:spPr>
      </p:pic>
      <p:sp>
        <p:nvSpPr>
          <p:cNvPr id="11" name="Text Box 7">
            <a:extLst>
              <a:ext uri="{FF2B5EF4-FFF2-40B4-BE49-F238E27FC236}">
                <a16:creationId xmlns:a16="http://schemas.microsoft.com/office/drawing/2014/main" id="{60A28587-929D-4D6F-A10D-8DAA19C575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2160" y="-24"/>
            <a:ext cx="3100382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495300" indent="-495300">
              <a:buClr>
                <a:schemeClr val="folHlink"/>
              </a:buClr>
            </a:pPr>
            <a:r>
              <a:rPr lang="cs-CZ" b="1" dirty="0">
                <a:latin typeface="Verdana" pitchFamily="34" charset="0"/>
              </a:rPr>
              <a:t>Časový diagram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2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8" name="Tlačítko akce: Vlastní 2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9" name="Tlačítko akce: Vlastní 2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30" name="Tlačítko akce: Vlastní 2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31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092360" cy="400110"/>
          </a:xfrm>
          <a:noFill/>
          <a:ln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Klopný obvod </a:t>
            </a: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D hranový</a:t>
            </a:r>
            <a:endParaRPr lang="cs-CZ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20" name="Obdélník 19"/>
          <p:cNvSpPr/>
          <p:nvPr/>
        </p:nvSpPr>
        <p:spPr>
          <a:xfrm>
            <a:off x="720000" y="720000"/>
            <a:ext cx="7740000" cy="5290606"/>
          </a:xfrm>
          <a:prstGeom prst="rect">
            <a:avLst/>
          </a:prstGeom>
          <a:solidFill>
            <a:srgbClr val="FFFFFF">
              <a:lumMod val="75000"/>
            </a:srgbClr>
          </a:solidFill>
          <a:ln w="28575">
            <a:solidFill>
              <a:srgbClr val="000099"/>
            </a:solidFill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entity 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cs-CZ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_c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is</a:t>
            </a:r>
            <a:b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port 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(d</a:t>
            </a:r>
            <a:r>
              <a:rPr lang="cs-CZ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, c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, clr, pre : in 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std_logic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                   q : out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std_logic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 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cs-CZ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_c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------------------------------------------------------------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process 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cs-CZ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d, 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clr, pre</a:t>
            </a:r>
            <a:r>
              <a:rPr lang="cs-CZ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, c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cs-CZ" sz="1800" b="1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cs-CZ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signal  </a:t>
            </a:r>
            <a:r>
              <a:rPr lang="en-US" sz="1800" b="1" kern="0" dirty="0">
                <a:latin typeface="Consolas" panose="020B0609020204030204" pitchFamily="49" charset="0"/>
              </a:rPr>
              <a:t>q</a:t>
            </a:r>
            <a:r>
              <a:rPr lang="cs-CZ" sz="1800" b="1" kern="0" dirty="0">
                <a:latin typeface="Consolas" panose="020B0609020204030204" pitchFamily="49" charset="0"/>
              </a:rPr>
              <a:t>i 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std_logic := </a:t>
            </a:r>
            <a:r>
              <a:rPr lang="en-US" sz="1800" b="1" kern="0" dirty="0">
                <a:latin typeface="Consolas" panose="020B0609020204030204" pitchFamily="49" charset="0"/>
              </a:rPr>
              <a:t>'0'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begin</a:t>
            </a:r>
            <a:endParaRPr lang="cs-CZ" sz="1800" b="1" kern="0" dirty="0">
              <a:solidFill>
                <a:srgbClr val="00007D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(clr = '1') 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then</a:t>
            </a:r>
          </a:p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q</a:t>
            </a:r>
            <a:r>
              <a:rPr lang="cs-CZ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 &lt;= '0';</a:t>
            </a:r>
            <a:endParaRPr lang="en-US" sz="1800" b="1" kern="0" dirty="0">
              <a:solidFill>
                <a:srgbClr val="00007D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elsif 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(pre = '1') 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then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q</a:t>
            </a:r>
            <a:r>
              <a:rPr lang="cs-CZ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 &lt;= '1';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elsif 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(c'event and c = ‘0') 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then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q</a:t>
            </a:r>
            <a:r>
              <a:rPr lang="cs-CZ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 &lt;= d;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 if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cs-CZ" sz="1800" b="1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cs-CZ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	qi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 &lt;= </a:t>
            </a:r>
            <a:r>
              <a:rPr lang="cs-CZ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q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 process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32" name="Text Box 7"/>
          <p:cNvSpPr txBox="1">
            <a:spLocks noChangeArrowheads="1"/>
          </p:cNvSpPr>
          <p:nvPr/>
        </p:nvSpPr>
        <p:spPr bwMode="auto">
          <a:xfrm>
            <a:off x="6000760" y="-24"/>
            <a:ext cx="3100382" cy="42862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495300" indent="-495300">
              <a:buClr>
                <a:schemeClr val="folHlink"/>
              </a:buClr>
            </a:pPr>
            <a:r>
              <a:rPr lang="en-US" b="1" dirty="0">
                <a:latin typeface="Verdana" pitchFamily="34" charset="0"/>
              </a:rPr>
              <a:t>VHDL</a:t>
            </a:r>
            <a:endParaRPr lang="cs-CZ" b="1" dirty="0"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7789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32" name="Text Box 56"/>
          <p:cNvSpPr txBox="1">
            <a:spLocks noChangeArrowheads="1"/>
          </p:cNvSpPr>
          <p:nvPr/>
        </p:nvSpPr>
        <p:spPr bwMode="auto">
          <a:xfrm>
            <a:off x="5220000" y="1080000"/>
            <a:ext cx="3617910" cy="304698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Clr>
                <a:schemeClr val="bg2"/>
              </a:buClr>
            </a:pPr>
            <a:r>
              <a:rPr lang="cs-CZ" sz="1800" dirty="0">
                <a:latin typeface="Verdana" pitchFamily="34" charset="0"/>
              </a:rPr>
              <a:t>Řídící vstup </a:t>
            </a:r>
          </a:p>
          <a:p>
            <a:pPr marL="0" lvl="1" algn="l">
              <a:spcAft>
                <a:spcPts val="0"/>
              </a:spcAft>
              <a:buClr>
                <a:schemeClr val="bg2"/>
              </a:buClr>
            </a:pP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	C – řídící vstup</a:t>
            </a:r>
          </a:p>
          <a:p>
            <a:pPr algn="l">
              <a:spcAft>
                <a:spcPts val="0"/>
              </a:spcAft>
              <a:buClr>
                <a:schemeClr val="bg2"/>
              </a:buClr>
            </a:pPr>
            <a:r>
              <a:rPr lang="cs-CZ" sz="1800" dirty="0">
                <a:latin typeface="Verdana" pitchFamily="34" charset="0"/>
              </a:rPr>
              <a:t>Synchronní vstupy</a:t>
            </a:r>
          </a:p>
          <a:p>
            <a:pPr marL="0" lvl="1" algn="l">
              <a:spcAft>
                <a:spcPts val="0"/>
              </a:spcAft>
              <a:buClr>
                <a:schemeClr val="bg2"/>
              </a:buClr>
            </a:pPr>
            <a:r>
              <a:rPr lang="cs-CZ" sz="2000" b="1" dirty="0">
                <a:latin typeface="Verdana" pitchFamily="34" charset="0"/>
              </a:rPr>
              <a:t>	</a:t>
            </a: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J – set</a:t>
            </a:r>
          </a:p>
          <a:p>
            <a:pPr marL="0" lvl="1" algn="l">
              <a:spcAft>
                <a:spcPts val="0"/>
              </a:spcAft>
              <a:buClr>
                <a:schemeClr val="bg2"/>
              </a:buClr>
            </a:pP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	K – reset</a:t>
            </a:r>
          </a:p>
          <a:p>
            <a:pPr marL="0" lvl="1" algn="l">
              <a:spcAft>
                <a:spcPts val="0"/>
              </a:spcAft>
              <a:buClr>
                <a:schemeClr val="bg2"/>
              </a:buClr>
            </a:pPr>
            <a:r>
              <a:rPr lang="cs-CZ" sz="1800" dirty="0">
                <a:latin typeface="Verdana" pitchFamily="34" charset="0"/>
              </a:rPr>
              <a:t>Asynchronní vstupy </a:t>
            </a:r>
          </a:p>
          <a:p>
            <a:pPr marL="0" lvl="1" algn="l">
              <a:spcAft>
                <a:spcPts val="0"/>
              </a:spcAft>
              <a:buClr>
                <a:schemeClr val="bg2"/>
              </a:buClr>
            </a:pP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	PRE – nastavení</a:t>
            </a:r>
          </a:p>
          <a:p>
            <a:pPr marL="0" lvl="1" algn="l">
              <a:spcAft>
                <a:spcPts val="0"/>
              </a:spcAft>
              <a:buClr>
                <a:schemeClr val="bg2"/>
              </a:buClr>
            </a:pP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	CLR - nulování</a:t>
            </a:r>
          </a:p>
          <a:p>
            <a:pPr algn="l">
              <a:spcAft>
                <a:spcPts val="0"/>
              </a:spcAft>
              <a:buClr>
                <a:schemeClr val="bg2"/>
              </a:buClr>
            </a:pPr>
            <a:r>
              <a:rPr lang="cs-CZ" sz="1800" dirty="0">
                <a:latin typeface="Verdana" pitchFamily="34" charset="0"/>
              </a:rPr>
              <a:t>Výstup</a:t>
            </a:r>
            <a:r>
              <a:rPr lang="cs-CZ" sz="1800" b="1" dirty="0">
                <a:latin typeface="Verdana" pitchFamily="34" charset="0"/>
              </a:rPr>
              <a:t> </a:t>
            </a:r>
          </a:p>
          <a:p>
            <a:pPr marL="0" lvl="1" algn="l">
              <a:spcAft>
                <a:spcPts val="0"/>
              </a:spcAft>
              <a:buClr>
                <a:schemeClr val="bg2"/>
              </a:buClr>
            </a:pPr>
            <a:r>
              <a:rPr lang="cs-CZ" sz="2000" b="1" dirty="0">
                <a:latin typeface="Verdana" pitchFamily="34" charset="0"/>
              </a:rPr>
              <a:t>	</a:t>
            </a: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Q - výstup</a:t>
            </a:r>
          </a:p>
        </p:txBody>
      </p:sp>
      <p:sp>
        <p:nvSpPr>
          <p:cNvPr id="32" name="Text Box 19"/>
          <p:cNvSpPr txBox="1">
            <a:spLocks noChangeArrowheads="1"/>
          </p:cNvSpPr>
          <p:nvPr/>
        </p:nvSpPr>
        <p:spPr bwMode="auto">
          <a:xfrm>
            <a:off x="540000" y="3600000"/>
            <a:ext cx="8604000" cy="238526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 algn="l">
              <a:spcAft>
                <a:spcPts val="600"/>
              </a:spcAft>
              <a:buClr>
                <a:schemeClr val="folHlink"/>
              </a:buClr>
              <a:buBlip>
                <a:blip r:embed="rId3"/>
              </a:buBlip>
              <a:defRPr/>
            </a:pPr>
            <a:r>
              <a:rPr lang="cs-CZ" b="1" dirty="0">
                <a:latin typeface="Verdana" pitchFamily="34" charset="0"/>
              </a:rPr>
              <a:t>Funkce</a:t>
            </a:r>
          </a:p>
          <a:p>
            <a:pPr marL="504000" indent="-504000" algn="l">
              <a:spcAft>
                <a:spcPts val="600"/>
              </a:spcAft>
              <a:buClr>
                <a:schemeClr val="folHlink"/>
              </a:buClr>
              <a:buFont typeface="Wingdings" pitchFamily="2" charset="2"/>
              <a:buChar char="ü"/>
              <a:defRPr/>
            </a:pPr>
            <a:r>
              <a:rPr lang="cs-CZ" sz="2000" dirty="0">
                <a:latin typeface="Verdana" pitchFamily="34" charset="0"/>
              </a:rPr>
              <a:t>Je-li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J=1</a:t>
            </a:r>
            <a:r>
              <a:rPr lang="cs-CZ" sz="2000" dirty="0">
                <a:latin typeface="Verdana" pitchFamily="34" charset="0"/>
              </a:rPr>
              <a:t> potom je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Q=1</a:t>
            </a:r>
            <a:r>
              <a:rPr lang="cs-CZ" sz="2000" dirty="0">
                <a:latin typeface="Verdana" pitchFamily="34" charset="0"/>
              </a:rPr>
              <a:t>, je-li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K=1</a:t>
            </a:r>
            <a:r>
              <a:rPr lang="cs-CZ" sz="2000" dirty="0">
                <a:latin typeface="Verdana" pitchFamily="34" charset="0"/>
              </a:rPr>
              <a:t> potom je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Q=0</a:t>
            </a:r>
          </a:p>
          <a:p>
            <a:pPr marL="504000" indent="-504000" algn="l">
              <a:spcAft>
                <a:spcPts val="600"/>
              </a:spcAft>
              <a:buClr>
                <a:schemeClr val="folHlink"/>
              </a:buClr>
              <a:buFont typeface="Wingdings" pitchFamily="2" charset="2"/>
              <a:buChar char="ü"/>
              <a:defRPr/>
            </a:pPr>
            <a:r>
              <a:rPr lang="cs-CZ" sz="2000" dirty="0">
                <a:latin typeface="Verdana" pitchFamily="34" charset="0"/>
              </a:rPr>
              <a:t>Je-li </a:t>
            </a:r>
            <a:r>
              <a:rPr lang="cs-CZ" sz="2000" b="1" dirty="0">
                <a:latin typeface="Verdana" pitchFamily="34" charset="0"/>
              </a:rPr>
              <a:t>současně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J</a:t>
            </a:r>
            <a:r>
              <a:rPr lang="cs-CZ" sz="2000" b="1" dirty="0">
                <a:latin typeface="Consolas" panose="020B0609020204030204" pitchFamily="49" charset="0"/>
              </a:rPr>
              <a:t> a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K=1</a:t>
            </a:r>
            <a:r>
              <a:rPr lang="cs-CZ" sz="2000" b="1" dirty="0">
                <a:latin typeface="Verdana" pitchFamily="34" charset="0"/>
              </a:rPr>
              <a:t> neguje se stav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Q</a:t>
            </a:r>
          </a:p>
          <a:p>
            <a:pPr marL="504000" indent="-504000" algn="l">
              <a:spcAft>
                <a:spcPts val="600"/>
              </a:spcAft>
              <a:buClr>
                <a:schemeClr val="folHlink"/>
              </a:buClr>
              <a:buFont typeface="Wingdings" pitchFamily="2" charset="2"/>
              <a:buChar char="ü"/>
              <a:defRPr/>
            </a:pPr>
            <a:r>
              <a:rPr lang="cs-CZ" sz="2000" dirty="0">
                <a:latin typeface="Verdana" pitchFamily="34" charset="0"/>
              </a:rPr>
              <a:t>Změny se dějí </a:t>
            </a:r>
            <a:r>
              <a:rPr lang="cs-CZ" sz="2000" b="1" dirty="0">
                <a:latin typeface="Verdana" pitchFamily="34" charset="0"/>
              </a:rPr>
              <a:t>pouze</a:t>
            </a:r>
            <a:r>
              <a:rPr lang="cs-CZ" sz="2000" dirty="0">
                <a:latin typeface="Verdana" pitchFamily="34" charset="0"/>
              </a:rPr>
              <a:t> na </a:t>
            </a:r>
            <a:r>
              <a:rPr lang="cs-CZ" sz="2000" b="1" dirty="0">
                <a:latin typeface="Verdana" pitchFamily="34" charset="0"/>
              </a:rPr>
              <a:t>nástupnou hranu</a:t>
            </a:r>
          </a:p>
          <a:p>
            <a:pPr marL="504000" indent="-504000" algn="l">
              <a:spcAft>
                <a:spcPts val="600"/>
              </a:spcAft>
              <a:buClr>
                <a:schemeClr val="folHlink"/>
              </a:buClr>
              <a:buFont typeface="Wingdings" pitchFamily="2" charset="2"/>
              <a:buChar char="ü"/>
              <a:defRPr/>
            </a:pPr>
            <a:r>
              <a:rPr lang="cs-CZ" sz="2000" dirty="0">
                <a:latin typeface="Verdana" pitchFamily="34" charset="0"/>
              </a:rPr>
              <a:t>V ostatním případě zůstává výstup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Q</a:t>
            </a:r>
            <a:r>
              <a:rPr lang="cs-CZ" sz="2000" dirty="0">
                <a:latin typeface="Verdana" pitchFamily="34" charset="0"/>
              </a:rPr>
              <a:t> v </a:t>
            </a:r>
            <a:r>
              <a:rPr lang="cs-CZ" sz="2000" b="1" dirty="0">
                <a:latin typeface="Verdana" pitchFamily="34" charset="0"/>
              </a:rPr>
              <a:t>původním stavu</a:t>
            </a:r>
          </a:p>
          <a:p>
            <a:pPr marL="504000" indent="-504000" algn="l">
              <a:spcAft>
                <a:spcPts val="600"/>
              </a:spcAft>
              <a:buClr>
                <a:schemeClr val="folHlink"/>
              </a:buClr>
              <a:buFont typeface="Wingdings" pitchFamily="2" charset="2"/>
              <a:buChar char="ü"/>
              <a:defRPr/>
            </a:pPr>
            <a:r>
              <a:rPr lang="cs-CZ" sz="2000" dirty="0">
                <a:latin typeface="Verdana" pitchFamily="34" charset="0"/>
              </a:rPr>
              <a:t>Asynchronní vstupy působí okamžitě</a:t>
            </a:r>
            <a:r>
              <a:rPr lang="cs-CZ" sz="2000" dirty="0">
                <a:latin typeface="Arial" charset="0"/>
              </a:rPr>
              <a:t>	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676000" cy="72000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Klopný obvod J-K hranový</a:t>
            </a:r>
          </a:p>
        </p:txBody>
      </p:sp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pic>
        <p:nvPicPr>
          <p:cNvPr id="3" name="Obrázek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1080000"/>
            <a:ext cx="2340000" cy="23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062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94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94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94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94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94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94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94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94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94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94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Group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9399570"/>
              </p:ext>
            </p:extLst>
          </p:nvPr>
        </p:nvGraphicFramePr>
        <p:xfrm>
          <a:off x="1080000" y="1800000"/>
          <a:ext cx="6300000" cy="4225929"/>
        </p:xfrm>
        <a:graphic>
          <a:graphicData uri="http://schemas.openxmlformats.org/drawingml/2006/table">
            <a:tbl>
              <a:tblPr/>
              <a:tblGrid>
                <a:gridCol w="46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25453199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01550172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76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Stav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CLR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J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K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</a:t>
                      </a:r>
                      <a:r>
                        <a:rPr kumimoji="0" lang="cs-CZ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t+1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funkce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4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28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PRESET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4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CLEAR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720943"/>
                  </a:ext>
                </a:extLst>
              </a:tr>
              <a:tr h="5254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</a:t>
                      </a:r>
                      <a:r>
                        <a:rPr kumimoji="0" lang="cs-CZ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HOLD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8847743"/>
                  </a:ext>
                </a:extLst>
              </a:tr>
              <a:tr h="5254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endParaRPr kumimoji="0" lang="cs-CZ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28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RESET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4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endParaRPr kumimoji="0" lang="cs-CZ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28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SET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4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endParaRPr kumimoji="0" lang="cs-CZ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/Q</a:t>
                      </a:r>
                      <a:r>
                        <a:rPr kumimoji="0" lang="cs-CZ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TOGGLE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54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0,1,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</a:t>
                      </a:r>
                      <a:r>
                        <a:rPr kumimoji="0" lang="cs-CZ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HOLD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1" name="Obrázek 10" descr="hrana_up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03848" y="5060438"/>
            <a:ext cx="360040" cy="360040"/>
          </a:xfrm>
          <a:prstGeom prst="rect">
            <a:avLst/>
          </a:prstGeom>
        </p:spPr>
      </p:pic>
      <p:sp>
        <p:nvSpPr>
          <p:cNvPr id="15" name="Text Box 19"/>
          <p:cNvSpPr txBox="1">
            <a:spLocks noChangeArrowheads="1"/>
          </p:cNvSpPr>
          <p:nvPr/>
        </p:nvSpPr>
        <p:spPr bwMode="auto">
          <a:xfrm>
            <a:off x="360000" y="1080000"/>
            <a:ext cx="8577282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 algn="l">
              <a:buClr>
                <a:schemeClr val="folHlink"/>
              </a:buClr>
              <a:buBlip>
                <a:blip r:embed="rId4"/>
              </a:buBlip>
              <a:defRPr/>
            </a:pPr>
            <a:r>
              <a:rPr lang="cs-CZ" b="1" dirty="0">
                <a:latin typeface="Verdana" pitchFamily="34" charset="0"/>
              </a:rPr>
              <a:t>Pravdivostní tabulka</a:t>
            </a:r>
            <a:r>
              <a:rPr lang="cs-CZ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</a:t>
            </a:r>
          </a:p>
        </p:txBody>
      </p:sp>
      <p:pic>
        <p:nvPicPr>
          <p:cNvPr id="6" name="Obrázek 5" descr="hrana_up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10800000" flipV="1">
            <a:off x="3491880" y="5670956"/>
            <a:ext cx="144016" cy="144016"/>
          </a:xfrm>
          <a:prstGeom prst="rect">
            <a:avLst/>
          </a:prstGeom>
        </p:spPr>
      </p:pic>
      <p:sp>
        <p:nvSpPr>
          <p:cNvPr id="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8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0" name="Tlačítko akce: Vlastní 9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5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pic>
        <p:nvPicPr>
          <p:cNvPr id="17" name="Obrázek 16" descr="hrana_up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03848" y="4502128"/>
            <a:ext cx="360040" cy="360040"/>
          </a:xfrm>
          <a:prstGeom prst="rect">
            <a:avLst/>
          </a:prstGeom>
        </p:spPr>
      </p:pic>
      <p:pic>
        <p:nvPicPr>
          <p:cNvPr id="18" name="Obrázek 17" descr="hrana_up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03848" y="3477673"/>
            <a:ext cx="360040" cy="360040"/>
          </a:xfrm>
          <a:prstGeom prst="rect">
            <a:avLst/>
          </a:prstGeom>
        </p:spPr>
      </p:pic>
      <p:pic>
        <p:nvPicPr>
          <p:cNvPr id="19" name="Obrázek 18" descr="hrana_up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03848" y="4005064"/>
            <a:ext cx="360040" cy="360040"/>
          </a:xfrm>
          <a:prstGeom prst="rect">
            <a:avLst/>
          </a:prstGeom>
        </p:spPr>
      </p:pic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Klopný obvod J-K hranový</a:t>
            </a:r>
          </a:p>
        </p:txBody>
      </p:sp>
    </p:spTree>
    <p:extLst>
      <p:ext uri="{BB962C8B-B14F-4D97-AF65-F5344CB8AC3E}">
        <p14:creationId xmlns:p14="http://schemas.microsoft.com/office/powerpoint/2010/main" val="3566852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8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9" name="Tlačítko akce: Vlastní 18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0" name="Tlačítko akce: Vlastní 19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1" name="Tlačítko akce: Vlastní 20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Klopný obvod J-K hranový</a:t>
            </a:r>
          </a:p>
        </p:txBody>
      </p:sp>
      <p:pic>
        <p:nvPicPr>
          <p:cNvPr id="27" name="Obrázek 2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00" y="1800000"/>
            <a:ext cx="7200000" cy="2052464"/>
          </a:xfrm>
          <a:prstGeom prst="rect">
            <a:avLst/>
          </a:prstGeom>
        </p:spPr>
      </p:pic>
      <p:sp>
        <p:nvSpPr>
          <p:cNvPr id="9" name="Text Box 7">
            <a:extLst>
              <a:ext uri="{FF2B5EF4-FFF2-40B4-BE49-F238E27FC236}">
                <a16:creationId xmlns:a16="http://schemas.microsoft.com/office/drawing/2014/main" id="{638F2815-DF78-4A17-A49B-7FDF038A57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5140" y="-24"/>
            <a:ext cx="3466002" cy="50683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495300" indent="-495300">
              <a:buClr>
                <a:schemeClr val="folHlink"/>
              </a:buClr>
            </a:pPr>
            <a:r>
              <a:rPr lang="cs-CZ" b="1" dirty="0">
                <a:latin typeface="Verdana" pitchFamily="34" charset="0"/>
              </a:rPr>
              <a:t>Stavový diagram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999" y="720000"/>
            <a:ext cx="5220000" cy="5705792"/>
          </a:xfrm>
          <a:prstGeom prst="rect">
            <a:avLst/>
          </a:prstGeom>
        </p:spPr>
      </p:pic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6012160" y="-24"/>
            <a:ext cx="3100382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495300" indent="-495300">
              <a:buClr>
                <a:schemeClr val="folHlink"/>
              </a:buClr>
            </a:pPr>
            <a:r>
              <a:rPr lang="cs-CZ" b="1" dirty="0">
                <a:latin typeface="Verdana" pitchFamily="34" charset="0"/>
              </a:rPr>
              <a:t>Časový diagram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Klopný obvod J-K hranový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délník 19"/>
          <p:cNvSpPr/>
          <p:nvPr/>
        </p:nvSpPr>
        <p:spPr>
          <a:xfrm>
            <a:off x="720000" y="720000"/>
            <a:ext cx="7740000" cy="5536828"/>
          </a:xfrm>
          <a:prstGeom prst="rect">
            <a:avLst/>
          </a:prstGeom>
          <a:solidFill>
            <a:srgbClr val="FFFFFF">
              <a:lumMod val="75000"/>
            </a:srgbClr>
          </a:solidFill>
          <a:ln w="28575">
            <a:solidFill>
              <a:srgbClr val="000099"/>
            </a:solidFill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entity </a:t>
            </a:r>
            <a:r>
              <a:rPr lang="cs-CZ" sz="14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jk_c</a:t>
            </a:r>
            <a:r>
              <a:rPr lang="en-US" sz="14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is</a:t>
            </a:r>
            <a:br>
              <a:rPr lang="en-US" sz="14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port </a:t>
            </a:r>
            <a:r>
              <a:rPr lang="en-US" sz="14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cs-CZ" sz="14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pre, clr, j, k</a:t>
            </a:r>
            <a:r>
              <a:rPr lang="en-US" sz="14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cs-CZ" sz="14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en-US" sz="14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 : in </a:t>
            </a:r>
            <a:r>
              <a:rPr lang="en-US" sz="14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std_logic</a:t>
            </a:r>
            <a:r>
              <a:rPr lang="en-US" sz="14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sz="1400" b="1" kern="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            q : out</a:t>
            </a:r>
            <a:r>
              <a:rPr lang="en-US" sz="14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std_logic</a:t>
            </a:r>
            <a:r>
              <a:rPr lang="en-US" sz="14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4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 </a:t>
            </a:r>
            <a:r>
              <a:rPr lang="cs-CZ" sz="14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jk_c</a:t>
            </a:r>
            <a:r>
              <a:rPr lang="en-US" sz="14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kern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------------------------------------------------------------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process </a:t>
            </a:r>
            <a:r>
              <a:rPr lang="en-US" sz="14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cs-CZ" sz="14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pre, clr, j</a:t>
            </a:r>
            <a:r>
              <a:rPr lang="en-US" sz="14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cs-CZ" sz="14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k, c</a:t>
            </a:r>
            <a:r>
              <a:rPr lang="en-US" sz="14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14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4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signal</a:t>
            </a:r>
            <a:r>
              <a:rPr lang="en-US" sz="14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 qi : </a:t>
            </a:r>
            <a:r>
              <a:rPr lang="en-US" sz="14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std_logic </a:t>
            </a:r>
            <a:r>
              <a:rPr lang="en-US" sz="14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:= '0';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begin</a:t>
            </a:r>
            <a:endParaRPr lang="cs-CZ" sz="1400" b="1" kern="0" dirty="0">
              <a:solidFill>
                <a:srgbClr val="00007D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14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-US" sz="14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pre = '1' </a:t>
            </a:r>
            <a:r>
              <a:rPr lang="en-US" sz="14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then</a:t>
            </a:r>
          </a:p>
          <a:p>
            <a:pPr marL="0" lvl="1"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		qi &lt;= '1';</a:t>
            </a:r>
            <a:endParaRPr lang="en-US" sz="1400" b="1" kern="0" dirty="0">
              <a:solidFill>
                <a:srgbClr val="00007D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elsif</a:t>
            </a:r>
            <a:r>
              <a:rPr lang="en-US" sz="14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sz="14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clk = '1' </a:t>
            </a:r>
            <a:r>
              <a:rPr lang="en-US" sz="14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then</a:t>
            </a:r>
          </a:p>
          <a:p>
            <a:pPr marL="0" lvl="1"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		qi &lt;= '0';</a:t>
            </a:r>
            <a:endParaRPr lang="en-US" sz="1400" b="1" kern="0" dirty="0">
              <a:solidFill>
                <a:srgbClr val="00007D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elsif </a:t>
            </a:r>
            <a:r>
              <a:rPr lang="en-US" sz="14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(c'event and c = '0') </a:t>
            </a:r>
            <a:r>
              <a:rPr lang="en-US" sz="14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then</a:t>
            </a:r>
            <a:endParaRPr lang="cs-CZ" sz="1400" b="1" kern="0" dirty="0">
              <a:solidFill>
                <a:srgbClr val="00007D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cs-CZ" sz="14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4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if </a:t>
            </a:r>
            <a:r>
              <a:rPr lang="en-US" sz="14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cs-CZ" sz="14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k</a:t>
            </a:r>
            <a:r>
              <a:rPr lang="en-US" sz="14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 = '1'</a:t>
            </a:r>
            <a:r>
              <a:rPr lang="cs-CZ" sz="14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 and </a:t>
            </a:r>
            <a:r>
              <a:rPr lang="en-US" sz="14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j = '0') </a:t>
            </a:r>
            <a:r>
              <a:rPr lang="en-US" sz="14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then</a:t>
            </a:r>
          </a:p>
          <a:p>
            <a:pPr lvl="1"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en-US" sz="14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qi &lt;= '0';</a:t>
            </a:r>
            <a:endParaRPr lang="en-US" sz="1400" b="1" kern="0" dirty="0">
              <a:solidFill>
                <a:srgbClr val="00007D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elsif </a:t>
            </a:r>
            <a:r>
              <a:rPr lang="en-US" sz="14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cs-CZ" sz="14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k</a:t>
            </a:r>
            <a:r>
              <a:rPr lang="en-US" sz="14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400" b="1" kern="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sz="14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0'</a:t>
            </a:r>
            <a:r>
              <a:rPr lang="cs-CZ" sz="14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 and </a:t>
            </a:r>
            <a:r>
              <a:rPr lang="en-US" sz="14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j = </a:t>
            </a:r>
            <a:r>
              <a:rPr lang="en-US" sz="1400" b="1" kern="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sz="14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1') </a:t>
            </a:r>
            <a:r>
              <a:rPr lang="en-US" sz="14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then</a:t>
            </a:r>
          </a:p>
          <a:p>
            <a:pPr lvl="1"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en-US" sz="14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qi &lt;= '1';</a:t>
            </a:r>
          </a:p>
          <a:p>
            <a:pPr lvl="1"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elsif </a:t>
            </a:r>
            <a:r>
              <a:rPr lang="en-US" sz="14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cs-CZ" sz="1400" b="1" kern="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</a:t>
            </a:r>
            <a:r>
              <a:rPr lang="en-US" sz="1400" b="1" kern="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'1'</a:t>
            </a:r>
            <a:r>
              <a:rPr lang="cs-CZ" sz="1400" b="1" kern="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and </a:t>
            </a:r>
            <a:r>
              <a:rPr lang="en-US" sz="1400" b="1" kern="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 = '1'</a:t>
            </a:r>
            <a:r>
              <a:rPr lang="en-US" sz="14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14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then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en-US" sz="14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qi &lt;= not qi;</a:t>
            </a:r>
          </a:p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		end if</a:t>
            </a:r>
            <a:r>
              <a:rPr lang="en-US" sz="14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end if</a:t>
            </a:r>
            <a:r>
              <a:rPr lang="en-US" sz="14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	q &lt;= qi;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 process</a:t>
            </a:r>
            <a:r>
              <a:rPr lang="en-US" sz="14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2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2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8" name="Tlačítko akce: Vlastní 2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9" name="Tlačítko akce: Vlastní 2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30" name="Tlačítko akce: Vlastní 2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31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092360" cy="400110"/>
          </a:xfrm>
          <a:noFill/>
          <a:ln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Klopný obvod </a:t>
            </a: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J-K hranový</a:t>
            </a:r>
            <a:endParaRPr lang="cs-CZ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32" name="Text Box 7"/>
          <p:cNvSpPr txBox="1">
            <a:spLocks noChangeArrowheads="1"/>
          </p:cNvSpPr>
          <p:nvPr/>
        </p:nvSpPr>
        <p:spPr bwMode="auto">
          <a:xfrm>
            <a:off x="6000760" y="-24"/>
            <a:ext cx="3100382" cy="42862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495300" indent="-495300">
              <a:buClr>
                <a:schemeClr val="folHlink"/>
              </a:buClr>
            </a:pPr>
            <a:r>
              <a:rPr lang="en-US" b="1" dirty="0">
                <a:latin typeface="Verdana" pitchFamily="34" charset="0"/>
              </a:rPr>
              <a:t>VHDL</a:t>
            </a:r>
            <a:endParaRPr lang="cs-CZ" b="1" dirty="0"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0615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oup 1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5293286"/>
              </p:ext>
            </p:extLst>
          </p:nvPr>
        </p:nvGraphicFramePr>
        <p:xfrm>
          <a:off x="1000100" y="3591072"/>
          <a:ext cx="3352800" cy="2862264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76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J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K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Q</a:t>
                      </a:r>
                      <a:r>
                        <a:rPr kumimoji="0" lang="cs-CZ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t+1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funkce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64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cs-CZ" sz="2800" b="1" i="0" u="none" strike="noStrike" kern="1200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HOLD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64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RESET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864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SET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864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/Q</a:t>
                      </a:r>
                      <a:r>
                        <a:rPr kumimoji="0" lang="cs-CZ" sz="2800" b="1" i="0" u="none" strike="noStrike" kern="1200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t</a:t>
                      </a:r>
                      <a:endParaRPr kumimoji="0" lang="cs-CZ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TOGGLE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84000" cy="209288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 algn="l">
              <a:spcAft>
                <a:spcPts val="600"/>
              </a:spcAft>
              <a:buClr>
                <a:schemeClr val="folHlink"/>
              </a:buClr>
              <a:buFont typeface="Wingdings" pitchFamily="2" charset="2"/>
              <a:buChar char="n"/>
            </a:pPr>
            <a:r>
              <a:rPr lang="cs-CZ" dirty="0">
                <a:latin typeface="Verdana" pitchFamily="34" charset="0"/>
              </a:rPr>
              <a:t>Používá se jako </a:t>
            </a:r>
            <a:r>
              <a:rPr lang="cs-CZ" b="1" dirty="0">
                <a:latin typeface="Verdana" pitchFamily="34" charset="0"/>
              </a:rPr>
              <a:t>dělič frekvenci</a:t>
            </a:r>
          </a:p>
          <a:p>
            <a:pPr marL="504000" indent="-504000" algn="l">
              <a:spcAft>
                <a:spcPts val="600"/>
              </a:spcAft>
              <a:buClr>
                <a:schemeClr val="folHlink"/>
              </a:buClr>
              <a:buFont typeface="Wingdings" pitchFamily="2" charset="2"/>
              <a:buChar char="n"/>
            </a:pPr>
            <a:r>
              <a:rPr lang="cs-CZ" dirty="0">
                <a:latin typeface="Verdana" pitchFamily="34" charset="0"/>
              </a:rPr>
              <a:t>Vznikne z </a:t>
            </a:r>
            <a:r>
              <a:rPr lang="cs-CZ" b="1" dirty="0">
                <a:latin typeface="Verdana" pitchFamily="34" charset="0"/>
              </a:rPr>
              <a:t>J-K</a:t>
            </a:r>
            <a:r>
              <a:rPr lang="cs-CZ" dirty="0">
                <a:latin typeface="Verdana" pitchFamily="34" charset="0"/>
              </a:rPr>
              <a:t> klopného obvodu </a:t>
            </a:r>
            <a:r>
              <a:rPr lang="cs-CZ" b="1" dirty="0">
                <a:latin typeface="Verdana" pitchFamily="34" charset="0"/>
              </a:rPr>
              <a:t>spojením</a:t>
            </a:r>
            <a:r>
              <a:rPr lang="cs-CZ" dirty="0">
                <a:latin typeface="Verdana" pitchFamily="34" charset="0"/>
              </a:rPr>
              <a:t> vstupů </a:t>
            </a:r>
            <a:r>
              <a:rPr lang="cs-CZ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J</a:t>
            </a:r>
            <a:r>
              <a:rPr lang="cs-CZ" b="1" dirty="0">
                <a:latin typeface="Verdana" pitchFamily="34" charset="0"/>
              </a:rPr>
              <a:t> </a:t>
            </a:r>
            <a:r>
              <a:rPr lang="cs-CZ" dirty="0">
                <a:latin typeface="Verdana" pitchFamily="34" charset="0"/>
              </a:rPr>
              <a:t>a</a:t>
            </a:r>
            <a:r>
              <a:rPr lang="cs-CZ" b="1" dirty="0">
                <a:latin typeface="Verdana" pitchFamily="34" charset="0"/>
              </a:rPr>
              <a:t> </a:t>
            </a:r>
            <a:r>
              <a:rPr lang="cs-CZ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K</a:t>
            </a:r>
          </a:p>
          <a:p>
            <a:pPr marL="504000" indent="-504000" algn="l">
              <a:spcAft>
                <a:spcPts val="600"/>
              </a:spcAft>
              <a:buClr>
                <a:schemeClr val="folHlink"/>
              </a:buClr>
              <a:buFont typeface="Wingdings" pitchFamily="2" charset="2"/>
              <a:buChar char="n"/>
            </a:pPr>
            <a:r>
              <a:rPr lang="cs-CZ" b="1" dirty="0">
                <a:latin typeface="Verdana" pitchFamily="34" charset="0"/>
              </a:rPr>
              <a:t>Změna</a:t>
            </a:r>
            <a:r>
              <a:rPr lang="cs-CZ" dirty="0">
                <a:latin typeface="Verdana" pitchFamily="34" charset="0"/>
              </a:rPr>
              <a:t> může proběhnout jen v </a:t>
            </a:r>
            <a:r>
              <a:rPr lang="cs-CZ" b="1" dirty="0">
                <a:latin typeface="Verdana" pitchFamily="34" charset="0"/>
              </a:rPr>
              <a:t>krátkém čase</a:t>
            </a:r>
            <a:r>
              <a:rPr lang="cs-CZ" dirty="0">
                <a:latin typeface="Verdana" pitchFamily="34" charset="0"/>
              </a:rPr>
              <a:t>, jinak se klopný obvod </a:t>
            </a:r>
            <a:r>
              <a:rPr lang="cs-CZ" b="1" dirty="0">
                <a:latin typeface="Verdana" pitchFamily="34" charset="0"/>
              </a:rPr>
              <a:t>rozkmitá</a:t>
            </a:r>
            <a:endParaRPr lang="cs-CZ" dirty="0">
              <a:latin typeface="Verdana" pitchFamily="34" charset="0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676000" cy="72000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Klopný obvod T hranový</a:t>
            </a:r>
          </a:p>
        </p:txBody>
      </p:sp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8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2" name="Tlačítko akce: Vlastní 11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3" name="Tlačítko akce: Vlastní 12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650" name="Picture 2" descr="D:\lj\prezentace\CIT\Klopné obvody\KO_t_funkc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01" y="1080000"/>
            <a:ext cx="7200000" cy="2749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Klopný obvod T hranový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32" name="Text Box 56"/>
          <p:cNvSpPr txBox="1">
            <a:spLocks noChangeArrowheads="1"/>
          </p:cNvSpPr>
          <p:nvPr/>
        </p:nvSpPr>
        <p:spPr bwMode="auto">
          <a:xfrm>
            <a:off x="5220000" y="1080000"/>
            <a:ext cx="3617910" cy="273921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Clr>
                <a:schemeClr val="bg2"/>
              </a:buClr>
            </a:pPr>
            <a:r>
              <a:rPr lang="cs-CZ" sz="1800" dirty="0">
                <a:latin typeface="Verdana" pitchFamily="34" charset="0"/>
              </a:rPr>
              <a:t>Řídící</a:t>
            </a:r>
            <a:r>
              <a:rPr lang="en-US" sz="1800" dirty="0">
                <a:latin typeface="Verdana" pitchFamily="34" charset="0"/>
              </a:rPr>
              <a:t> v</a:t>
            </a:r>
            <a:r>
              <a:rPr lang="cs-CZ" sz="1800" dirty="0">
                <a:latin typeface="Verdana" pitchFamily="34" charset="0"/>
              </a:rPr>
              <a:t>stup</a:t>
            </a:r>
          </a:p>
          <a:p>
            <a:pPr marL="0" lvl="1" algn="l">
              <a:spcAft>
                <a:spcPts val="0"/>
              </a:spcAft>
              <a:buClr>
                <a:schemeClr val="bg2"/>
              </a:buClr>
            </a:pP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	C – řídící vstup</a:t>
            </a:r>
          </a:p>
          <a:p>
            <a:pPr algn="l">
              <a:spcAft>
                <a:spcPts val="0"/>
              </a:spcAft>
              <a:buClr>
                <a:schemeClr val="bg2"/>
              </a:buClr>
            </a:pPr>
            <a:r>
              <a:rPr lang="cs-CZ" sz="1800" dirty="0">
                <a:latin typeface="Verdana" pitchFamily="34" charset="0"/>
              </a:rPr>
              <a:t>Synchronní</a:t>
            </a:r>
            <a:r>
              <a:rPr lang="en-US" sz="1800" dirty="0">
                <a:latin typeface="Verdana" pitchFamily="34" charset="0"/>
              </a:rPr>
              <a:t> v</a:t>
            </a:r>
            <a:r>
              <a:rPr lang="cs-CZ" sz="1800" dirty="0">
                <a:latin typeface="Verdana" pitchFamily="34" charset="0"/>
              </a:rPr>
              <a:t>stup</a:t>
            </a:r>
          </a:p>
          <a:p>
            <a:pPr lvl="1" algn="l">
              <a:spcAft>
                <a:spcPts val="0"/>
              </a:spcAft>
              <a:buClr>
                <a:schemeClr val="bg2"/>
              </a:buClr>
            </a:pPr>
            <a:r>
              <a:rPr lang="cs-CZ" sz="2000" b="1" dirty="0">
                <a:latin typeface="Verdana" pitchFamily="34" charset="0"/>
              </a:rPr>
              <a:t>	</a:t>
            </a: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T – toggle</a:t>
            </a:r>
            <a:endParaRPr lang="en-US" sz="20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1" algn="l">
              <a:spcAft>
                <a:spcPts val="0"/>
              </a:spcAft>
              <a:buClr>
                <a:schemeClr val="bg2"/>
              </a:buClr>
            </a:pPr>
            <a:r>
              <a:rPr lang="cs-CZ" sz="1800" dirty="0">
                <a:latin typeface="Verdana" pitchFamily="34" charset="0"/>
              </a:rPr>
              <a:t>Asynchronní vstupy </a:t>
            </a:r>
          </a:p>
          <a:p>
            <a:pPr marL="0" lvl="1" algn="l">
              <a:spcAft>
                <a:spcPts val="0"/>
              </a:spcAft>
              <a:buClr>
                <a:schemeClr val="bg2"/>
              </a:buClr>
            </a:pP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	PRE – nastavení</a:t>
            </a:r>
          </a:p>
          <a:p>
            <a:pPr marL="0" lvl="1" algn="l">
              <a:spcAft>
                <a:spcPts val="0"/>
              </a:spcAft>
              <a:buClr>
                <a:schemeClr val="bg2"/>
              </a:buClr>
            </a:pP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	CLR - nulování</a:t>
            </a:r>
          </a:p>
          <a:p>
            <a:pPr algn="l">
              <a:spcAft>
                <a:spcPts val="0"/>
              </a:spcAft>
              <a:buClr>
                <a:schemeClr val="bg2"/>
              </a:buClr>
            </a:pPr>
            <a:r>
              <a:rPr lang="cs-CZ" sz="1800" dirty="0">
                <a:latin typeface="Verdana" pitchFamily="34" charset="0"/>
              </a:rPr>
              <a:t>Výstup</a:t>
            </a:r>
            <a:r>
              <a:rPr lang="cs-CZ" sz="1800" b="1" dirty="0">
                <a:latin typeface="Verdana" pitchFamily="34" charset="0"/>
              </a:rPr>
              <a:t> </a:t>
            </a:r>
          </a:p>
          <a:p>
            <a:pPr lvl="1" algn="l">
              <a:spcAft>
                <a:spcPts val="0"/>
              </a:spcAft>
              <a:buClr>
                <a:schemeClr val="bg2"/>
              </a:buClr>
            </a:pPr>
            <a:r>
              <a:rPr lang="cs-CZ" sz="2000" b="1" dirty="0">
                <a:latin typeface="Verdana" pitchFamily="34" charset="0"/>
              </a:rPr>
              <a:t>	</a:t>
            </a: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Q - výstup</a:t>
            </a:r>
          </a:p>
        </p:txBody>
      </p:sp>
      <p:sp>
        <p:nvSpPr>
          <p:cNvPr id="32" name="Text Box 19"/>
          <p:cNvSpPr txBox="1">
            <a:spLocks noChangeArrowheads="1"/>
          </p:cNvSpPr>
          <p:nvPr/>
        </p:nvSpPr>
        <p:spPr bwMode="auto">
          <a:xfrm>
            <a:off x="540000" y="3600000"/>
            <a:ext cx="8604000" cy="161582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 algn="l">
              <a:spcAft>
                <a:spcPts val="600"/>
              </a:spcAft>
              <a:buClr>
                <a:schemeClr val="folHlink"/>
              </a:buClr>
              <a:buBlip>
                <a:blip r:embed="rId3"/>
              </a:buBlip>
              <a:defRPr/>
            </a:pPr>
            <a:r>
              <a:rPr lang="cs-CZ" b="1" dirty="0">
                <a:latin typeface="Verdana" pitchFamily="34" charset="0"/>
              </a:rPr>
              <a:t>Funkce</a:t>
            </a:r>
          </a:p>
          <a:p>
            <a:pPr marL="504000" indent="-504000" algn="l">
              <a:spcAft>
                <a:spcPts val="600"/>
              </a:spcAft>
              <a:buClr>
                <a:schemeClr val="folHlink"/>
              </a:buClr>
              <a:buFont typeface="Wingdings" pitchFamily="2" charset="2"/>
              <a:buChar char="ü"/>
              <a:defRPr/>
            </a:pPr>
            <a:r>
              <a:rPr lang="cs-CZ" sz="2000" dirty="0">
                <a:latin typeface="Verdana" pitchFamily="34" charset="0"/>
              </a:rPr>
              <a:t>Je-li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T=1 </a:t>
            </a:r>
            <a:r>
              <a:rPr lang="cs-CZ" sz="2000" dirty="0">
                <a:latin typeface="Verdana" pitchFamily="34" charset="0"/>
              </a:rPr>
              <a:t>potom se </a:t>
            </a:r>
            <a:r>
              <a:rPr lang="cs-CZ" sz="2000" b="1" dirty="0">
                <a:latin typeface="Verdana" pitchFamily="34" charset="0"/>
              </a:rPr>
              <a:t>neguje stav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Q</a:t>
            </a:r>
          </a:p>
          <a:p>
            <a:pPr marL="504000" indent="-504000" algn="l">
              <a:spcAft>
                <a:spcPts val="600"/>
              </a:spcAft>
              <a:buClr>
                <a:schemeClr val="folHlink"/>
              </a:buClr>
              <a:buFont typeface="Wingdings" pitchFamily="2" charset="2"/>
              <a:buChar char="ü"/>
              <a:defRPr/>
            </a:pPr>
            <a:r>
              <a:rPr lang="cs-CZ" sz="2000" dirty="0">
                <a:latin typeface="Verdana" pitchFamily="34" charset="0"/>
              </a:rPr>
              <a:t>Změna se děje </a:t>
            </a:r>
            <a:r>
              <a:rPr lang="cs-CZ" sz="2000" b="1" dirty="0">
                <a:latin typeface="Verdana" pitchFamily="34" charset="0"/>
              </a:rPr>
              <a:t>pouze</a:t>
            </a:r>
            <a:r>
              <a:rPr lang="cs-CZ" sz="2000" dirty="0">
                <a:latin typeface="Verdana" pitchFamily="34" charset="0"/>
              </a:rPr>
              <a:t> na </a:t>
            </a:r>
            <a:r>
              <a:rPr lang="cs-CZ" sz="2000" b="1" dirty="0">
                <a:latin typeface="Verdana" pitchFamily="34" charset="0"/>
              </a:rPr>
              <a:t>nástupnou hranu</a:t>
            </a:r>
          </a:p>
          <a:p>
            <a:pPr marL="504000" indent="-504000" algn="l">
              <a:spcAft>
                <a:spcPts val="600"/>
              </a:spcAft>
              <a:buClr>
                <a:schemeClr val="folHlink"/>
              </a:buClr>
              <a:buFont typeface="Wingdings" pitchFamily="2" charset="2"/>
              <a:buChar char="ü"/>
              <a:defRPr/>
            </a:pPr>
            <a:r>
              <a:rPr lang="cs-CZ" sz="2000" dirty="0">
                <a:latin typeface="Verdana" pitchFamily="34" charset="0"/>
              </a:rPr>
              <a:t>V ostatním případě zůstává výstup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Q</a:t>
            </a:r>
            <a:r>
              <a:rPr lang="cs-CZ" sz="2000" dirty="0">
                <a:latin typeface="Verdana" pitchFamily="34" charset="0"/>
              </a:rPr>
              <a:t> v </a:t>
            </a:r>
            <a:r>
              <a:rPr lang="cs-CZ" sz="2000" b="1" dirty="0">
                <a:latin typeface="Verdana" pitchFamily="34" charset="0"/>
              </a:rPr>
              <a:t>původním stavu</a:t>
            </a:r>
          </a:p>
        </p:txBody>
      </p:sp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B68CCCC7-E3E0-4B2D-99B2-2773756A8C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Klopný obvod T hranový</a:t>
            </a:r>
          </a:p>
        </p:txBody>
      </p:sp>
      <p:pic>
        <p:nvPicPr>
          <p:cNvPr id="2" name="Obrázek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035" y="881849"/>
            <a:ext cx="2340000" cy="23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987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94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94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94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94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94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94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94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94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294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Group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5222465"/>
              </p:ext>
            </p:extLst>
          </p:nvPr>
        </p:nvGraphicFramePr>
        <p:xfrm>
          <a:off x="1080000" y="1800000"/>
          <a:ext cx="5580000" cy="3175003"/>
        </p:xfrm>
        <a:graphic>
          <a:graphicData uri="http://schemas.openxmlformats.org/drawingml/2006/table">
            <a:tbl>
              <a:tblPr/>
              <a:tblGrid>
                <a:gridCol w="46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0701036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3656461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76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Stav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PRE</a:t>
                      </a:r>
                      <a:endParaRPr kumimoji="0" lang="cs-CZ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CLR</a:t>
                      </a:r>
                      <a:endParaRPr kumimoji="0" lang="cs-CZ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</a:t>
                      </a:r>
                      <a:r>
                        <a:rPr kumimoji="0" lang="cs-CZ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t+1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funkce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4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kumimoji="0" lang="cs-CZ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kumimoji="0" lang="cs-CZ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en-US" sz="2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2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PRE</a:t>
                      </a:r>
                      <a:endParaRPr kumimoji="0" lang="cs-CZ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182546"/>
                  </a:ext>
                </a:extLst>
              </a:tr>
              <a:tr h="5254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kumimoji="0" lang="cs-CZ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kumimoji="0" lang="cs-CZ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en-US" sz="2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2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CLR</a:t>
                      </a:r>
                      <a:endParaRPr kumimoji="0" lang="cs-CZ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5776537"/>
                  </a:ext>
                </a:extLst>
              </a:tr>
              <a:tr h="5254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</a:t>
                      </a:r>
                      <a:r>
                        <a:rPr kumimoji="0" lang="cs-CZ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HOLD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4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anchor="ctr" horzOverflow="overflow">
                    <a:lnL w="762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endParaRPr kumimoji="0" lang="cs-CZ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/Q</a:t>
                      </a:r>
                      <a:r>
                        <a:rPr kumimoji="0" lang="cs-CZ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TOGGLE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4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0,1,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</a:t>
                      </a:r>
                      <a:r>
                        <a:rPr kumimoji="0" lang="cs-CZ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HOLD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1" name="Obrázek 10" descr="hrana_up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96179" y="3465005"/>
            <a:ext cx="360040" cy="360040"/>
          </a:xfrm>
          <a:prstGeom prst="rect">
            <a:avLst/>
          </a:prstGeom>
        </p:spPr>
      </p:pic>
      <p:sp>
        <p:nvSpPr>
          <p:cNvPr id="15" name="Text Box 19"/>
          <p:cNvSpPr txBox="1">
            <a:spLocks noChangeArrowheads="1"/>
          </p:cNvSpPr>
          <p:nvPr/>
        </p:nvSpPr>
        <p:spPr bwMode="auto">
          <a:xfrm>
            <a:off x="360000" y="1080000"/>
            <a:ext cx="8577282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 algn="l">
              <a:buClr>
                <a:schemeClr val="folHlink"/>
              </a:buClr>
              <a:buBlip>
                <a:blip r:embed="rId4"/>
              </a:buBlip>
              <a:defRPr/>
            </a:pPr>
            <a:r>
              <a:rPr lang="cs-CZ" b="1" dirty="0">
                <a:latin typeface="Verdana" pitchFamily="34" charset="0"/>
              </a:rPr>
              <a:t>Pravdivostní tabulka</a:t>
            </a:r>
            <a:r>
              <a:rPr lang="cs-CZ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</a:t>
            </a:r>
          </a:p>
        </p:txBody>
      </p:sp>
      <p:pic>
        <p:nvPicPr>
          <p:cNvPr id="6" name="Obrázek 5" descr="hrana_up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10800000" flipV="1">
            <a:off x="3347292" y="4545275"/>
            <a:ext cx="288033" cy="288033"/>
          </a:xfrm>
          <a:prstGeom prst="rect">
            <a:avLst/>
          </a:prstGeom>
        </p:spPr>
      </p:pic>
      <p:sp>
        <p:nvSpPr>
          <p:cNvPr id="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8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0" name="Tlačítko akce: Vlastní 9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5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pic>
        <p:nvPicPr>
          <p:cNvPr id="17" name="Obrázek 16" descr="hrana_up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31269" y="3994210"/>
            <a:ext cx="360040" cy="360040"/>
          </a:xfrm>
          <a:prstGeom prst="rect">
            <a:avLst/>
          </a:prstGeom>
        </p:spPr>
      </p:pic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Klopný obvod T hranový</a:t>
            </a:r>
          </a:p>
        </p:txBody>
      </p:sp>
    </p:spTree>
    <p:extLst>
      <p:ext uri="{BB962C8B-B14F-4D97-AF65-F5344CB8AC3E}">
        <p14:creationId xmlns:p14="http://schemas.microsoft.com/office/powerpoint/2010/main" val="1457602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8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9" name="Tlačítko akce: Vlastní 18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0" name="Tlačítko akce: Vlastní 19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1" name="Tlačítko akce: Vlastní 20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Klopný obvod T hranový</a:t>
            </a:r>
          </a:p>
        </p:txBody>
      </p:sp>
      <p:pic>
        <p:nvPicPr>
          <p:cNvPr id="2" name="Obrázek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00" y="1800000"/>
            <a:ext cx="7200000" cy="2053438"/>
          </a:xfrm>
          <a:prstGeom prst="rect">
            <a:avLst/>
          </a:prstGeom>
        </p:spPr>
      </p:pic>
      <p:sp>
        <p:nvSpPr>
          <p:cNvPr id="11" name="Text Box 7">
            <a:extLst>
              <a:ext uri="{FF2B5EF4-FFF2-40B4-BE49-F238E27FC236}">
                <a16:creationId xmlns:a16="http://schemas.microsoft.com/office/drawing/2014/main" id="{25A00CA8-2BED-4BB7-922F-3C4B00954C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5140" y="-24"/>
            <a:ext cx="3466002" cy="50683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495300" indent="-495300">
              <a:buClr>
                <a:schemeClr val="folHlink"/>
              </a:buClr>
            </a:pPr>
            <a:r>
              <a:rPr lang="cs-CZ" b="1" dirty="0">
                <a:latin typeface="Verdana" pitchFamily="34" charset="0"/>
              </a:rPr>
              <a:t>Stavový diagram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6000760" y="-24"/>
            <a:ext cx="3100382" cy="42862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495300" indent="-495300">
              <a:buClr>
                <a:schemeClr val="folHlink"/>
              </a:buClr>
            </a:pPr>
            <a:r>
              <a:rPr lang="cs-CZ" b="1" dirty="0">
                <a:latin typeface="Verdana" pitchFamily="34" charset="0"/>
              </a:rPr>
              <a:t>Časový diagram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Klopný obvod T hranový</a:t>
            </a:r>
          </a:p>
        </p:txBody>
      </p:sp>
      <p:pic>
        <p:nvPicPr>
          <p:cNvPr id="2" name="Obrázek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" y="720001"/>
            <a:ext cx="5220000" cy="42816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2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8" name="Tlačítko akce: Vlastní 2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9" name="Tlačítko akce: Vlastní 2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30" name="Tlačítko akce: Vlastní 2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31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092360" cy="400110"/>
          </a:xfrm>
          <a:noFill/>
          <a:ln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Klopný obvod </a:t>
            </a:r>
            <a:r>
              <a:rPr lang="en-US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T</a:t>
            </a: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 hranový</a:t>
            </a:r>
            <a:endParaRPr lang="cs-CZ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20" name="Obdélník 19"/>
          <p:cNvSpPr/>
          <p:nvPr/>
        </p:nvSpPr>
        <p:spPr>
          <a:xfrm>
            <a:off x="720000" y="720000"/>
            <a:ext cx="7740000" cy="5290606"/>
          </a:xfrm>
          <a:prstGeom prst="rect">
            <a:avLst/>
          </a:prstGeom>
          <a:solidFill>
            <a:srgbClr val="FFFFFF">
              <a:lumMod val="75000"/>
            </a:srgbClr>
          </a:solidFill>
          <a:ln w="28575">
            <a:solidFill>
              <a:srgbClr val="000099"/>
            </a:solidFill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entity 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cs-CZ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_c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is</a:t>
            </a:r>
            <a:b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port 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(t, </a:t>
            </a:r>
            <a:r>
              <a:rPr lang="cs-CZ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c, clk, pre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 : in 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std_logic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         q : out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std_logic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 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cs-CZ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_c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------------------------------------------------------------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process 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(t</a:t>
            </a:r>
            <a:r>
              <a:rPr lang="cs-CZ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, c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cs-CZ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signal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 qi : 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std_logic 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:= '0';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begin</a:t>
            </a:r>
            <a:endParaRPr lang="cs-CZ" sz="1800" b="1" kern="0" dirty="0">
              <a:solidFill>
                <a:srgbClr val="00007D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cs-CZ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if then</a:t>
            </a:r>
          </a:p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cs-CZ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elsif then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cs-CZ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</a:p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cs-CZ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1800" b="1" kern="0" dirty="0" err="1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(c'event and c = '1') 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then</a:t>
            </a:r>
            <a:endParaRPr lang="cs-CZ" sz="1800" b="1" kern="0" dirty="0">
              <a:solidFill>
                <a:srgbClr val="00007D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cs-CZ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b="1" kern="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 = '1'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then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q &lt;= not (q);</a:t>
            </a:r>
          </a:p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cs-CZ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 if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 if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0" dirty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 process</a:t>
            </a: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kern="0" dirty="0">
                <a:latin typeface="Consolas" panose="020B0609020204030204" pitchFamily="49" charset="0"/>
                <a:cs typeface="Consolas" panose="020B0609020204030204" pitchFamily="49" charset="0"/>
              </a:rPr>
              <a:t>q &lt;= qi;</a:t>
            </a:r>
          </a:p>
        </p:txBody>
      </p:sp>
      <p:sp>
        <p:nvSpPr>
          <p:cNvPr id="32" name="Text Box 7"/>
          <p:cNvSpPr txBox="1">
            <a:spLocks noChangeArrowheads="1"/>
          </p:cNvSpPr>
          <p:nvPr/>
        </p:nvSpPr>
        <p:spPr bwMode="auto">
          <a:xfrm>
            <a:off x="6000760" y="-24"/>
            <a:ext cx="3100382" cy="42862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495300" indent="-495300">
              <a:buClr>
                <a:schemeClr val="folHlink"/>
              </a:buClr>
            </a:pPr>
            <a:r>
              <a:rPr lang="en-US" b="1" dirty="0">
                <a:latin typeface="Verdana" pitchFamily="34" charset="0"/>
              </a:rPr>
              <a:t>VHDL</a:t>
            </a:r>
            <a:endParaRPr lang="cs-CZ" b="1" dirty="0"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8503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/>
          <p:cNvSpPr>
            <a:spLocks noGrp="1" noChangeArrowheads="1"/>
          </p:cNvSpPr>
          <p:nvPr>
            <p:ph type="title"/>
          </p:nvPr>
        </p:nvSpPr>
        <p:spPr>
          <a:xfrm>
            <a:off x="514376" y="316942"/>
            <a:ext cx="7772400" cy="646331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3600" b="1" kern="1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Shrnutí klopných obvodů</a:t>
            </a:r>
          </a:p>
        </p:txBody>
      </p:sp>
      <p:graphicFrame>
        <p:nvGraphicFramePr>
          <p:cNvPr id="9" name="Group 1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206219"/>
              </p:ext>
            </p:extLst>
          </p:nvPr>
        </p:nvGraphicFramePr>
        <p:xfrm>
          <a:off x="214282" y="1214423"/>
          <a:ext cx="2286016" cy="2798205"/>
        </p:xfrm>
        <a:graphic>
          <a:graphicData uri="http://schemas.openxmlformats.org/drawingml/2006/table">
            <a:tbl>
              <a:tblPr/>
              <a:tblGrid>
                <a:gridCol w="415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54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93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5078">
                <a:tc gridSpan="4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R-S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4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2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S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Q</a:t>
                      </a:r>
                      <a:r>
                        <a:rPr kumimoji="0" lang="cs-CZ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t+1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funkce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2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cs-CZ" sz="1800" b="1" i="0" u="none" strike="noStrike" kern="1200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HOLD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2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RESET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2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SET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2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?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5" name="Group 1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2690955"/>
              </p:ext>
            </p:extLst>
          </p:nvPr>
        </p:nvGraphicFramePr>
        <p:xfrm>
          <a:off x="2571736" y="1214422"/>
          <a:ext cx="1870377" cy="2798205"/>
        </p:xfrm>
        <a:graphic>
          <a:graphicData uri="http://schemas.openxmlformats.org/drawingml/2006/table">
            <a:tbl>
              <a:tblPr/>
              <a:tblGrid>
                <a:gridCol w="415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5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93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5078"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D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4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2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D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Q</a:t>
                      </a:r>
                      <a:r>
                        <a:rPr kumimoji="0" lang="cs-CZ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t+1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funkce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2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endParaRPr kumimoji="0" lang="cs-CZ" sz="1800" b="1" i="0" u="none" strike="noStrike" kern="1200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05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2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5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STORE 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2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5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STORE 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2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05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8" name="Group 1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006659"/>
              </p:ext>
            </p:extLst>
          </p:nvPr>
        </p:nvGraphicFramePr>
        <p:xfrm>
          <a:off x="4500562" y="1214422"/>
          <a:ext cx="2286016" cy="2798205"/>
        </p:xfrm>
        <a:graphic>
          <a:graphicData uri="http://schemas.openxmlformats.org/drawingml/2006/table">
            <a:tbl>
              <a:tblPr/>
              <a:tblGrid>
                <a:gridCol w="415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54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93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5078">
                <a:tc gridSpan="4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J-K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4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2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J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K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Q</a:t>
                      </a:r>
                      <a:r>
                        <a:rPr kumimoji="0" lang="cs-CZ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t+1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funkce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2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cs-CZ" sz="1800" b="1" i="0" u="none" strike="noStrike" kern="1200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HOLD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2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RESET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2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SET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2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TOGGLE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23937" name="Object 1"/>
          <p:cNvGraphicFramePr>
            <a:graphicFrameLocks noChangeAspect="1"/>
          </p:cNvGraphicFramePr>
          <p:nvPr/>
        </p:nvGraphicFramePr>
        <p:xfrm>
          <a:off x="5568950" y="3571875"/>
          <a:ext cx="292100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3" imgW="190440" imgH="253800" progId="Equation.3">
                  <p:embed/>
                </p:oleObj>
              </mc:Choice>
              <mc:Fallback>
                <p:oleObj name="Rovnice" r:id="rId3" imgW="190440" imgH="2538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8950" y="3571875"/>
                        <a:ext cx="292100" cy="388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Group 1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2437104"/>
              </p:ext>
            </p:extLst>
          </p:nvPr>
        </p:nvGraphicFramePr>
        <p:xfrm>
          <a:off x="6858016" y="1214422"/>
          <a:ext cx="1870377" cy="2798205"/>
        </p:xfrm>
        <a:graphic>
          <a:graphicData uri="http://schemas.openxmlformats.org/drawingml/2006/table">
            <a:tbl>
              <a:tblPr/>
              <a:tblGrid>
                <a:gridCol w="415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5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93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5078"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T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4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2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T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Q</a:t>
                      </a:r>
                      <a:r>
                        <a:rPr kumimoji="0" lang="cs-CZ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t+1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funkce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2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cs-CZ" sz="1800" b="1" i="0" u="none" strike="noStrike" kern="1200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0000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HOLD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2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endParaRPr kumimoji="0" lang="cs-CZ" sz="1800" b="1" i="0" u="none" strike="noStrike" kern="1200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2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05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2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05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TOGGLE</a:t>
                      </a:r>
                      <a:endParaRPr kumimoji="0" lang="cs-CZ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0" name="Object 1"/>
          <p:cNvGraphicFramePr>
            <a:graphicFrameLocks noChangeAspect="1"/>
          </p:cNvGraphicFramePr>
          <p:nvPr/>
        </p:nvGraphicFramePr>
        <p:xfrm>
          <a:off x="7497763" y="3611563"/>
          <a:ext cx="292100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5" imgW="190440" imgH="253800" progId="Equation.3">
                  <p:embed/>
                </p:oleObj>
              </mc:Choice>
              <mc:Fallback>
                <p:oleObj name="Rovnice" r:id="rId5" imgW="190440" imgH="253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7763" y="3611563"/>
                        <a:ext cx="292100" cy="388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1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2" name="Tlačítko akce: Vlastní 11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3" name="Tlačítko akce: Vlastní 12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4" name="Tlačítko akce: Vlastní 13">
            <a:hlinkClick r:id="rId7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23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/>
          <p:cNvSpPr>
            <a:spLocks noGrp="1" noChangeArrowheads="1"/>
          </p:cNvSpPr>
          <p:nvPr>
            <p:ph type="title"/>
          </p:nvPr>
        </p:nvSpPr>
        <p:spPr>
          <a:xfrm>
            <a:off x="504000" y="288000"/>
            <a:ext cx="8843970" cy="646331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3600" b="1" kern="1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Dělení KO podle </a:t>
            </a:r>
            <a:r>
              <a:rPr lang="cs-CZ" sz="3200" b="1" kern="1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počtu</a:t>
            </a:r>
            <a:r>
              <a:rPr lang="cs-CZ" sz="3600" b="1" kern="1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stabilních stavů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296962989"/>
              </p:ext>
            </p:extLst>
          </p:nvPr>
        </p:nvGraphicFramePr>
        <p:xfrm>
          <a:off x="540000" y="1800000"/>
          <a:ext cx="8100000" cy="38164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8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0D605DD-A060-472B-A033-45BAE018CE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C0D605DD-A060-472B-A033-45BAE018CE9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66A1B62-BB4F-4C1E-998D-DD4926AA8DF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graphicEl>
                                              <a:dgm id="{166A1B62-BB4F-4C1E-998D-DD4926AA8DF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54D66D6-C635-4BC9-9086-33E193858B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dgm id="{954D66D6-C635-4BC9-9086-33E193858B6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50F4BC5-F877-4F02-829D-A688E36FC7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graphicEl>
                                              <a:dgm id="{950F4BC5-F877-4F02-829D-A688E36FC7A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5C6CD23-0FAA-4BC8-B3EF-F949CD373D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graphicEl>
                                              <a:dgm id="{A5C6CD23-0FAA-4BC8-B3EF-F949CD373D2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120C249-44AC-4573-B384-AC5687842A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graphicEl>
                                              <a:dgm id="{2120C249-44AC-4573-B384-AC5687842AC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25A4353-DA04-424C-A0B5-A63E6EBDAA3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graphicEl>
                                              <a:dgm id="{625A4353-DA04-424C-A0B5-A63E6EBDAA3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  <p:bldP spid="5" grpId="0" animBg="1"/>
      <p:bldP spid="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84000" cy="124649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 algn="l">
              <a:spcAft>
                <a:spcPts val="1800"/>
              </a:spcAft>
              <a:buClr>
                <a:schemeClr val="folHlink"/>
              </a:buClr>
              <a:buBlip>
                <a:blip r:embed="rId3"/>
              </a:buBlip>
              <a:defRPr/>
            </a:pPr>
            <a:r>
              <a:rPr lang="cs-CZ" sz="2000" dirty="0">
                <a:latin typeface="Verdana" pitchFamily="34" charset="0"/>
              </a:rPr>
              <a:t>Má </a:t>
            </a:r>
            <a:r>
              <a:rPr lang="cs-CZ" sz="2000" b="1" dirty="0">
                <a:latin typeface="Verdana" pitchFamily="34" charset="0"/>
              </a:rPr>
              <a:t>dva stabilní </a:t>
            </a:r>
            <a:r>
              <a:rPr lang="cs-CZ" sz="2000" dirty="0">
                <a:latin typeface="Verdana" pitchFamily="34" charset="0"/>
              </a:rPr>
              <a:t>stavy, mezi kterými je možno jej libovolně  </a:t>
            </a:r>
            <a:r>
              <a:rPr lang="cs-CZ" sz="2000" b="1" dirty="0">
                <a:latin typeface="Verdana" pitchFamily="34" charset="0"/>
              </a:rPr>
              <a:t>vnějšími</a:t>
            </a:r>
            <a:r>
              <a:rPr lang="cs-CZ" sz="2000" dirty="0">
                <a:latin typeface="Verdana" pitchFamily="34" charset="0"/>
              </a:rPr>
              <a:t> vstupy přepínat (RS, D, JK, T)</a:t>
            </a:r>
          </a:p>
          <a:p>
            <a:pPr marL="504000" indent="-504000" algn="l">
              <a:spcAft>
                <a:spcPts val="1800"/>
              </a:spcAft>
              <a:buClr>
                <a:schemeClr val="folHlink"/>
              </a:buClr>
              <a:buBlip>
                <a:blip r:embed="rId3"/>
              </a:buBlip>
              <a:defRPr/>
            </a:pPr>
            <a:r>
              <a:rPr lang="cs-CZ" sz="2000" dirty="0">
                <a:latin typeface="Verdana" pitchFamily="34" charset="0"/>
              </a:rPr>
              <a:t>Používá se jako </a:t>
            </a:r>
            <a:r>
              <a:rPr lang="cs-CZ" sz="2000" b="1" dirty="0">
                <a:latin typeface="Verdana" pitchFamily="34" charset="0"/>
              </a:rPr>
              <a:t>paměťový prvek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504000" y="288000"/>
            <a:ext cx="8843970" cy="646331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3600" b="1" kern="1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Bistabilní klopný obvod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72492" cy="178510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 algn="l">
              <a:spcAft>
                <a:spcPts val="1800"/>
              </a:spcAft>
              <a:buClr>
                <a:schemeClr val="folHlink"/>
              </a:buClr>
              <a:buBlip>
                <a:blip r:embed="rId3"/>
              </a:buBlip>
              <a:defRPr/>
            </a:pPr>
            <a:r>
              <a:rPr lang="cs-CZ" sz="2000" dirty="0">
                <a:latin typeface="Verdana" pitchFamily="34" charset="0"/>
              </a:rPr>
              <a:t>Má </a:t>
            </a:r>
            <a:r>
              <a:rPr lang="cs-CZ" sz="2000" b="1" dirty="0">
                <a:latin typeface="Verdana" pitchFamily="34" charset="0"/>
              </a:rPr>
              <a:t>jeden stabilní </a:t>
            </a:r>
            <a:r>
              <a:rPr lang="cs-CZ" sz="2000" dirty="0">
                <a:latin typeface="Verdana" pitchFamily="34" charset="0"/>
              </a:rPr>
              <a:t>stav</a:t>
            </a:r>
          </a:p>
          <a:p>
            <a:pPr marL="504000" indent="-504000" algn="l">
              <a:spcAft>
                <a:spcPts val="1800"/>
              </a:spcAft>
              <a:buClr>
                <a:schemeClr val="folHlink"/>
              </a:buClr>
              <a:buBlip>
                <a:blip r:embed="rId3"/>
              </a:buBlip>
              <a:defRPr/>
            </a:pPr>
            <a:r>
              <a:rPr lang="cs-CZ" sz="2000" dirty="0">
                <a:latin typeface="Verdana" pitchFamily="34" charset="0"/>
              </a:rPr>
              <a:t>Při přepnutí do </a:t>
            </a:r>
            <a:r>
              <a:rPr lang="cs-CZ" sz="2000" b="1" dirty="0">
                <a:latin typeface="Verdana" pitchFamily="34" charset="0"/>
              </a:rPr>
              <a:t>nestabilního</a:t>
            </a:r>
            <a:r>
              <a:rPr lang="cs-CZ" sz="2000" dirty="0">
                <a:latin typeface="Verdana" pitchFamily="34" charset="0"/>
              </a:rPr>
              <a:t> stavu se po určitém čase překlopí </a:t>
            </a:r>
            <a:r>
              <a:rPr lang="cs-CZ" sz="2000" b="1" dirty="0">
                <a:latin typeface="Verdana" pitchFamily="34" charset="0"/>
              </a:rPr>
              <a:t>zpět</a:t>
            </a:r>
            <a:r>
              <a:rPr lang="cs-CZ" sz="2000" dirty="0">
                <a:latin typeface="Verdana" pitchFamily="34" charset="0"/>
              </a:rPr>
              <a:t> do </a:t>
            </a:r>
            <a:r>
              <a:rPr lang="cs-CZ" sz="2000" b="1" dirty="0">
                <a:latin typeface="Verdana" pitchFamily="34" charset="0"/>
              </a:rPr>
              <a:t>stabilního</a:t>
            </a:r>
            <a:r>
              <a:rPr lang="cs-CZ" sz="2000" dirty="0">
                <a:latin typeface="Verdana" pitchFamily="34" charset="0"/>
              </a:rPr>
              <a:t> stavu</a:t>
            </a:r>
          </a:p>
          <a:p>
            <a:pPr marL="504000" indent="-504000" algn="l">
              <a:spcAft>
                <a:spcPts val="1800"/>
              </a:spcAft>
              <a:buClr>
                <a:schemeClr val="folHlink"/>
              </a:buClr>
              <a:buBlip>
                <a:blip r:embed="rId3"/>
              </a:buBlip>
              <a:defRPr/>
            </a:pPr>
            <a:r>
              <a:rPr lang="cs-CZ" sz="2000" dirty="0">
                <a:latin typeface="Verdana" pitchFamily="34" charset="0"/>
              </a:rPr>
              <a:t>Používá se jako </a:t>
            </a:r>
            <a:r>
              <a:rPr lang="cs-CZ" sz="2000" b="1" dirty="0">
                <a:latin typeface="Verdana" pitchFamily="34" charset="0"/>
              </a:rPr>
              <a:t>zpožďovací prvek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pic>
        <p:nvPicPr>
          <p:cNvPr id="2" name="Obrázek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720" y="4219062"/>
            <a:ext cx="3005271" cy="2505098"/>
          </a:xfrm>
          <a:prstGeom prst="rect">
            <a:avLst/>
          </a:prstGeom>
        </p:spPr>
      </p:pic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504000" y="288000"/>
            <a:ext cx="8843970" cy="646331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3600" b="1" kern="1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Monostabilní klopný obvod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72492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 algn="l">
              <a:spcAft>
                <a:spcPts val="1800"/>
              </a:spcAft>
              <a:buClr>
                <a:schemeClr val="folHlink"/>
              </a:buClr>
              <a:buBlip>
                <a:blip r:embed="rId3"/>
              </a:buBlip>
              <a:defRPr/>
            </a:pPr>
            <a:r>
              <a:rPr lang="cs-CZ" b="1" dirty="0">
                <a:latin typeface="Verdana" pitchFamily="34" charset="0"/>
              </a:rPr>
              <a:t>Funkce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pic>
        <p:nvPicPr>
          <p:cNvPr id="10" name="Obrázek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999" y="1800000"/>
            <a:ext cx="5760000" cy="3948322"/>
          </a:xfrm>
          <a:prstGeom prst="rect">
            <a:avLst/>
          </a:prstGeom>
        </p:spPr>
      </p:pic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092360" cy="400110"/>
          </a:xfrm>
          <a:noFill/>
          <a:ln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Monostabilní klopný obvod </a:t>
            </a:r>
          </a:p>
        </p:txBody>
      </p:sp>
    </p:spTree>
    <p:extLst>
      <p:ext uri="{BB962C8B-B14F-4D97-AF65-F5344CB8AC3E}">
        <p14:creationId xmlns:p14="http://schemas.microsoft.com/office/powerpoint/2010/main" val="63801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84000" cy="20313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 algn="l">
              <a:spcAft>
                <a:spcPts val="1800"/>
              </a:spcAft>
              <a:buClr>
                <a:schemeClr val="folHlink"/>
              </a:buClr>
              <a:buBlip>
                <a:blip r:embed="rId3"/>
              </a:buBlip>
              <a:defRPr/>
            </a:pPr>
            <a:r>
              <a:rPr lang="cs-CZ" dirty="0">
                <a:latin typeface="Verdana" pitchFamily="34" charset="0"/>
              </a:rPr>
              <a:t>Nemá </a:t>
            </a:r>
            <a:r>
              <a:rPr lang="cs-CZ" b="1" dirty="0">
                <a:latin typeface="Verdana" pitchFamily="34" charset="0"/>
              </a:rPr>
              <a:t>žádný stabilní </a:t>
            </a:r>
            <a:r>
              <a:rPr lang="cs-CZ" dirty="0">
                <a:latin typeface="Verdana" pitchFamily="34" charset="0"/>
              </a:rPr>
              <a:t>stav</a:t>
            </a:r>
          </a:p>
          <a:p>
            <a:pPr marL="504000" indent="-504000" algn="l">
              <a:spcAft>
                <a:spcPts val="1800"/>
              </a:spcAft>
              <a:buClr>
                <a:schemeClr val="folHlink"/>
              </a:buClr>
              <a:buBlip>
                <a:blip r:embed="rId3"/>
              </a:buBlip>
              <a:defRPr/>
            </a:pPr>
            <a:r>
              <a:rPr lang="cs-CZ" dirty="0">
                <a:latin typeface="Verdana" pitchFamily="34" charset="0"/>
              </a:rPr>
              <a:t>Neustále se </a:t>
            </a:r>
            <a:r>
              <a:rPr lang="cs-CZ" b="1" dirty="0">
                <a:latin typeface="Verdana" pitchFamily="34" charset="0"/>
              </a:rPr>
              <a:t>překlápí </a:t>
            </a:r>
            <a:r>
              <a:rPr lang="cs-CZ" dirty="0">
                <a:latin typeface="Verdana" pitchFamily="34" charset="0"/>
              </a:rPr>
              <a:t>mezi </a:t>
            </a:r>
            <a:r>
              <a:rPr lang="cs-CZ" b="1" dirty="0">
                <a:latin typeface="Verdana" pitchFamily="34" charset="0"/>
              </a:rPr>
              <a:t>dvěma</a:t>
            </a:r>
            <a:r>
              <a:rPr lang="cs-CZ" dirty="0">
                <a:latin typeface="Verdana" pitchFamily="34" charset="0"/>
              </a:rPr>
              <a:t> </a:t>
            </a:r>
            <a:r>
              <a:rPr lang="cs-CZ" b="1" dirty="0">
                <a:latin typeface="Verdana" pitchFamily="34" charset="0"/>
              </a:rPr>
              <a:t>nestabilními</a:t>
            </a:r>
            <a:r>
              <a:rPr lang="cs-CZ" dirty="0">
                <a:latin typeface="Verdana" pitchFamily="34" charset="0"/>
              </a:rPr>
              <a:t> stavy</a:t>
            </a:r>
          </a:p>
          <a:p>
            <a:pPr marL="504000" indent="-504000" algn="l">
              <a:spcAft>
                <a:spcPts val="1800"/>
              </a:spcAft>
              <a:buClr>
                <a:schemeClr val="folHlink"/>
              </a:buClr>
              <a:buBlip>
                <a:blip r:embed="rId3"/>
              </a:buBlip>
              <a:defRPr/>
            </a:pPr>
            <a:r>
              <a:rPr lang="cs-CZ" dirty="0">
                <a:latin typeface="Verdana" pitchFamily="34" charset="0"/>
              </a:rPr>
              <a:t>Používá se jako </a:t>
            </a:r>
            <a:r>
              <a:rPr lang="cs-CZ" b="1" dirty="0">
                <a:latin typeface="Verdana" pitchFamily="34" charset="0"/>
              </a:rPr>
              <a:t>generátor impulzů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504000" y="288000"/>
            <a:ext cx="8843970" cy="646331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3600" b="1" kern="1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Astabilní klopný obvod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Box 19"/>
          <p:cNvSpPr txBox="1">
            <a:spLocks noChangeArrowheads="1"/>
          </p:cNvSpPr>
          <p:nvPr/>
        </p:nvSpPr>
        <p:spPr bwMode="auto">
          <a:xfrm>
            <a:off x="540000" y="3600000"/>
            <a:ext cx="8604000" cy="116955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 algn="l">
              <a:spcAft>
                <a:spcPts val="600"/>
              </a:spcAft>
              <a:buClr>
                <a:schemeClr val="folHlink"/>
              </a:buClr>
              <a:buBlip>
                <a:blip r:embed="rId3"/>
              </a:buBlip>
              <a:defRPr/>
            </a:pPr>
            <a:r>
              <a:rPr lang="cs-CZ" sz="2000" b="1" dirty="0">
                <a:latin typeface="Verdana" pitchFamily="34" charset="0"/>
              </a:rPr>
              <a:t>Funkce</a:t>
            </a:r>
          </a:p>
          <a:p>
            <a:pPr marL="504000" indent="-504000" algn="l">
              <a:spcAft>
                <a:spcPts val="600"/>
              </a:spcAft>
              <a:buClr>
                <a:schemeClr val="folHlink"/>
              </a:buClr>
              <a:buFont typeface="Wingdings" pitchFamily="2" charset="2"/>
              <a:buChar char="ü"/>
              <a:defRPr/>
            </a:pPr>
            <a:r>
              <a:rPr lang="cs-CZ" sz="2000" dirty="0">
                <a:latin typeface="Verdana" pitchFamily="34" charset="0"/>
              </a:rPr>
              <a:t>Vlastnost </a:t>
            </a:r>
            <a:r>
              <a:rPr lang="cs-CZ" sz="2000" b="1" dirty="0">
                <a:latin typeface="Verdana" pitchFamily="34" charset="0"/>
              </a:rPr>
              <a:t>hystereze</a:t>
            </a:r>
          </a:p>
          <a:p>
            <a:pPr marL="504000" indent="-504000" algn="l">
              <a:spcAft>
                <a:spcPts val="600"/>
              </a:spcAft>
              <a:buClr>
                <a:schemeClr val="folHlink"/>
              </a:buClr>
              <a:buFont typeface="Wingdings" pitchFamily="2" charset="2"/>
              <a:buChar char="ü"/>
              <a:defRPr/>
            </a:pPr>
            <a:r>
              <a:rPr lang="cs-CZ" sz="2000" dirty="0">
                <a:latin typeface="Verdana" pitchFamily="34" charset="0"/>
              </a:rPr>
              <a:t>Slouží k úpravě vstupních signálů</a:t>
            </a:r>
            <a:endParaRPr lang="cs-CZ" sz="2000" b="1" dirty="0">
              <a:latin typeface="Verdana" pitchFamily="34" charset="0"/>
            </a:endParaRP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94057"/>
            <a:ext cx="8676000" cy="707886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Schmittův klopný obvod</a:t>
            </a:r>
          </a:p>
        </p:txBody>
      </p:sp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pic>
        <p:nvPicPr>
          <p:cNvPr id="451586" name="Picture 2" descr="D:\lj\prezentace\CIT\Klopné obvody\1024px-Schmitt_trigger_DIN.svg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296" y="1185192"/>
            <a:ext cx="3312368" cy="1766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8615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1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092360" cy="400110"/>
          </a:xfrm>
          <a:noFill/>
          <a:ln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Schmittův klopný obvod </a:t>
            </a:r>
          </a:p>
        </p:txBody>
      </p:sp>
      <p:pic>
        <p:nvPicPr>
          <p:cNvPr id="3" name="Obrázek 2" descr="Obsah obrázku řada/pruh, snímek obrazovky, Obdélník, diagram&#10;&#10;Obsah vygenerovaný umělou inteligencí může být nesprávný.">
            <a:extLst>
              <a:ext uri="{FF2B5EF4-FFF2-40B4-BE49-F238E27FC236}">
                <a16:creationId xmlns:a16="http://schemas.microsoft.com/office/drawing/2014/main" id="{D5B880C4-AE30-C0B8-9459-540C13BE170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000" y="1080000"/>
            <a:ext cx="5760000" cy="4806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019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092360" cy="400110"/>
          </a:xfrm>
          <a:noFill/>
          <a:ln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Schmittův klopný obvod </a:t>
            </a:r>
          </a:p>
        </p:txBody>
      </p:sp>
      <p:pic>
        <p:nvPicPr>
          <p:cNvPr id="2" name="Obrázek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999" y="1080000"/>
            <a:ext cx="5400000" cy="351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531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504000" y="288000"/>
            <a:ext cx="8229600" cy="646331"/>
          </a:xfr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cs-CZ" sz="3600" b="1" kern="1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Konec</a:t>
            </a:r>
          </a:p>
        </p:txBody>
      </p:sp>
      <p:sp>
        <p:nvSpPr>
          <p:cNvPr id="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gif"/></Relationships>
</file>

<file path=ppt/theme/theme1.xml><?xml version="1.0" encoding="utf-8"?>
<a:theme xmlns:a="http://schemas.openxmlformats.org/drawingml/2006/main" name="Pixel">
  <a:themeElements>
    <a:clrScheme name="Vlastní 2">
      <a:dk1>
        <a:srgbClr val="000000"/>
      </a:dk1>
      <a:lt1>
        <a:srgbClr val="FFFFFF"/>
      </a:lt1>
      <a:dk2>
        <a:srgbClr val="000000"/>
      </a:dk2>
      <a:lt2>
        <a:srgbClr val="CC3300"/>
      </a:lt2>
      <a:accent1>
        <a:srgbClr val="C00000"/>
      </a:accent1>
      <a:accent2>
        <a:srgbClr val="CC6600"/>
      </a:accent2>
      <a:accent3>
        <a:srgbClr val="FFFFFF"/>
      </a:accent3>
      <a:accent4>
        <a:srgbClr val="000000"/>
      </a:accent4>
      <a:accent5>
        <a:srgbClr val="FFE2AA"/>
      </a:accent5>
      <a:accent6>
        <a:srgbClr val="C00000"/>
      </a:accent6>
      <a:hlink>
        <a:srgbClr val="663300"/>
      </a:hlink>
      <a:folHlink>
        <a:srgbClr val="C00000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 w="12700">
          <a:noFill/>
          <a:miter lim="800000"/>
          <a:headEnd type="none" w="sm" len="sm"/>
          <a:tailEnd type="none" w="sm" len="sm"/>
        </a:ln>
        <a:effectLst/>
      </a:spPr>
      <a:bodyPr>
        <a:spAutoFit/>
      </a:bodyPr>
      <a:lstStyle>
        <a:defPPr marL="495300" indent="-495300" algn="l">
          <a:buClr>
            <a:schemeClr val="folHlink"/>
          </a:buClr>
          <a:buBlip>
            <a:blip xmlns:r="http://schemas.openxmlformats.org/officeDocument/2006/relationships" r:embed="rId1"/>
          </a:buBlip>
          <a:defRPr sz="3200" b="1" dirty="0" smtClean="0">
            <a:latin typeface="Verdana" pitchFamily="34" charset="0"/>
          </a:defRPr>
        </a:defPPr>
      </a:lstStyle>
    </a:tx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SSE_PRA_3_JSAnew</Template>
  <TotalTime>71090</TotalTime>
  <Words>2134</Words>
  <Application>Microsoft Office PowerPoint</Application>
  <PresentationFormat>Předvádění na obrazovce (4:3)</PresentationFormat>
  <Paragraphs>850</Paragraphs>
  <Slides>51</Slides>
  <Notes>51</Notes>
  <HiddenSlides>0</HiddenSlides>
  <MMClips>0</MMClips>
  <ScaleCrop>false</ScaleCrop>
  <HeadingPairs>
    <vt:vector size="8" baseType="variant">
      <vt:variant>
        <vt:lpstr>Použitá písma</vt:lpstr>
      </vt:variant>
      <vt:variant>
        <vt:i4>7</vt:i4>
      </vt:variant>
      <vt:variant>
        <vt:lpstr>Motiv</vt:lpstr>
      </vt:variant>
      <vt:variant>
        <vt:i4>1</vt:i4>
      </vt:variant>
      <vt:variant>
        <vt:lpstr>Vložené servery OLE</vt:lpstr>
      </vt:variant>
      <vt:variant>
        <vt:i4>1</vt:i4>
      </vt:variant>
      <vt:variant>
        <vt:lpstr>Nadpisy snímků</vt:lpstr>
      </vt:variant>
      <vt:variant>
        <vt:i4>51</vt:i4>
      </vt:variant>
    </vt:vector>
  </HeadingPairs>
  <TitlesOfParts>
    <vt:vector size="60" baseType="lpstr">
      <vt:lpstr>Arial</vt:lpstr>
      <vt:lpstr>Arial Black</vt:lpstr>
      <vt:lpstr>Consolas</vt:lpstr>
      <vt:lpstr>Monotype Sorts</vt:lpstr>
      <vt:lpstr>Times New Roman</vt:lpstr>
      <vt:lpstr>Verdana</vt:lpstr>
      <vt:lpstr>Wingdings</vt:lpstr>
      <vt:lpstr>Pixel</vt:lpstr>
      <vt:lpstr>Rovnice</vt:lpstr>
      <vt:lpstr>CIT Klopné obvody</vt:lpstr>
      <vt:lpstr>Číslicová technika</vt:lpstr>
      <vt:lpstr>Index</vt:lpstr>
      <vt:lpstr>Klopné obvody</vt:lpstr>
      <vt:lpstr>Funkce klopného obvodu</vt:lpstr>
      <vt:lpstr>Symboly</vt:lpstr>
      <vt:lpstr>Dělení podle funkce</vt:lpstr>
      <vt:lpstr>Dělení podle způsobu řízení</vt:lpstr>
      <vt:lpstr>Klopný obvod R-S </vt:lpstr>
      <vt:lpstr>Klopný obvod R-S </vt:lpstr>
      <vt:lpstr>Klopný obvod R-S </vt:lpstr>
      <vt:lpstr>Klopný obvod R-S </vt:lpstr>
      <vt:lpstr>Klopný obvod R-S </vt:lpstr>
      <vt:lpstr>Klopný obvod R-S (s povolovacím vstupem)</vt:lpstr>
      <vt:lpstr>Klopný obvod R-S úrovňový</vt:lpstr>
      <vt:lpstr>Klopný obvod  R-S úrovňový</vt:lpstr>
      <vt:lpstr>Klopný obvod  R-S úrovňový</vt:lpstr>
      <vt:lpstr>Klopný obvod R-S úrovňový</vt:lpstr>
      <vt:lpstr>Klopný obvod D</vt:lpstr>
      <vt:lpstr>Klopný obvod D </vt:lpstr>
      <vt:lpstr>Klopný obvod D (s povolovacím vstupem)</vt:lpstr>
      <vt:lpstr>Klopný obvod D úrovňový</vt:lpstr>
      <vt:lpstr>Klopný obvod D úrovňový</vt:lpstr>
      <vt:lpstr>Klopný obvod D úrovňový</vt:lpstr>
      <vt:lpstr>Klopný obvod D úrovňový</vt:lpstr>
      <vt:lpstr>Klopný obvod D hranový</vt:lpstr>
      <vt:lpstr>Klopný obvod D hranový</vt:lpstr>
      <vt:lpstr>Klopný obvod D hranový</vt:lpstr>
      <vt:lpstr>Klopný obvod D hranový</vt:lpstr>
      <vt:lpstr>Klopný obvod J-K hranový</vt:lpstr>
      <vt:lpstr>Klopný obvod J-K hranový</vt:lpstr>
      <vt:lpstr>Klopný obvod J-K hranový</vt:lpstr>
      <vt:lpstr>Klopný obvod J-K hranový</vt:lpstr>
      <vt:lpstr>Klopný obvod J-K hranový</vt:lpstr>
      <vt:lpstr>Klopný obvod T hranový</vt:lpstr>
      <vt:lpstr>Klopný obvod T hranový</vt:lpstr>
      <vt:lpstr>Klopný obvod T hranový</vt:lpstr>
      <vt:lpstr>Klopný obvod T hranový</vt:lpstr>
      <vt:lpstr>Klopný obvod T hranový</vt:lpstr>
      <vt:lpstr>Klopný obvod T hranový</vt:lpstr>
      <vt:lpstr>Klopný obvod T hranový</vt:lpstr>
      <vt:lpstr>Shrnutí klopných obvodů</vt:lpstr>
      <vt:lpstr>Dělení KO podle počtu stabilních stavů</vt:lpstr>
      <vt:lpstr>Bistabilní klopný obvod </vt:lpstr>
      <vt:lpstr>Monostabilní klopný obvod </vt:lpstr>
      <vt:lpstr>Monostabilní klopný obvod </vt:lpstr>
      <vt:lpstr>Astabilní klopný obvod </vt:lpstr>
      <vt:lpstr>Schmittův klopný obvod</vt:lpstr>
      <vt:lpstr>Schmittův klopný obvod </vt:lpstr>
      <vt:lpstr>Schmittův klopný obvod </vt:lpstr>
      <vt:lpstr>Konec</vt:lpstr>
    </vt:vector>
  </TitlesOfParts>
  <Company>SSE Frenstát p.R.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Klopné obvody</dc:title>
  <dc:subject>CIT</dc:subject>
  <dc:creator>Ing.Juránek Leoš</dc:creator>
  <dc:description/>
  <cp:lastModifiedBy>Jaromír Jašík</cp:lastModifiedBy>
  <cp:revision>801</cp:revision>
  <cp:lastPrinted>2020-03-15T19:36:38Z</cp:lastPrinted>
  <dcterms:created xsi:type="dcterms:W3CDTF">2001-09-22T14:04:06Z</dcterms:created>
  <dcterms:modified xsi:type="dcterms:W3CDTF">2026-01-22T10:27:34Z</dcterms:modified>
</cp:coreProperties>
</file>