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5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5" r:id="rId1"/>
  </p:sldMasterIdLst>
  <p:notesMasterIdLst>
    <p:notesMasterId r:id="rId77"/>
  </p:notesMasterIdLst>
  <p:handoutMasterIdLst>
    <p:handoutMasterId r:id="rId78"/>
  </p:handoutMasterIdLst>
  <p:sldIdLst>
    <p:sldId id="488" r:id="rId2"/>
    <p:sldId id="347" r:id="rId3"/>
    <p:sldId id="558" r:id="rId4"/>
    <p:sldId id="559" r:id="rId5"/>
    <p:sldId id="561" r:id="rId6"/>
    <p:sldId id="565" r:id="rId7"/>
    <p:sldId id="508" r:id="rId8"/>
    <p:sldId id="524" r:id="rId9"/>
    <p:sldId id="562" r:id="rId10"/>
    <p:sldId id="515" r:id="rId11"/>
    <p:sldId id="563" r:id="rId12"/>
    <p:sldId id="564" r:id="rId13"/>
    <p:sldId id="566" r:id="rId14"/>
    <p:sldId id="567" r:id="rId15"/>
    <p:sldId id="568" r:id="rId16"/>
    <p:sldId id="569" r:id="rId17"/>
    <p:sldId id="519" r:id="rId18"/>
    <p:sldId id="520" r:id="rId19"/>
    <p:sldId id="521" r:id="rId20"/>
    <p:sldId id="522" r:id="rId21"/>
    <p:sldId id="526" r:id="rId22"/>
    <p:sldId id="527" r:id="rId23"/>
    <p:sldId id="528" r:id="rId24"/>
    <p:sldId id="579" r:id="rId25"/>
    <p:sldId id="585" r:id="rId26"/>
    <p:sldId id="584" r:id="rId27"/>
    <p:sldId id="586" r:id="rId28"/>
    <p:sldId id="581" r:id="rId29"/>
    <p:sldId id="587" r:id="rId30"/>
    <p:sldId id="530" r:id="rId31"/>
    <p:sldId id="570" r:id="rId32"/>
    <p:sldId id="575" r:id="rId33"/>
    <p:sldId id="532" r:id="rId34"/>
    <p:sldId id="533" r:id="rId35"/>
    <p:sldId id="609" r:id="rId36"/>
    <p:sldId id="538" r:id="rId37"/>
    <p:sldId id="534" r:id="rId38"/>
    <p:sldId id="537" r:id="rId39"/>
    <p:sldId id="540" r:id="rId40"/>
    <p:sldId id="557" r:id="rId41"/>
    <p:sldId id="541" r:id="rId42"/>
    <p:sldId id="571" r:id="rId43"/>
    <p:sldId id="542" r:id="rId44"/>
    <p:sldId id="543" r:id="rId45"/>
    <p:sldId id="544" r:id="rId46"/>
    <p:sldId id="545" r:id="rId47"/>
    <p:sldId id="546" r:id="rId48"/>
    <p:sldId id="574" r:id="rId49"/>
    <p:sldId id="572" r:id="rId50"/>
    <p:sldId id="588" r:id="rId51"/>
    <p:sldId id="591" r:id="rId52"/>
    <p:sldId id="576" r:id="rId53"/>
    <p:sldId id="610" r:id="rId54"/>
    <p:sldId id="611" r:id="rId55"/>
    <p:sldId id="577" r:id="rId56"/>
    <p:sldId id="590" r:id="rId57"/>
    <p:sldId id="592" r:id="rId58"/>
    <p:sldId id="593" r:id="rId59"/>
    <p:sldId id="594" r:id="rId60"/>
    <p:sldId id="597" r:id="rId61"/>
    <p:sldId id="595" r:id="rId62"/>
    <p:sldId id="596" r:id="rId63"/>
    <p:sldId id="598" r:id="rId64"/>
    <p:sldId id="599" r:id="rId65"/>
    <p:sldId id="600" r:id="rId66"/>
    <p:sldId id="457" r:id="rId67"/>
    <p:sldId id="601" r:id="rId68"/>
    <p:sldId id="602" r:id="rId69"/>
    <p:sldId id="603" r:id="rId70"/>
    <p:sldId id="604" r:id="rId71"/>
    <p:sldId id="605" r:id="rId72"/>
    <p:sldId id="606" r:id="rId73"/>
    <p:sldId id="503" r:id="rId74"/>
    <p:sldId id="513" r:id="rId75"/>
    <p:sldId id="535" r:id="rId76"/>
  </p:sldIdLst>
  <p:sldSz cx="9144000" cy="6858000" type="screen4x3"/>
  <p:notesSz cx="6799263" cy="9929813"/>
  <p:defaultTextStyle>
    <a:defPPr>
      <a:defRPr lang="en-US"/>
    </a:defPPr>
    <a:lvl1pPr algn="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pis" id="{B4A011DC-AE5C-4B69-9FB8-081D451010D1}">
          <p14:sldIdLst>
            <p14:sldId id="488"/>
            <p14:sldId id="347"/>
            <p14:sldId id="558"/>
          </p14:sldIdLst>
        </p14:section>
        <p14:section name="Čítače" id="{6D0F79B9-00DE-42A6-BE33-DB17405BB1CF}">
          <p14:sldIdLst>
            <p14:sldId id="559"/>
            <p14:sldId id="561"/>
            <p14:sldId id="565"/>
            <p14:sldId id="508"/>
            <p14:sldId id="524"/>
          </p14:sldIdLst>
        </p14:section>
        <p14:section name="Taxonomie" id="{35805B7E-B660-4F7D-A9FC-87A1CD15E56F}">
          <p14:sldIdLst>
            <p14:sldId id="562"/>
            <p14:sldId id="515"/>
            <p14:sldId id="563"/>
            <p14:sldId id="564"/>
            <p14:sldId id="566"/>
            <p14:sldId id="567"/>
            <p14:sldId id="568"/>
            <p14:sldId id="569"/>
          </p14:sldIdLst>
        </p14:section>
        <p14:section name="Asynchronní" id="{EA889492-CC61-4FE3-8B0E-F3114716ED9E}">
          <p14:sldIdLst>
            <p14:sldId id="519"/>
          </p14:sldIdLst>
        </p14:section>
        <p14:section name="Asynchronní vpřed" id="{3DA1EACB-5C02-44D1-8159-7B51959BA20D}">
          <p14:sldIdLst>
            <p14:sldId id="520"/>
            <p14:sldId id="521"/>
            <p14:sldId id="522"/>
          </p14:sldIdLst>
        </p14:section>
        <p14:section name="Asynchronní vzad" id="{6FD99614-190B-49CE-AEF8-2B3E6E4A2A9B}">
          <p14:sldIdLst>
            <p14:sldId id="526"/>
            <p14:sldId id="527"/>
            <p14:sldId id="528"/>
          </p14:sldIdLst>
        </p14:section>
        <p14:section name="Zkrácení cyklu" id="{2FF1700F-40E5-46F4-9D52-3FB681542362}">
          <p14:sldIdLst>
            <p14:sldId id="579"/>
            <p14:sldId id="585"/>
            <p14:sldId id="584"/>
            <p14:sldId id="586"/>
            <p14:sldId id="581"/>
            <p14:sldId id="587"/>
            <p14:sldId id="530"/>
          </p14:sldIdLst>
        </p14:section>
        <p14:section name="Přechodový děj" id="{33A26858-033D-4371-8D58-023CE736BE42}">
          <p14:sldIdLst>
            <p14:sldId id="570"/>
            <p14:sldId id="575"/>
            <p14:sldId id="532"/>
            <p14:sldId id="533"/>
            <p14:sldId id="609"/>
          </p14:sldIdLst>
        </p14:section>
        <p14:section name="Synchronní" id="{C189116D-B655-43D5-B971-4C9A8B285B11}">
          <p14:sldIdLst>
            <p14:sldId id="538"/>
            <p14:sldId id="534"/>
            <p14:sldId id="537"/>
          </p14:sldIdLst>
        </p14:section>
        <p14:section name="Návrh sychronního čítače" id="{4A8CBAAA-00CA-4C7D-B154-FAC15A829332}">
          <p14:sldIdLst>
            <p14:sldId id="540"/>
            <p14:sldId id="557"/>
            <p14:sldId id="541"/>
            <p14:sldId id="571"/>
            <p14:sldId id="542"/>
            <p14:sldId id="543"/>
            <p14:sldId id="544"/>
            <p14:sldId id="545"/>
            <p14:sldId id="546"/>
          </p14:sldIdLst>
        </p14:section>
        <p14:section name="Příklad 1" id="{3031E063-0EB7-4D33-A788-3F25869C98D2}">
          <p14:sldIdLst>
            <p14:sldId id="574"/>
          </p14:sldIdLst>
        </p14:section>
        <p14:section name="Kaskáda čítačů" id="{111D5E40-B139-43EA-8864-862D4F831D48}">
          <p14:sldIdLst>
            <p14:sldId id="572"/>
            <p14:sldId id="588"/>
            <p14:sldId id="591"/>
            <p14:sldId id="576"/>
            <p14:sldId id="610"/>
            <p14:sldId id="611"/>
            <p14:sldId id="577"/>
            <p14:sldId id="590"/>
            <p14:sldId id="592"/>
            <p14:sldId id="593"/>
            <p14:sldId id="594"/>
            <p14:sldId id="597"/>
            <p14:sldId id="595"/>
            <p14:sldId id="596"/>
            <p14:sldId id="598"/>
            <p14:sldId id="599"/>
          </p14:sldIdLst>
        </p14:section>
        <p14:section name="VHDL" id="{D6447F36-E868-422C-85E8-FED5EE777D1F}">
          <p14:sldIdLst>
            <p14:sldId id="600"/>
            <p14:sldId id="457"/>
            <p14:sldId id="601"/>
            <p14:sldId id="602"/>
            <p14:sldId id="603"/>
            <p14:sldId id="604"/>
            <p14:sldId id="605"/>
            <p14:sldId id="606"/>
          </p14:sldIdLst>
        </p14:section>
        <p14:section name="Konec" id="{C13A31F3-B289-4EDE-AB5E-8B466F859A43}">
          <p14:sldIdLst>
            <p14:sldId id="503"/>
          </p14:sldIdLst>
        </p14:section>
        <p14:section name="Oddíl bez názvu" id="{29234A84-CF7D-4D4B-94AC-000D3709482B}">
          <p14:sldIdLst>
            <p14:sldId id="513"/>
            <p14:sldId id="53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9" userDrawn="1">
          <p15:clr>
            <a:srgbClr val="A4A3A4"/>
          </p15:clr>
        </p15:guide>
        <p15:guide id="2" pos="2142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FF"/>
    <a:srgbClr val="00FFCC"/>
    <a:srgbClr val="CC99FF"/>
    <a:srgbClr val="DDDDDD"/>
    <a:srgbClr val="993300"/>
    <a:srgbClr val="FF9900"/>
    <a:srgbClr val="CC9900"/>
    <a:srgbClr val="996633"/>
    <a:srgbClr val="996600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39" autoAdjust="0"/>
    <p:restoredTop sz="90925" autoAdjust="0"/>
  </p:normalViewPr>
  <p:slideViewPr>
    <p:cSldViewPr>
      <p:cViewPr varScale="1">
        <p:scale>
          <a:sx n="95" d="100"/>
          <a:sy n="95" d="100"/>
        </p:scale>
        <p:origin x="123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366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-6102"/>
    </p:cViewPr>
  </p:sorterViewPr>
  <p:notesViewPr>
    <p:cSldViewPr>
      <p:cViewPr varScale="1">
        <p:scale>
          <a:sx n="55" d="100"/>
          <a:sy n="55" d="100"/>
        </p:scale>
        <p:origin x="-2580" y="-84"/>
      </p:cViewPr>
      <p:guideLst>
        <p:guide orient="horz" pos="3129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handoutMaster" Target="handoutMasters/handoutMaster1.xml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2.xml"/><Relationship Id="rId2" Type="http://schemas.openxmlformats.org/officeDocument/2006/relationships/slide" Target="../slides/slide11.xml"/><Relationship Id="rId1" Type="http://schemas.openxmlformats.org/officeDocument/2006/relationships/slide" Target="../slides/slide1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EF20162-BC5B-4B4F-A5ED-05B5136961B1}" type="doc">
      <dgm:prSet loTypeId="urn:microsoft.com/office/officeart/2005/8/layout/hierarchy2" loCatId="hierarchy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cs-CZ"/>
        </a:p>
      </dgm:t>
    </dgm:pt>
    <dgm:pt modelId="{DA980521-6CA5-4CB2-B2C1-7A91FD220159}">
      <dgm:prSet phldrT="[Text]"/>
      <dgm:spPr/>
      <dgm:t>
        <a:bodyPr/>
        <a:lstStyle/>
        <a:p>
          <a:r>
            <a:rPr lang="cs-CZ" b="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Generovaný kód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1" action="ppaction://hlinksldjump"/>
          </dgm14:cNvPr>
        </a:ext>
      </dgm:extLst>
    </dgm:pt>
    <dgm:pt modelId="{D34F5B2F-F090-49EB-912C-1BE838037D8A}" type="parTrans" cxnId="{4034203B-8717-446A-B803-BC784B2FBA45}">
      <dgm:prSet/>
      <dgm:spPr/>
      <dgm:t>
        <a:bodyPr/>
        <a:lstStyle/>
        <a:p>
          <a:endParaRPr lang="cs-CZ"/>
        </a:p>
      </dgm:t>
    </dgm:pt>
    <dgm:pt modelId="{DB874EBD-1D8E-41B2-A070-8B02081BC3C3}" type="sibTrans" cxnId="{4034203B-8717-446A-B803-BC784B2FBA45}">
      <dgm:prSet/>
      <dgm:spPr/>
      <dgm:t>
        <a:bodyPr/>
        <a:lstStyle/>
        <a:p>
          <a:endParaRPr lang="cs-CZ"/>
        </a:p>
      </dgm:t>
    </dgm:pt>
    <dgm:pt modelId="{5D713669-91E1-4E71-869C-70DC423C0588}">
      <dgm:prSet phldrT="[Text]"/>
      <dgm:spPr/>
      <dgm:t>
        <a:bodyPr/>
        <a:lstStyle/>
        <a:p>
          <a:r>
            <a:rPr lang="cs-CZ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Směr čítání</a:t>
          </a:r>
          <a:endParaRPr lang="cs-CZ" dirty="0">
            <a:solidFill>
              <a:srgbClr val="00206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2" action="ppaction://hlinksldjump"/>
          </dgm14:cNvPr>
        </a:ext>
      </dgm:extLst>
    </dgm:pt>
    <dgm:pt modelId="{6E4DC401-7D8C-4B58-B9B5-1D3746CF7D9F}" type="parTrans" cxnId="{58E58087-8BB8-46E1-ADE9-CF246AD09D4E}">
      <dgm:prSet/>
      <dgm:spPr/>
      <dgm:t>
        <a:bodyPr/>
        <a:lstStyle/>
        <a:p>
          <a:endParaRPr lang="cs-CZ"/>
        </a:p>
      </dgm:t>
    </dgm:pt>
    <dgm:pt modelId="{7AB5C39A-2178-44CC-9B29-083D14ADE3BF}" type="sibTrans" cxnId="{58E58087-8BB8-46E1-ADE9-CF246AD09D4E}">
      <dgm:prSet/>
      <dgm:spPr/>
      <dgm:t>
        <a:bodyPr/>
        <a:lstStyle/>
        <a:p>
          <a:endParaRPr lang="cs-CZ"/>
        </a:p>
      </dgm:t>
    </dgm:pt>
    <dgm:pt modelId="{FA19B7C8-9E89-48A0-8BD1-7C39C2BE2811}">
      <dgm:prSet phldrT="[Text]"/>
      <dgm:spPr/>
      <dgm:t>
        <a:bodyPr/>
        <a:lstStyle/>
        <a:p>
          <a:r>
            <a:rPr lang="cs-CZ" b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Způsob spouštění</a:t>
          </a:r>
          <a:endParaRPr lang="cs-CZ" b="0" dirty="0">
            <a:solidFill>
              <a:srgbClr val="00206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3" action="ppaction://hlinksldjump"/>
          </dgm14:cNvPr>
        </a:ext>
      </dgm:extLst>
    </dgm:pt>
    <dgm:pt modelId="{6E235E1D-2977-46D5-B5ED-FA64A4EB2EAD}" type="parTrans" cxnId="{4E794811-1F8D-4933-9B06-8B2F96B4A32D}">
      <dgm:prSet/>
      <dgm:spPr/>
      <dgm:t>
        <a:bodyPr/>
        <a:lstStyle/>
        <a:p>
          <a:endParaRPr lang="cs-CZ"/>
        </a:p>
      </dgm:t>
    </dgm:pt>
    <dgm:pt modelId="{7DF5E83D-5452-44DA-914F-5E4B9FC710B2}" type="sibTrans" cxnId="{4E794811-1F8D-4933-9B06-8B2F96B4A32D}">
      <dgm:prSet/>
      <dgm:spPr/>
      <dgm:t>
        <a:bodyPr/>
        <a:lstStyle/>
        <a:p>
          <a:endParaRPr lang="cs-CZ"/>
        </a:p>
      </dgm:t>
    </dgm:pt>
    <dgm:pt modelId="{BF933C4F-B38C-453B-92F6-D4315269F00D}">
      <dgm:prSet phldrT="[Text]"/>
      <dgm:spPr/>
      <dgm:t>
        <a:bodyPr/>
        <a:lstStyle/>
        <a:p>
          <a:r>
            <a:rPr lang="cs-CZ" dirty="0"/>
            <a:t>Čítače</a:t>
          </a:r>
        </a:p>
      </dgm:t>
    </dgm:pt>
    <dgm:pt modelId="{28B7511B-E27E-4856-B670-75F0CDAD6847}" type="parTrans" cxnId="{16F9F23E-1C14-4F32-8C37-094B4712FFBA}">
      <dgm:prSet/>
      <dgm:spPr/>
      <dgm:t>
        <a:bodyPr/>
        <a:lstStyle/>
        <a:p>
          <a:endParaRPr lang="cs-CZ"/>
        </a:p>
      </dgm:t>
    </dgm:pt>
    <dgm:pt modelId="{0A53C219-35F1-416F-ABED-D91AF724E011}" type="sibTrans" cxnId="{16F9F23E-1C14-4F32-8C37-094B4712FFBA}">
      <dgm:prSet/>
      <dgm:spPr/>
      <dgm:t>
        <a:bodyPr/>
        <a:lstStyle/>
        <a:p>
          <a:endParaRPr lang="cs-CZ"/>
        </a:p>
      </dgm:t>
    </dgm:pt>
    <dgm:pt modelId="{16A298B2-A38B-472F-BD1F-86E6C0F0DD72}" type="pres">
      <dgm:prSet presAssocID="{1EF20162-BC5B-4B4F-A5ED-05B5136961B1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AB5F1323-D065-4340-A65D-ADFC07EF7E8C}" type="pres">
      <dgm:prSet presAssocID="{BF933C4F-B38C-453B-92F6-D4315269F00D}" presName="root1" presStyleCnt="0"/>
      <dgm:spPr/>
    </dgm:pt>
    <dgm:pt modelId="{AFF0C932-543F-4DCB-ABF8-2C2E7CBD6783}" type="pres">
      <dgm:prSet presAssocID="{BF933C4F-B38C-453B-92F6-D4315269F00D}" presName="LevelOneTextNode" presStyleLbl="node0" presStyleIdx="0" presStyleCnt="1">
        <dgm:presLayoutVars>
          <dgm:chPref val="3"/>
        </dgm:presLayoutVars>
      </dgm:prSet>
      <dgm:spPr/>
    </dgm:pt>
    <dgm:pt modelId="{5651ED6B-45BF-48F7-BF56-D9379F817755}" type="pres">
      <dgm:prSet presAssocID="{BF933C4F-B38C-453B-92F6-D4315269F00D}" presName="level2hierChild" presStyleCnt="0"/>
      <dgm:spPr/>
    </dgm:pt>
    <dgm:pt modelId="{00AF61AA-483C-4D8C-8F04-F30ED618B9C7}" type="pres">
      <dgm:prSet presAssocID="{D34F5B2F-F090-49EB-912C-1BE838037D8A}" presName="conn2-1" presStyleLbl="parChTrans1D2" presStyleIdx="0" presStyleCnt="3"/>
      <dgm:spPr/>
    </dgm:pt>
    <dgm:pt modelId="{784AD357-6581-4043-AC95-A3836F387047}" type="pres">
      <dgm:prSet presAssocID="{D34F5B2F-F090-49EB-912C-1BE838037D8A}" presName="connTx" presStyleLbl="parChTrans1D2" presStyleIdx="0" presStyleCnt="3"/>
      <dgm:spPr/>
    </dgm:pt>
    <dgm:pt modelId="{234F4CDB-7C7D-424E-A215-1FD43FE8D447}" type="pres">
      <dgm:prSet presAssocID="{DA980521-6CA5-4CB2-B2C1-7A91FD220159}" presName="root2" presStyleCnt="0"/>
      <dgm:spPr/>
    </dgm:pt>
    <dgm:pt modelId="{78A8C217-0024-4EBC-8DF6-6076DD6B4D24}" type="pres">
      <dgm:prSet presAssocID="{DA980521-6CA5-4CB2-B2C1-7A91FD220159}" presName="LevelTwoTextNode" presStyleLbl="node2" presStyleIdx="0" presStyleCnt="3">
        <dgm:presLayoutVars>
          <dgm:chPref val="3"/>
        </dgm:presLayoutVars>
      </dgm:prSet>
      <dgm:spPr/>
    </dgm:pt>
    <dgm:pt modelId="{01BE1F06-A05D-41E7-BADA-164574920A51}" type="pres">
      <dgm:prSet presAssocID="{DA980521-6CA5-4CB2-B2C1-7A91FD220159}" presName="level3hierChild" presStyleCnt="0"/>
      <dgm:spPr/>
    </dgm:pt>
    <dgm:pt modelId="{20311B42-CAAF-47FC-8AAC-BCCC7C917A08}" type="pres">
      <dgm:prSet presAssocID="{6E4DC401-7D8C-4B58-B9B5-1D3746CF7D9F}" presName="conn2-1" presStyleLbl="parChTrans1D2" presStyleIdx="1" presStyleCnt="3"/>
      <dgm:spPr/>
    </dgm:pt>
    <dgm:pt modelId="{4296BD6A-FF73-4531-8263-B82DA5F14C78}" type="pres">
      <dgm:prSet presAssocID="{6E4DC401-7D8C-4B58-B9B5-1D3746CF7D9F}" presName="connTx" presStyleLbl="parChTrans1D2" presStyleIdx="1" presStyleCnt="3"/>
      <dgm:spPr/>
    </dgm:pt>
    <dgm:pt modelId="{C3A12CF5-795D-4FB8-9511-A6BA62591778}" type="pres">
      <dgm:prSet presAssocID="{5D713669-91E1-4E71-869C-70DC423C0588}" presName="root2" presStyleCnt="0"/>
      <dgm:spPr/>
    </dgm:pt>
    <dgm:pt modelId="{FEB7062F-52C6-4A28-83A7-43680270949F}" type="pres">
      <dgm:prSet presAssocID="{5D713669-91E1-4E71-869C-70DC423C0588}" presName="LevelTwoTextNode" presStyleLbl="node2" presStyleIdx="1" presStyleCnt="3">
        <dgm:presLayoutVars>
          <dgm:chPref val="3"/>
        </dgm:presLayoutVars>
      </dgm:prSet>
      <dgm:spPr/>
    </dgm:pt>
    <dgm:pt modelId="{9696CA60-513A-44F3-A786-94FE4D6CE198}" type="pres">
      <dgm:prSet presAssocID="{5D713669-91E1-4E71-869C-70DC423C0588}" presName="level3hierChild" presStyleCnt="0"/>
      <dgm:spPr/>
    </dgm:pt>
    <dgm:pt modelId="{14F58C5B-71A7-4A38-A73E-7E37EE5CDECD}" type="pres">
      <dgm:prSet presAssocID="{6E235E1D-2977-46D5-B5ED-FA64A4EB2EAD}" presName="conn2-1" presStyleLbl="parChTrans1D2" presStyleIdx="2" presStyleCnt="3"/>
      <dgm:spPr/>
    </dgm:pt>
    <dgm:pt modelId="{0E934B19-E99A-45EA-8039-037CA962F30B}" type="pres">
      <dgm:prSet presAssocID="{6E235E1D-2977-46D5-B5ED-FA64A4EB2EAD}" presName="connTx" presStyleLbl="parChTrans1D2" presStyleIdx="2" presStyleCnt="3"/>
      <dgm:spPr/>
    </dgm:pt>
    <dgm:pt modelId="{91ABF115-0715-451B-814B-4F667875623A}" type="pres">
      <dgm:prSet presAssocID="{FA19B7C8-9E89-48A0-8BD1-7C39C2BE2811}" presName="root2" presStyleCnt="0"/>
      <dgm:spPr/>
    </dgm:pt>
    <dgm:pt modelId="{87385569-AD5C-4A15-9F85-B6287E06787B}" type="pres">
      <dgm:prSet presAssocID="{FA19B7C8-9E89-48A0-8BD1-7C39C2BE2811}" presName="LevelTwoTextNode" presStyleLbl="node2" presStyleIdx="2" presStyleCnt="3">
        <dgm:presLayoutVars>
          <dgm:chPref val="3"/>
        </dgm:presLayoutVars>
      </dgm:prSet>
      <dgm:spPr/>
    </dgm:pt>
    <dgm:pt modelId="{D9FBB438-0109-44A4-B8CB-8EB7788FAE63}" type="pres">
      <dgm:prSet presAssocID="{FA19B7C8-9E89-48A0-8BD1-7C39C2BE2811}" presName="level3hierChild" presStyleCnt="0"/>
      <dgm:spPr/>
    </dgm:pt>
  </dgm:ptLst>
  <dgm:cxnLst>
    <dgm:cxn modelId="{8BBA0F07-4107-4228-8923-64E4309D3BF5}" type="presOf" srcId="{6E4DC401-7D8C-4B58-B9B5-1D3746CF7D9F}" destId="{4296BD6A-FF73-4531-8263-B82DA5F14C78}" srcOrd="1" destOrd="0" presId="urn:microsoft.com/office/officeart/2005/8/layout/hierarchy2"/>
    <dgm:cxn modelId="{4E794811-1F8D-4933-9B06-8B2F96B4A32D}" srcId="{BF933C4F-B38C-453B-92F6-D4315269F00D}" destId="{FA19B7C8-9E89-48A0-8BD1-7C39C2BE2811}" srcOrd="2" destOrd="0" parTransId="{6E235E1D-2977-46D5-B5ED-FA64A4EB2EAD}" sibTransId="{7DF5E83D-5452-44DA-914F-5E4B9FC710B2}"/>
    <dgm:cxn modelId="{EA00CC1D-7384-490F-BC0C-C57812298094}" type="presOf" srcId="{6E235E1D-2977-46D5-B5ED-FA64A4EB2EAD}" destId="{0E934B19-E99A-45EA-8039-037CA962F30B}" srcOrd="1" destOrd="0" presId="urn:microsoft.com/office/officeart/2005/8/layout/hierarchy2"/>
    <dgm:cxn modelId="{4034203B-8717-446A-B803-BC784B2FBA45}" srcId="{BF933C4F-B38C-453B-92F6-D4315269F00D}" destId="{DA980521-6CA5-4CB2-B2C1-7A91FD220159}" srcOrd="0" destOrd="0" parTransId="{D34F5B2F-F090-49EB-912C-1BE838037D8A}" sibTransId="{DB874EBD-1D8E-41B2-A070-8B02081BC3C3}"/>
    <dgm:cxn modelId="{16F9F23E-1C14-4F32-8C37-094B4712FFBA}" srcId="{1EF20162-BC5B-4B4F-A5ED-05B5136961B1}" destId="{BF933C4F-B38C-453B-92F6-D4315269F00D}" srcOrd="0" destOrd="0" parTransId="{28B7511B-E27E-4856-B670-75F0CDAD6847}" sibTransId="{0A53C219-35F1-416F-ABED-D91AF724E011}"/>
    <dgm:cxn modelId="{A6F56F41-D200-4C3C-93DF-A6B0D4F5F9EE}" type="presOf" srcId="{D34F5B2F-F090-49EB-912C-1BE838037D8A}" destId="{784AD357-6581-4043-AC95-A3836F387047}" srcOrd="1" destOrd="0" presId="urn:microsoft.com/office/officeart/2005/8/layout/hierarchy2"/>
    <dgm:cxn modelId="{EAFFD24B-21A0-4209-B7C6-76D5E6AF62BF}" type="presOf" srcId="{D34F5B2F-F090-49EB-912C-1BE838037D8A}" destId="{00AF61AA-483C-4D8C-8F04-F30ED618B9C7}" srcOrd="0" destOrd="0" presId="urn:microsoft.com/office/officeart/2005/8/layout/hierarchy2"/>
    <dgm:cxn modelId="{77D53F7C-BFA0-4545-B85B-BF0C8736BCB2}" type="presOf" srcId="{DA980521-6CA5-4CB2-B2C1-7A91FD220159}" destId="{78A8C217-0024-4EBC-8DF6-6076DD6B4D24}" srcOrd="0" destOrd="0" presId="urn:microsoft.com/office/officeart/2005/8/layout/hierarchy2"/>
    <dgm:cxn modelId="{58E58087-8BB8-46E1-ADE9-CF246AD09D4E}" srcId="{BF933C4F-B38C-453B-92F6-D4315269F00D}" destId="{5D713669-91E1-4E71-869C-70DC423C0588}" srcOrd="1" destOrd="0" parTransId="{6E4DC401-7D8C-4B58-B9B5-1D3746CF7D9F}" sibTransId="{7AB5C39A-2178-44CC-9B29-083D14ADE3BF}"/>
    <dgm:cxn modelId="{A71B5188-5E84-4E11-8ACD-01A39B97AAF4}" type="presOf" srcId="{FA19B7C8-9E89-48A0-8BD1-7C39C2BE2811}" destId="{87385569-AD5C-4A15-9F85-B6287E06787B}" srcOrd="0" destOrd="0" presId="urn:microsoft.com/office/officeart/2005/8/layout/hierarchy2"/>
    <dgm:cxn modelId="{2F78AA8A-7EAA-495C-88A4-6D81D0844312}" type="presOf" srcId="{1EF20162-BC5B-4B4F-A5ED-05B5136961B1}" destId="{16A298B2-A38B-472F-BD1F-86E6C0F0DD72}" srcOrd="0" destOrd="0" presId="urn:microsoft.com/office/officeart/2005/8/layout/hierarchy2"/>
    <dgm:cxn modelId="{CA5B8CA1-BF2D-48C8-B8EC-5D87849E7850}" type="presOf" srcId="{BF933C4F-B38C-453B-92F6-D4315269F00D}" destId="{AFF0C932-543F-4DCB-ABF8-2C2E7CBD6783}" srcOrd="0" destOrd="0" presId="urn:microsoft.com/office/officeart/2005/8/layout/hierarchy2"/>
    <dgm:cxn modelId="{00745CA5-61A4-4747-BF11-797FE80AC1D8}" type="presOf" srcId="{6E4DC401-7D8C-4B58-B9B5-1D3746CF7D9F}" destId="{20311B42-CAAF-47FC-8AAC-BCCC7C917A08}" srcOrd="0" destOrd="0" presId="urn:microsoft.com/office/officeart/2005/8/layout/hierarchy2"/>
    <dgm:cxn modelId="{D9AEC4D6-8010-4193-8DC0-CE5891EBE869}" type="presOf" srcId="{5D713669-91E1-4E71-869C-70DC423C0588}" destId="{FEB7062F-52C6-4A28-83A7-43680270949F}" srcOrd="0" destOrd="0" presId="urn:microsoft.com/office/officeart/2005/8/layout/hierarchy2"/>
    <dgm:cxn modelId="{A73882E8-DB11-4483-8865-2A5F9D214F1D}" type="presOf" srcId="{6E235E1D-2977-46D5-B5ED-FA64A4EB2EAD}" destId="{14F58C5B-71A7-4A38-A73E-7E37EE5CDECD}" srcOrd="0" destOrd="0" presId="urn:microsoft.com/office/officeart/2005/8/layout/hierarchy2"/>
    <dgm:cxn modelId="{7D387EDB-B3EA-4C49-BA6E-89620A3F8A56}" type="presParOf" srcId="{16A298B2-A38B-472F-BD1F-86E6C0F0DD72}" destId="{AB5F1323-D065-4340-A65D-ADFC07EF7E8C}" srcOrd="0" destOrd="0" presId="urn:microsoft.com/office/officeart/2005/8/layout/hierarchy2"/>
    <dgm:cxn modelId="{19787002-9562-4C00-9032-794B47BFCEC3}" type="presParOf" srcId="{AB5F1323-D065-4340-A65D-ADFC07EF7E8C}" destId="{AFF0C932-543F-4DCB-ABF8-2C2E7CBD6783}" srcOrd="0" destOrd="0" presId="urn:microsoft.com/office/officeart/2005/8/layout/hierarchy2"/>
    <dgm:cxn modelId="{E50C5266-9173-4865-AB5D-F5F9EFA1FE45}" type="presParOf" srcId="{AB5F1323-D065-4340-A65D-ADFC07EF7E8C}" destId="{5651ED6B-45BF-48F7-BF56-D9379F817755}" srcOrd="1" destOrd="0" presId="urn:microsoft.com/office/officeart/2005/8/layout/hierarchy2"/>
    <dgm:cxn modelId="{5774FF73-3E5E-460B-9171-FBF0B773C939}" type="presParOf" srcId="{5651ED6B-45BF-48F7-BF56-D9379F817755}" destId="{00AF61AA-483C-4D8C-8F04-F30ED618B9C7}" srcOrd="0" destOrd="0" presId="urn:microsoft.com/office/officeart/2005/8/layout/hierarchy2"/>
    <dgm:cxn modelId="{72560112-3C38-4AD1-AC95-4BAA7E50C821}" type="presParOf" srcId="{00AF61AA-483C-4D8C-8F04-F30ED618B9C7}" destId="{784AD357-6581-4043-AC95-A3836F387047}" srcOrd="0" destOrd="0" presId="urn:microsoft.com/office/officeart/2005/8/layout/hierarchy2"/>
    <dgm:cxn modelId="{6B2AA910-E4F0-4BDD-B793-9FC0558A9BD8}" type="presParOf" srcId="{5651ED6B-45BF-48F7-BF56-D9379F817755}" destId="{234F4CDB-7C7D-424E-A215-1FD43FE8D447}" srcOrd="1" destOrd="0" presId="urn:microsoft.com/office/officeart/2005/8/layout/hierarchy2"/>
    <dgm:cxn modelId="{51C7BA68-BF62-4A7B-AFE1-D17266079D85}" type="presParOf" srcId="{234F4CDB-7C7D-424E-A215-1FD43FE8D447}" destId="{78A8C217-0024-4EBC-8DF6-6076DD6B4D24}" srcOrd="0" destOrd="0" presId="urn:microsoft.com/office/officeart/2005/8/layout/hierarchy2"/>
    <dgm:cxn modelId="{B214CDC9-3B94-46AD-8DBE-A052255DBEF6}" type="presParOf" srcId="{234F4CDB-7C7D-424E-A215-1FD43FE8D447}" destId="{01BE1F06-A05D-41E7-BADA-164574920A51}" srcOrd="1" destOrd="0" presId="urn:microsoft.com/office/officeart/2005/8/layout/hierarchy2"/>
    <dgm:cxn modelId="{4CEB5580-C423-4EAA-A32C-7CBF5B0BBC8E}" type="presParOf" srcId="{5651ED6B-45BF-48F7-BF56-D9379F817755}" destId="{20311B42-CAAF-47FC-8AAC-BCCC7C917A08}" srcOrd="2" destOrd="0" presId="urn:microsoft.com/office/officeart/2005/8/layout/hierarchy2"/>
    <dgm:cxn modelId="{D350F14B-DC51-45C3-B346-D64A6ED4F01B}" type="presParOf" srcId="{20311B42-CAAF-47FC-8AAC-BCCC7C917A08}" destId="{4296BD6A-FF73-4531-8263-B82DA5F14C78}" srcOrd="0" destOrd="0" presId="urn:microsoft.com/office/officeart/2005/8/layout/hierarchy2"/>
    <dgm:cxn modelId="{650CA975-DB52-48F1-A76A-FBBA680C8141}" type="presParOf" srcId="{5651ED6B-45BF-48F7-BF56-D9379F817755}" destId="{C3A12CF5-795D-4FB8-9511-A6BA62591778}" srcOrd="3" destOrd="0" presId="urn:microsoft.com/office/officeart/2005/8/layout/hierarchy2"/>
    <dgm:cxn modelId="{13D82E2F-4615-40BA-86AE-B51253FA5D21}" type="presParOf" srcId="{C3A12CF5-795D-4FB8-9511-A6BA62591778}" destId="{FEB7062F-52C6-4A28-83A7-43680270949F}" srcOrd="0" destOrd="0" presId="urn:microsoft.com/office/officeart/2005/8/layout/hierarchy2"/>
    <dgm:cxn modelId="{B9417A5C-FC1E-4AD9-8665-18F026588F63}" type="presParOf" srcId="{C3A12CF5-795D-4FB8-9511-A6BA62591778}" destId="{9696CA60-513A-44F3-A786-94FE4D6CE198}" srcOrd="1" destOrd="0" presId="urn:microsoft.com/office/officeart/2005/8/layout/hierarchy2"/>
    <dgm:cxn modelId="{EBBCA8CD-FAEE-4BF7-AF6B-7EA3C3D232CE}" type="presParOf" srcId="{5651ED6B-45BF-48F7-BF56-D9379F817755}" destId="{14F58C5B-71A7-4A38-A73E-7E37EE5CDECD}" srcOrd="4" destOrd="0" presId="urn:microsoft.com/office/officeart/2005/8/layout/hierarchy2"/>
    <dgm:cxn modelId="{4897E503-B10F-40C6-8CB4-59278CAE60AD}" type="presParOf" srcId="{14F58C5B-71A7-4A38-A73E-7E37EE5CDECD}" destId="{0E934B19-E99A-45EA-8039-037CA962F30B}" srcOrd="0" destOrd="0" presId="urn:microsoft.com/office/officeart/2005/8/layout/hierarchy2"/>
    <dgm:cxn modelId="{CDDEF1BD-E960-424E-964D-37B74463336A}" type="presParOf" srcId="{5651ED6B-45BF-48F7-BF56-D9379F817755}" destId="{91ABF115-0715-451B-814B-4F667875623A}" srcOrd="5" destOrd="0" presId="urn:microsoft.com/office/officeart/2005/8/layout/hierarchy2"/>
    <dgm:cxn modelId="{37A45F31-9EA3-4E06-BC85-3FA237A4A69D}" type="presParOf" srcId="{91ABF115-0715-451B-814B-4F667875623A}" destId="{87385569-AD5C-4A15-9F85-B6287E06787B}" srcOrd="0" destOrd="0" presId="urn:microsoft.com/office/officeart/2005/8/layout/hierarchy2"/>
    <dgm:cxn modelId="{87ECC4D1-177B-411E-AFE3-42DE4793E096}" type="presParOf" srcId="{91ABF115-0715-451B-814B-4F667875623A}" destId="{D9FBB438-0109-44A4-B8CB-8EB7788FAE63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631E0A1-A182-4A4C-92D8-28D197EE148E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cs-CZ"/>
        </a:p>
      </dgm:t>
    </dgm:pt>
    <dgm:pt modelId="{EAFD7254-0AE1-425F-9354-786EB5D192FD}">
      <dgm:prSet phldrT="[Text]"/>
      <dgm:spPr>
        <a:solidFill>
          <a:srgbClr val="FFFF00"/>
        </a:solidFill>
        <a:ln>
          <a:solidFill>
            <a:schemeClr val="tx1"/>
          </a:solidFill>
        </a:ln>
      </dgm:spPr>
      <dgm:t>
        <a:bodyPr/>
        <a:lstStyle/>
        <a:p>
          <a:r>
            <a:rPr lang="cs-CZ" b="1" dirty="0">
              <a:solidFill>
                <a:schemeClr val="tx1"/>
              </a:solidFill>
            </a:rPr>
            <a:t>0</a:t>
          </a:r>
        </a:p>
      </dgm:t>
    </dgm:pt>
    <dgm:pt modelId="{A2F5E0A8-0F58-4D23-9F51-DA2750A4AEA8}" type="parTrans" cxnId="{244F0D5F-4DD9-4AEF-AD91-30D17129584E}">
      <dgm:prSet/>
      <dgm:spPr/>
      <dgm:t>
        <a:bodyPr/>
        <a:lstStyle/>
        <a:p>
          <a:endParaRPr lang="cs-CZ"/>
        </a:p>
      </dgm:t>
    </dgm:pt>
    <dgm:pt modelId="{1ABA2B98-FF35-4E0E-9736-C9D45242A2AD}" type="sibTrans" cxnId="{244F0D5F-4DD9-4AEF-AD91-30D17129584E}">
      <dgm:prSet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endParaRPr lang="cs-CZ"/>
        </a:p>
      </dgm:t>
    </dgm:pt>
    <dgm:pt modelId="{FD4E5AE3-E399-4636-8AA5-47D859CCE7EC}">
      <dgm:prSet phldrT="[Text]"/>
      <dgm:spPr>
        <a:solidFill>
          <a:srgbClr val="FFFF00"/>
        </a:solidFill>
        <a:ln>
          <a:solidFill>
            <a:schemeClr val="tx1"/>
          </a:solidFill>
        </a:ln>
      </dgm:spPr>
      <dgm:t>
        <a:bodyPr/>
        <a:lstStyle/>
        <a:p>
          <a:r>
            <a:rPr lang="cs-CZ" b="1" dirty="0">
              <a:solidFill>
                <a:schemeClr val="tx1"/>
              </a:solidFill>
              <a:latin typeface="Consolas" panose="020B0609020204030204" pitchFamily="49" charset="0"/>
            </a:rPr>
            <a:t>1</a:t>
          </a:r>
        </a:p>
      </dgm:t>
    </dgm:pt>
    <dgm:pt modelId="{907E5737-4B4C-4897-B831-0F7428466F8E}" type="parTrans" cxnId="{3C0BF9FA-DD49-47FA-9F4D-AE41A7A2DBD3}">
      <dgm:prSet/>
      <dgm:spPr/>
      <dgm:t>
        <a:bodyPr/>
        <a:lstStyle/>
        <a:p>
          <a:endParaRPr lang="cs-CZ"/>
        </a:p>
      </dgm:t>
    </dgm:pt>
    <dgm:pt modelId="{4B461DA2-9381-40C4-9FFE-8A4219056576}" type="sibTrans" cxnId="{3C0BF9FA-DD49-47FA-9F4D-AE41A7A2DBD3}">
      <dgm:prSet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endParaRPr lang="cs-CZ"/>
        </a:p>
      </dgm:t>
    </dgm:pt>
    <dgm:pt modelId="{E3507BB8-F812-450E-B34B-F8F1B45E4A2F}">
      <dgm:prSet phldrT="[Text]"/>
      <dgm:spPr>
        <a:solidFill>
          <a:srgbClr val="FFFF00"/>
        </a:solidFill>
        <a:ln>
          <a:solidFill>
            <a:schemeClr val="tx1"/>
          </a:solidFill>
        </a:ln>
      </dgm:spPr>
      <dgm:t>
        <a:bodyPr/>
        <a:lstStyle/>
        <a:p>
          <a:r>
            <a:rPr lang="cs-CZ" b="1" dirty="0">
              <a:solidFill>
                <a:schemeClr val="tx1"/>
              </a:solidFill>
            </a:rPr>
            <a:t>2</a:t>
          </a:r>
        </a:p>
      </dgm:t>
    </dgm:pt>
    <dgm:pt modelId="{71D20085-390C-4C80-A5B2-194E99575D34}" type="parTrans" cxnId="{0DFE8352-0EF0-4D2D-9705-E297387B1E4B}">
      <dgm:prSet/>
      <dgm:spPr/>
      <dgm:t>
        <a:bodyPr/>
        <a:lstStyle/>
        <a:p>
          <a:endParaRPr lang="cs-CZ"/>
        </a:p>
      </dgm:t>
    </dgm:pt>
    <dgm:pt modelId="{24FBD762-40CB-401B-8C73-6B569C0912DA}" type="sibTrans" cxnId="{0DFE8352-0EF0-4D2D-9705-E297387B1E4B}">
      <dgm:prSet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endParaRPr lang="cs-CZ"/>
        </a:p>
      </dgm:t>
    </dgm:pt>
    <dgm:pt modelId="{90C7FF67-C3DF-4EB4-9CE8-4E75690D2F65}">
      <dgm:prSet phldrT="[Text]"/>
      <dgm:spPr>
        <a:solidFill>
          <a:srgbClr val="FFFF00"/>
        </a:solidFill>
        <a:ln>
          <a:solidFill>
            <a:schemeClr val="tx1"/>
          </a:solidFill>
        </a:ln>
      </dgm:spPr>
      <dgm:t>
        <a:bodyPr/>
        <a:lstStyle/>
        <a:p>
          <a:r>
            <a:rPr lang="cs-CZ" b="1" dirty="0">
              <a:solidFill>
                <a:schemeClr val="tx1"/>
              </a:solidFill>
            </a:rPr>
            <a:t>3</a:t>
          </a:r>
        </a:p>
      </dgm:t>
    </dgm:pt>
    <dgm:pt modelId="{BC71018D-6EED-428C-94F0-F7025D06747A}" type="parTrans" cxnId="{DEA98A39-1D0F-417A-9D60-41C540D8AB95}">
      <dgm:prSet/>
      <dgm:spPr/>
      <dgm:t>
        <a:bodyPr/>
        <a:lstStyle/>
        <a:p>
          <a:endParaRPr lang="cs-CZ"/>
        </a:p>
      </dgm:t>
    </dgm:pt>
    <dgm:pt modelId="{77A882BC-9F8B-4009-B34E-D11B4FC92D47}" type="sibTrans" cxnId="{DEA98A39-1D0F-417A-9D60-41C540D8AB95}">
      <dgm:prSet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endParaRPr lang="cs-CZ"/>
        </a:p>
      </dgm:t>
    </dgm:pt>
    <dgm:pt modelId="{3F54CE9F-7CAC-4A59-B171-58292F2C2226}">
      <dgm:prSet phldrT="[Text]"/>
      <dgm:spPr>
        <a:solidFill>
          <a:srgbClr val="FFFF00"/>
        </a:solidFill>
        <a:ln>
          <a:solidFill>
            <a:schemeClr val="tx1"/>
          </a:solidFill>
        </a:ln>
      </dgm:spPr>
      <dgm:t>
        <a:bodyPr/>
        <a:lstStyle/>
        <a:p>
          <a:r>
            <a:rPr lang="cs-CZ" b="1" dirty="0">
              <a:solidFill>
                <a:schemeClr val="tx1"/>
              </a:solidFill>
            </a:rPr>
            <a:t>4</a:t>
          </a:r>
        </a:p>
      </dgm:t>
    </dgm:pt>
    <dgm:pt modelId="{51DAD242-CE84-4F90-9834-1F6227ABD20D}" type="parTrans" cxnId="{0CD859FE-9AFE-4FD7-88E4-9A3DF8E8020D}">
      <dgm:prSet/>
      <dgm:spPr/>
      <dgm:t>
        <a:bodyPr/>
        <a:lstStyle/>
        <a:p>
          <a:endParaRPr lang="cs-CZ"/>
        </a:p>
      </dgm:t>
    </dgm:pt>
    <dgm:pt modelId="{03499D24-691A-4B6D-99CE-01C65C9CD44E}" type="sibTrans" cxnId="{0CD859FE-9AFE-4FD7-88E4-9A3DF8E8020D}">
      <dgm:prSet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endParaRPr lang="cs-CZ"/>
        </a:p>
      </dgm:t>
    </dgm:pt>
    <dgm:pt modelId="{0F6F5DF9-E58F-4794-9B1B-32DC31867727}">
      <dgm:prSet phldrT="[Text]"/>
      <dgm:spPr>
        <a:solidFill>
          <a:srgbClr val="FFFF00"/>
        </a:solidFill>
        <a:ln>
          <a:solidFill>
            <a:schemeClr val="tx1"/>
          </a:solidFill>
        </a:ln>
      </dgm:spPr>
      <dgm:t>
        <a:bodyPr/>
        <a:lstStyle/>
        <a:p>
          <a:r>
            <a:rPr lang="cs-CZ" b="1" dirty="0">
              <a:solidFill>
                <a:schemeClr val="tx1"/>
              </a:solidFill>
            </a:rPr>
            <a:t>5</a:t>
          </a:r>
        </a:p>
      </dgm:t>
    </dgm:pt>
    <dgm:pt modelId="{50B5F6BF-4C16-4E87-863F-E846E6B043EB}" type="parTrans" cxnId="{1B841621-57A5-4379-8E62-E096F774706C}">
      <dgm:prSet/>
      <dgm:spPr/>
      <dgm:t>
        <a:bodyPr/>
        <a:lstStyle/>
        <a:p>
          <a:endParaRPr lang="cs-CZ"/>
        </a:p>
      </dgm:t>
    </dgm:pt>
    <dgm:pt modelId="{05C3D9DE-9DA9-4370-B99E-C57B24EFBFBC}" type="sibTrans" cxnId="{1B841621-57A5-4379-8E62-E096F774706C}">
      <dgm:prSet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endParaRPr lang="cs-CZ"/>
        </a:p>
      </dgm:t>
    </dgm:pt>
    <dgm:pt modelId="{C02C60C1-06FC-4F49-A68C-5F3C490AAB5C}" type="pres">
      <dgm:prSet presAssocID="{6631E0A1-A182-4A4C-92D8-28D197EE148E}" presName="cycle" presStyleCnt="0">
        <dgm:presLayoutVars>
          <dgm:dir/>
          <dgm:resizeHandles val="exact"/>
        </dgm:presLayoutVars>
      </dgm:prSet>
      <dgm:spPr/>
    </dgm:pt>
    <dgm:pt modelId="{600CEE48-9058-48EC-A7B5-F5E02AB79E7E}" type="pres">
      <dgm:prSet presAssocID="{EAFD7254-0AE1-425F-9354-786EB5D192FD}" presName="node" presStyleLbl="node1" presStyleIdx="0" presStyleCnt="6" custRadScaleRad="98776" custRadScaleInc="-150">
        <dgm:presLayoutVars>
          <dgm:bulletEnabled val="1"/>
        </dgm:presLayoutVars>
      </dgm:prSet>
      <dgm:spPr/>
    </dgm:pt>
    <dgm:pt modelId="{B450A715-FA4B-4EB0-92AC-2D625DFBCE0D}" type="pres">
      <dgm:prSet presAssocID="{1ABA2B98-FF35-4E0E-9736-C9D45242A2AD}" presName="sibTrans" presStyleLbl="sibTrans2D1" presStyleIdx="0" presStyleCnt="6"/>
      <dgm:spPr/>
    </dgm:pt>
    <dgm:pt modelId="{458D70DC-6427-4EA8-81AD-D1184B8421A4}" type="pres">
      <dgm:prSet presAssocID="{1ABA2B98-FF35-4E0E-9736-C9D45242A2AD}" presName="connectorText" presStyleLbl="sibTrans2D1" presStyleIdx="0" presStyleCnt="6"/>
      <dgm:spPr/>
    </dgm:pt>
    <dgm:pt modelId="{94F15D60-A6E8-448C-AB5D-AA4FE65A1EE0}" type="pres">
      <dgm:prSet presAssocID="{FD4E5AE3-E399-4636-8AA5-47D859CCE7EC}" presName="node" presStyleLbl="node1" presStyleIdx="1" presStyleCnt="6" custRadScaleRad="100259" custRadScaleInc="-4998">
        <dgm:presLayoutVars>
          <dgm:bulletEnabled val="1"/>
        </dgm:presLayoutVars>
      </dgm:prSet>
      <dgm:spPr/>
    </dgm:pt>
    <dgm:pt modelId="{B6E0A313-4639-426A-B195-1175A3144FF9}" type="pres">
      <dgm:prSet presAssocID="{4B461DA2-9381-40C4-9FFE-8A4219056576}" presName="sibTrans" presStyleLbl="sibTrans2D1" presStyleIdx="1" presStyleCnt="6"/>
      <dgm:spPr/>
    </dgm:pt>
    <dgm:pt modelId="{8574930B-BD5F-440C-9448-BED77C4B1A0A}" type="pres">
      <dgm:prSet presAssocID="{4B461DA2-9381-40C4-9FFE-8A4219056576}" presName="connectorText" presStyleLbl="sibTrans2D1" presStyleIdx="1" presStyleCnt="6"/>
      <dgm:spPr/>
    </dgm:pt>
    <dgm:pt modelId="{7F4E22F4-4541-4313-9429-8652381E2430}" type="pres">
      <dgm:prSet presAssocID="{E3507BB8-F812-450E-B34B-F8F1B45E4A2F}" presName="node" presStyleLbl="node1" presStyleIdx="2" presStyleCnt="6" custRadScaleRad="99863" custRadScaleInc="-5132">
        <dgm:presLayoutVars>
          <dgm:bulletEnabled val="1"/>
        </dgm:presLayoutVars>
      </dgm:prSet>
      <dgm:spPr/>
    </dgm:pt>
    <dgm:pt modelId="{930C1C10-B7D9-4063-97DF-451520631F5C}" type="pres">
      <dgm:prSet presAssocID="{24FBD762-40CB-401B-8C73-6B569C0912DA}" presName="sibTrans" presStyleLbl="sibTrans2D1" presStyleIdx="2" presStyleCnt="6"/>
      <dgm:spPr/>
    </dgm:pt>
    <dgm:pt modelId="{5E147015-B94C-4CBB-B758-E6ACF0E35DE6}" type="pres">
      <dgm:prSet presAssocID="{24FBD762-40CB-401B-8C73-6B569C0912DA}" presName="connectorText" presStyleLbl="sibTrans2D1" presStyleIdx="2" presStyleCnt="6"/>
      <dgm:spPr/>
    </dgm:pt>
    <dgm:pt modelId="{4253F2A0-3C4D-41E0-8F8F-602B835DE00E}" type="pres">
      <dgm:prSet presAssocID="{90C7FF67-C3DF-4EB4-9CE8-4E75690D2F65}" presName="node" presStyleLbl="node1" presStyleIdx="3" presStyleCnt="6" custRadScaleRad="99488" custRadScaleInc="-4481">
        <dgm:presLayoutVars>
          <dgm:bulletEnabled val="1"/>
        </dgm:presLayoutVars>
      </dgm:prSet>
      <dgm:spPr/>
    </dgm:pt>
    <dgm:pt modelId="{F8AF0E23-F4AB-4B22-93A2-64EDDCAF3E7E}" type="pres">
      <dgm:prSet presAssocID="{77A882BC-9F8B-4009-B34E-D11B4FC92D47}" presName="sibTrans" presStyleLbl="sibTrans2D1" presStyleIdx="3" presStyleCnt="6"/>
      <dgm:spPr/>
    </dgm:pt>
    <dgm:pt modelId="{E2C0DE48-FB2E-4902-9CD5-E59A1930510A}" type="pres">
      <dgm:prSet presAssocID="{77A882BC-9F8B-4009-B34E-D11B4FC92D47}" presName="connectorText" presStyleLbl="sibTrans2D1" presStyleIdx="3" presStyleCnt="6"/>
      <dgm:spPr/>
    </dgm:pt>
    <dgm:pt modelId="{5AC06EA3-1487-4878-8E60-73BC78C506B2}" type="pres">
      <dgm:prSet presAssocID="{3F54CE9F-7CAC-4A59-B171-58292F2C2226}" presName="node" presStyleLbl="node1" presStyleIdx="4" presStyleCnt="6" custRadScaleRad="99190" custRadScaleInc="-3139">
        <dgm:presLayoutVars>
          <dgm:bulletEnabled val="1"/>
        </dgm:presLayoutVars>
      </dgm:prSet>
      <dgm:spPr/>
    </dgm:pt>
    <dgm:pt modelId="{461F6849-4FCE-49EE-9AB8-2EA110D7E1CF}" type="pres">
      <dgm:prSet presAssocID="{03499D24-691A-4B6D-99CE-01C65C9CD44E}" presName="sibTrans" presStyleLbl="sibTrans2D1" presStyleIdx="4" presStyleCnt="6"/>
      <dgm:spPr/>
    </dgm:pt>
    <dgm:pt modelId="{C6172BA1-E4A3-4B80-8442-5E4D51311285}" type="pres">
      <dgm:prSet presAssocID="{03499D24-691A-4B6D-99CE-01C65C9CD44E}" presName="connectorText" presStyleLbl="sibTrans2D1" presStyleIdx="4" presStyleCnt="6"/>
      <dgm:spPr/>
    </dgm:pt>
    <dgm:pt modelId="{94FA9188-7ACD-46A3-9671-54526483B058}" type="pres">
      <dgm:prSet presAssocID="{0F6F5DF9-E58F-4794-9B1B-32DC31867727}" presName="node" presStyleLbl="node1" presStyleIdx="5" presStyleCnt="6" custRadScaleRad="99017" custRadScaleInc="-1308">
        <dgm:presLayoutVars>
          <dgm:bulletEnabled val="1"/>
        </dgm:presLayoutVars>
      </dgm:prSet>
      <dgm:spPr/>
    </dgm:pt>
    <dgm:pt modelId="{0226906C-6F8A-490E-827A-2C59B35F2BD9}" type="pres">
      <dgm:prSet presAssocID="{05C3D9DE-9DA9-4370-B99E-C57B24EFBFBC}" presName="sibTrans" presStyleLbl="sibTrans2D1" presStyleIdx="5" presStyleCnt="6"/>
      <dgm:spPr/>
    </dgm:pt>
    <dgm:pt modelId="{4886F224-0834-4F06-9A78-FD2F2BCFA2DC}" type="pres">
      <dgm:prSet presAssocID="{05C3D9DE-9DA9-4370-B99E-C57B24EFBFBC}" presName="connectorText" presStyleLbl="sibTrans2D1" presStyleIdx="5" presStyleCnt="6"/>
      <dgm:spPr/>
    </dgm:pt>
  </dgm:ptLst>
  <dgm:cxnLst>
    <dgm:cxn modelId="{1D6F3F1D-FD9C-456A-AC18-3371663EA084}" type="presOf" srcId="{03499D24-691A-4B6D-99CE-01C65C9CD44E}" destId="{461F6849-4FCE-49EE-9AB8-2EA110D7E1CF}" srcOrd="0" destOrd="0" presId="urn:microsoft.com/office/officeart/2005/8/layout/cycle2"/>
    <dgm:cxn modelId="{0AFD801E-C1A3-4008-8C40-B1CC1E008DBC}" type="presOf" srcId="{1ABA2B98-FF35-4E0E-9736-C9D45242A2AD}" destId="{B450A715-FA4B-4EB0-92AC-2D625DFBCE0D}" srcOrd="0" destOrd="0" presId="urn:microsoft.com/office/officeart/2005/8/layout/cycle2"/>
    <dgm:cxn modelId="{1B841621-57A5-4379-8E62-E096F774706C}" srcId="{6631E0A1-A182-4A4C-92D8-28D197EE148E}" destId="{0F6F5DF9-E58F-4794-9B1B-32DC31867727}" srcOrd="5" destOrd="0" parTransId="{50B5F6BF-4C16-4E87-863F-E846E6B043EB}" sibTransId="{05C3D9DE-9DA9-4370-B99E-C57B24EFBFBC}"/>
    <dgm:cxn modelId="{DBB39C22-60CD-43C4-9D47-9B750F38454F}" type="presOf" srcId="{24FBD762-40CB-401B-8C73-6B569C0912DA}" destId="{930C1C10-B7D9-4063-97DF-451520631F5C}" srcOrd="0" destOrd="0" presId="urn:microsoft.com/office/officeart/2005/8/layout/cycle2"/>
    <dgm:cxn modelId="{DEA98A39-1D0F-417A-9D60-41C540D8AB95}" srcId="{6631E0A1-A182-4A4C-92D8-28D197EE148E}" destId="{90C7FF67-C3DF-4EB4-9CE8-4E75690D2F65}" srcOrd="3" destOrd="0" parTransId="{BC71018D-6EED-428C-94F0-F7025D06747A}" sibTransId="{77A882BC-9F8B-4009-B34E-D11B4FC92D47}"/>
    <dgm:cxn modelId="{DBE99A3B-4F70-4B5A-801D-3D4832A1959E}" type="presOf" srcId="{6631E0A1-A182-4A4C-92D8-28D197EE148E}" destId="{C02C60C1-06FC-4F49-A68C-5F3C490AAB5C}" srcOrd="0" destOrd="0" presId="urn:microsoft.com/office/officeart/2005/8/layout/cycle2"/>
    <dgm:cxn modelId="{244F0D5F-4DD9-4AEF-AD91-30D17129584E}" srcId="{6631E0A1-A182-4A4C-92D8-28D197EE148E}" destId="{EAFD7254-0AE1-425F-9354-786EB5D192FD}" srcOrd="0" destOrd="0" parTransId="{A2F5E0A8-0F58-4D23-9F51-DA2750A4AEA8}" sibTransId="{1ABA2B98-FF35-4E0E-9736-C9D45242A2AD}"/>
    <dgm:cxn modelId="{CFAC1D67-8116-4D3D-9C87-325F0FE65B1D}" type="presOf" srcId="{1ABA2B98-FF35-4E0E-9736-C9D45242A2AD}" destId="{458D70DC-6427-4EA8-81AD-D1184B8421A4}" srcOrd="1" destOrd="0" presId="urn:microsoft.com/office/officeart/2005/8/layout/cycle2"/>
    <dgm:cxn modelId="{288BF36D-BCBB-4285-87DE-083806B75DE8}" type="presOf" srcId="{05C3D9DE-9DA9-4370-B99E-C57B24EFBFBC}" destId="{4886F224-0834-4F06-9A78-FD2F2BCFA2DC}" srcOrd="1" destOrd="0" presId="urn:microsoft.com/office/officeart/2005/8/layout/cycle2"/>
    <dgm:cxn modelId="{3F1DB86E-7BC0-4E4F-8D2F-DEB453069E86}" type="presOf" srcId="{24FBD762-40CB-401B-8C73-6B569C0912DA}" destId="{5E147015-B94C-4CBB-B758-E6ACF0E35DE6}" srcOrd="1" destOrd="0" presId="urn:microsoft.com/office/officeart/2005/8/layout/cycle2"/>
    <dgm:cxn modelId="{0DFE8352-0EF0-4D2D-9705-E297387B1E4B}" srcId="{6631E0A1-A182-4A4C-92D8-28D197EE148E}" destId="{E3507BB8-F812-450E-B34B-F8F1B45E4A2F}" srcOrd="2" destOrd="0" parTransId="{71D20085-390C-4C80-A5B2-194E99575D34}" sibTransId="{24FBD762-40CB-401B-8C73-6B569C0912DA}"/>
    <dgm:cxn modelId="{49077573-E912-4737-8682-82B03885B661}" type="presOf" srcId="{4B461DA2-9381-40C4-9FFE-8A4219056576}" destId="{B6E0A313-4639-426A-B195-1175A3144FF9}" srcOrd="0" destOrd="0" presId="urn:microsoft.com/office/officeart/2005/8/layout/cycle2"/>
    <dgm:cxn modelId="{04B3C374-A512-4D8D-AC84-C94C92A2E41D}" type="presOf" srcId="{77A882BC-9F8B-4009-B34E-D11B4FC92D47}" destId="{E2C0DE48-FB2E-4902-9CD5-E59A1930510A}" srcOrd="1" destOrd="0" presId="urn:microsoft.com/office/officeart/2005/8/layout/cycle2"/>
    <dgm:cxn modelId="{F8E40778-6AE8-4F60-9CA1-E8B7DF6791DB}" type="presOf" srcId="{05C3D9DE-9DA9-4370-B99E-C57B24EFBFBC}" destId="{0226906C-6F8A-490E-827A-2C59B35F2BD9}" srcOrd="0" destOrd="0" presId="urn:microsoft.com/office/officeart/2005/8/layout/cycle2"/>
    <dgm:cxn modelId="{3BA0D27B-7F3A-46E8-BDC7-39647C0C3E2B}" type="presOf" srcId="{90C7FF67-C3DF-4EB4-9CE8-4E75690D2F65}" destId="{4253F2A0-3C4D-41E0-8F8F-602B835DE00E}" srcOrd="0" destOrd="0" presId="urn:microsoft.com/office/officeart/2005/8/layout/cycle2"/>
    <dgm:cxn modelId="{CEEF4B88-D502-4DDE-8A58-CA9CA2CF0D9D}" type="presOf" srcId="{03499D24-691A-4B6D-99CE-01C65C9CD44E}" destId="{C6172BA1-E4A3-4B80-8442-5E4D51311285}" srcOrd="1" destOrd="0" presId="urn:microsoft.com/office/officeart/2005/8/layout/cycle2"/>
    <dgm:cxn modelId="{C523D58F-6139-413A-892D-41C45C344EBD}" type="presOf" srcId="{E3507BB8-F812-450E-B34B-F8F1B45E4A2F}" destId="{7F4E22F4-4541-4313-9429-8652381E2430}" srcOrd="0" destOrd="0" presId="urn:microsoft.com/office/officeart/2005/8/layout/cycle2"/>
    <dgm:cxn modelId="{2281309A-AAD2-4AEB-A375-1607478A44E5}" type="presOf" srcId="{EAFD7254-0AE1-425F-9354-786EB5D192FD}" destId="{600CEE48-9058-48EC-A7B5-F5E02AB79E7E}" srcOrd="0" destOrd="0" presId="urn:microsoft.com/office/officeart/2005/8/layout/cycle2"/>
    <dgm:cxn modelId="{B95882A7-51BF-4D04-9182-B84804C530A7}" type="presOf" srcId="{4B461DA2-9381-40C4-9FFE-8A4219056576}" destId="{8574930B-BD5F-440C-9448-BED77C4B1A0A}" srcOrd="1" destOrd="0" presId="urn:microsoft.com/office/officeart/2005/8/layout/cycle2"/>
    <dgm:cxn modelId="{066961A9-D925-4429-B518-01DB10BA2CA7}" type="presOf" srcId="{3F54CE9F-7CAC-4A59-B171-58292F2C2226}" destId="{5AC06EA3-1487-4878-8E60-73BC78C506B2}" srcOrd="0" destOrd="0" presId="urn:microsoft.com/office/officeart/2005/8/layout/cycle2"/>
    <dgm:cxn modelId="{895918C2-5E29-4B1E-80EA-47D8098DCB64}" type="presOf" srcId="{FD4E5AE3-E399-4636-8AA5-47D859CCE7EC}" destId="{94F15D60-A6E8-448C-AB5D-AA4FE65A1EE0}" srcOrd="0" destOrd="0" presId="urn:microsoft.com/office/officeart/2005/8/layout/cycle2"/>
    <dgm:cxn modelId="{456E52E0-845F-4899-9146-4A96DE2EFE37}" type="presOf" srcId="{77A882BC-9F8B-4009-B34E-D11B4FC92D47}" destId="{F8AF0E23-F4AB-4B22-93A2-64EDDCAF3E7E}" srcOrd="0" destOrd="0" presId="urn:microsoft.com/office/officeart/2005/8/layout/cycle2"/>
    <dgm:cxn modelId="{33BB8FF8-6071-4D9F-98B1-8A8416A6466E}" type="presOf" srcId="{0F6F5DF9-E58F-4794-9B1B-32DC31867727}" destId="{94FA9188-7ACD-46A3-9671-54526483B058}" srcOrd="0" destOrd="0" presId="urn:microsoft.com/office/officeart/2005/8/layout/cycle2"/>
    <dgm:cxn modelId="{3C0BF9FA-DD49-47FA-9F4D-AE41A7A2DBD3}" srcId="{6631E0A1-A182-4A4C-92D8-28D197EE148E}" destId="{FD4E5AE3-E399-4636-8AA5-47D859CCE7EC}" srcOrd="1" destOrd="0" parTransId="{907E5737-4B4C-4897-B831-0F7428466F8E}" sibTransId="{4B461DA2-9381-40C4-9FFE-8A4219056576}"/>
    <dgm:cxn modelId="{0CD859FE-9AFE-4FD7-88E4-9A3DF8E8020D}" srcId="{6631E0A1-A182-4A4C-92D8-28D197EE148E}" destId="{3F54CE9F-7CAC-4A59-B171-58292F2C2226}" srcOrd="4" destOrd="0" parTransId="{51DAD242-CE84-4F90-9834-1F6227ABD20D}" sibTransId="{03499D24-691A-4B6D-99CE-01C65C9CD44E}"/>
    <dgm:cxn modelId="{C54B8C60-B15B-40E6-AA54-2C16E9294D38}" type="presParOf" srcId="{C02C60C1-06FC-4F49-A68C-5F3C490AAB5C}" destId="{600CEE48-9058-48EC-A7B5-F5E02AB79E7E}" srcOrd="0" destOrd="0" presId="urn:microsoft.com/office/officeart/2005/8/layout/cycle2"/>
    <dgm:cxn modelId="{123457AA-A4B6-4FAF-B0F7-76621464EB19}" type="presParOf" srcId="{C02C60C1-06FC-4F49-A68C-5F3C490AAB5C}" destId="{B450A715-FA4B-4EB0-92AC-2D625DFBCE0D}" srcOrd="1" destOrd="0" presId="urn:microsoft.com/office/officeart/2005/8/layout/cycle2"/>
    <dgm:cxn modelId="{43280BEC-DFB5-485C-BCF8-ABBCAF9C9EDF}" type="presParOf" srcId="{B450A715-FA4B-4EB0-92AC-2D625DFBCE0D}" destId="{458D70DC-6427-4EA8-81AD-D1184B8421A4}" srcOrd="0" destOrd="0" presId="urn:microsoft.com/office/officeart/2005/8/layout/cycle2"/>
    <dgm:cxn modelId="{9140C2C0-CB73-4257-8752-383FE4AE5D1E}" type="presParOf" srcId="{C02C60C1-06FC-4F49-A68C-5F3C490AAB5C}" destId="{94F15D60-A6E8-448C-AB5D-AA4FE65A1EE0}" srcOrd="2" destOrd="0" presId="urn:microsoft.com/office/officeart/2005/8/layout/cycle2"/>
    <dgm:cxn modelId="{5E95AB92-2DAB-478F-8E23-9770C5128A80}" type="presParOf" srcId="{C02C60C1-06FC-4F49-A68C-5F3C490AAB5C}" destId="{B6E0A313-4639-426A-B195-1175A3144FF9}" srcOrd="3" destOrd="0" presId="urn:microsoft.com/office/officeart/2005/8/layout/cycle2"/>
    <dgm:cxn modelId="{5DCB7253-D8EB-48C8-ADC6-4F52AA8F6A76}" type="presParOf" srcId="{B6E0A313-4639-426A-B195-1175A3144FF9}" destId="{8574930B-BD5F-440C-9448-BED77C4B1A0A}" srcOrd="0" destOrd="0" presId="urn:microsoft.com/office/officeart/2005/8/layout/cycle2"/>
    <dgm:cxn modelId="{11186FF5-B363-40B2-9B8C-99CBC4219663}" type="presParOf" srcId="{C02C60C1-06FC-4F49-A68C-5F3C490AAB5C}" destId="{7F4E22F4-4541-4313-9429-8652381E2430}" srcOrd="4" destOrd="0" presId="urn:microsoft.com/office/officeart/2005/8/layout/cycle2"/>
    <dgm:cxn modelId="{AE300AFD-429D-45F9-9F3E-95473087737B}" type="presParOf" srcId="{C02C60C1-06FC-4F49-A68C-5F3C490AAB5C}" destId="{930C1C10-B7D9-4063-97DF-451520631F5C}" srcOrd="5" destOrd="0" presId="urn:microsoft.com/office/officeart/2005/8/layout/cycle2"/>
    <dgm:cxn modelId="{3001E086-ECC9-442C-8203-285A6192ED74}" type="presParOf" srcId="{930C1C10-B7D9-4063-97DF-451520631F5C}" destId="{5E147015-B94C-4CBB-B758-E6ACF0E35DE6}" srcOrd="0" destOrd="0" presId="urn:microsoft.com/office/officeart/2005/8/layout/cycle2"/>
    <dgm:cxn modelId="{DE3D58C5-BE6A-4F49-BB1D-9180DA5ABC14}" type="presParOf" srcId="{C02C60C1-06FC-4F49-A68C-5F3C490AAB5C}" destId="{4253F2A0-3C4D-41E0-8F8F-602B835DE00E}" srcOrd="6" destOrd="0" presId="urn:microsoft.com/office/officeart/2005/8/layout/cycle2"/>
    <dgm:cxn modelId="{614A5315-D982-4645-9899-7E9677892701}" type="presParOf" srcId="{C02C60C1-06FC-4F49-A68C-5F3C490AAB5C}" destId="{F8AF0E23-F4AB-4B22-93A2-64EDDCAF3E7E}" srcOrd="7" destOrd="0" presId="urn:microsoft.com/office/officeart/2005/8/layout/cycle2"/>
    <dgm:cxn modelId="{D551B15B-0701-456B-9372-D8ABC580F63E}" type="presParOf" srcId="{F8AF0E23-F4AB-4B22-93A2-64EDDCAF3E7E}" destId="{E2C0DE48-FB2E-4902-9CD5-E59A1930510A}" srcOrd="0" destOrd="0" presId="urn:microsoft.com/office/officeart/2005/8/layout/cycle2"/>
    <dgm:cxn modelId="{422C93FC-F8A3-4821-8ED0-5AAA7CE8A0B1}" type="presParOf" srcId="{C02C60C1-06FC-4F49-A68C-5F3C490AAB5C}" destId="{5AC06EA3-1487-4878-8E60-73BC78C506B2}" srcOrd="8" destOrd="0" presId="urn:microsoft.com/office/officeart/2005/8/layout/cycle2"/>
    <dgm:cxn modelId="{C04EB9DF-9308-4BEF-8114-1887AB21C223}" type="presParOf" srcId="{C02C60C1-06FC-4F49-A68C-5F3C490AAB5C}" destId="{461F6849-4FCE-49EE-9AB8-2EA110D7E1CF}" srcOrd="9" destOrd="0" presId="urn:microsoft.com/office/officeart/2005/8/layout/cycle2"/>
    <dgm:cxn modelId="{BC9D3B07-5FFC-43F3-912D-4F4AFB7CF662}" type="presParOf" srcId="{461F6849-4FCE-49EE-9AB8-2EA110D7E1CF}" destId="{C6172BA1-E4A3-4B80-8442-5E4D51311285}" srcOrd="0" destOrd="0" presId="urn:microsoft.com/office/officeart/2005/8/layout/cycle2"/>
    <dgm:cxn modelId="{DEE3CAF5-C9AA-43D1-9800-586A845AB6AE}" type="presParOf" srcId="{C02C60C1-06FC-4F49-A68C-5F3C490AAB5C}" destId="{94FA9188-7ACD-46A3-9671-54526483B058}" srcOrd="10" destOrd="0" presId="urn:microsoft.com/office/officeart/2005/8/layout/cycle2"/>
    <dgm:cxn modelId="{97BC30CA-3D6D-403F-9E7C-6BB89EB954AF}" type="presParOf" srcId="{C02C60C1-06FC-4F49-A68C-5F3C490AAB5C}" destId="{0226906C-6F8A-490E-827A-2C59B35F2BD9}" srcOrd="11" destOrd="0" presId="urn:microsoft.com/office/officeart/2005/8/layout/cycle2"/>
    <dgm:cxn modelId="{47537D2B-FFAE-4832-B460-B5887B38D42F}" type="presParOf" srcId="{0226906C-6F8A-490E-827A-2C59B35F2BD9}" destId="{4886F224-0834-4F06-9A78-FD2F2BCFA2DC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631E0A1-A182-4A4C-92D8-28D197EE148E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cs-CZ"/>
        </a:p>
      </dgm:t>
    </dgm:pt>
    <dgm:pt modelId="{EAFD7254-0AE1-425F-9354-786EB5D192FD}">
      <dgm:prSet phldrT="[Text]"/>
      <dgm:spPr>
        <a:solidFill>
          <a:srgbClr val="FFFF00"/>
        </a:solidFill>
        <a:ln>
          <a:solidFill>
            <a:schemeClr val="tx1"/>
          </a:solidFill>
        </a:ln>
      </dgm:spPr>
      <dgm:t>
        <a:bodyPr/>
        <a:lstStyle/>
        <a:p>
          <a:r>
            <a:rPr lang="cs-CZ" b="1" dirty="0">
              <a:solidFill>
                <a:schemeClr val="tx1"/>
              </a:solidFill>
              <a:latin typeface="Consolas" panose="020B0609020204030204" pitchFamily="49" charset="0"/>
            </a:rPr>
            <a:t>0</a:t>
          </a:r>
        </a:p>
      </dgm:t>
    </dgm:pt>
    <dgm:pt modelId="{A2F5E0A8-0F58-4D23-9F51-DA2750A4AEA8}" type="parTrans" cxnId="{244F0D5F-4DD9-4AEF-AD91-30D17129584E}">
      <dgm:prSet/>
      <dgm:spPr/>
      <dgm:t>
        <a:bodyPr/>
        <a:lstStyle/>
        <a:p>
          <a:endParaRPr lang="cs-CZ">
            <a:latin typeface="Consolas" panose="020B0609020204030204" pitchFamily="49" charset="0"/>
          </a:endParaRPr>
        </a:p>
      </dgm:t>
    </dgm:pt>
    <dgm:pt modelId="{1ABA2B98-FF35-4E0E-9736-C9D45242A2AD}" type="sibTrans" cxnId="{244F0D5F-4DD9-4AEF-AD91-30D17129584E}">
      <dgm:prSet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endParaRPr lang="cs-CZ">
            <a:latin typeface="Consolas" panose="020B0609020204030204" pitchFamily="49" charset="0"/>
          </a:endParaRPr>
        </a:p>
      </dgm:t>
    </dgm:pt>
    <dgm:pt modelId="{FD4E5AE3-E399-4636-8AA5-47D859CCE7EC}">
      <dgm:prSet phldrT="[Text]"/>
      <dgm:spPr>
        <a:solidFill>
          <a:srgbClr val="FFFF00"/>
        </a:solidFill>
        <a:ln>
          <a:solidFill>
            <a:schemeClr val="tx1"/>
          </a:solidFill>
        </a:ln>
      </dgm:spPr>
      <dgm:t>
        <a:bodyPr/>
        <a:lstStyle/>
        <a:p>
          <a:r>
            <a:rPr lang="cs-CZ" b="1" dirty="0">
              <a:solidFill>
                <a:schemeClr val="tx1"/>
              </a:solidFill>
              <a:latin typeface="Consolas" panose="020B0609020204030204" pitchFamily="49" charset="0"/>
            </a:rPr>
            <a:t>1</a:t>
          </a:r>
        </a:p>
      </dgm:t>
    </dgm:pt>
    <dgm:pt modelId="{907E5737-4B4C-4897-B831-0F7428466F8E}" type="parTrans" cxnId="{3C0BF9FA-DD49-47FA-9F4D-AE41A7A2DBD3}">
      <dgm:prSet/>
      <dgm:spPr/>
      <dgm:t>
        <a:bodyPr/>
        <a:lstStyle/>
        <a:p>
          <a:endParaRPr lang="cs-CZ">
            <a:latin typeface="Consolas" panose="020B0609020204030204" pitchFamily="49" charset="0"/>
          </a:endParaRPr>
        </a:p>
      </dgm:t>
    </dgm:pt>
    <dgm:pt modelId="{4B461DA2-9381-40C4-9FFE-8A4219056576}" type="sibTrans" cxnId="{3C0BF9FA-DD49-47FA-9F4D-AE41A7A2DBD3}">
      <dgm:prSet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endParaRPr lang="cs-CZ">
            <a:latin typeface="Consolas" panose="020B0609020204030204" pitchFamily="49" charset="0"/>
          </a:endParaRPr>
        </a:p>
      </dgm:t>
    </dgm:pt>
    <dgm:pt modelId="{E3507BB8-F812-450E-B34B-F8F1B45E4A2F}">
      <dgm:prSet phldrT="[Text]"/>
      <dgm:spPr>
        <a:solidFill>
          <a:srgbClr val="FFFF00"/>
        </a:solidFill>
        <a:ln>
          <a:solidFill>
            <a:schemeClr val="tx1"/>
          </a:solidFill>
        </a:ln>
      </dgm:spPr>
      <dgm:t>
        <a:bodyPr/>
        <a:lstStyle/>
        <a:p>
          <a:r>
            <a:rPr lang="cs-CZ" b="1" dirty="0">
              <a:solidFill>
                <a:schemeClr val="tx1"/>
              </a:solidFill>
              <a:latin typeface="Consolas" panose="020B0609020204030204" pitchFamily="49" charset="0"/>
            </a:rPr>
            <a:t>2</a:t>
          </a:r>
        </a:p>
      </dgm:t>
    </dgm:pt>
    <dgm:pt modelId="{71D20085-390C-4C80-A5B2-194E99575D34}" type="parTrans" cxnId="{0DFE8352-0EF0-4D2D-9705-E297387B1E4B}">
      <dgm:prSet/>
      <dgm:spPr/>
      <dgm:t>
        <a:bodyPr/>
        <a:lstStyle/>
        <a:p>
          <a:endParaRPr lang="cs-CZ">
            <a:latin typeface="Consolas" panose="020B0609020204030204" pitchFamily="49" charset="0"/>
          </a:endParaRPr>
        </a:p>
      </dgm:t>
    </dgm:pt>
    <dgm:pt modelId="{24FBD762-40CB-401B-8C73-6B569C0912DA}" type="sibTrans" cxnId="{0DFE8352-0EF0-4D2D-9705-E297387B1E4B}">
      <dgm:prSet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endParaRPr lang="cs-CZ">
            <a:latin typeface="Consolas" panose="020B0609020204030204" pitchFamily="49" charset="0"/>
          </a:endParaRPr>
        </a:p>
      </dgm:t>
    </dgm:pt>
    <dgm:pt modelId="{90C7FF67-C3DF-4EB4-9CE8-4E75690D2F65}">
      <dgm:prSet phldrT="[Text]"/>
      <dgm:spPr>
        <a:solidFill>
          <a:srgbClr val="FFFF00"/>
        </a:solidFill>
        <a:ln>
          <a:solidFill>
            <a:schemeClr val="tx1"/>
          </a:solidFill>
        </a:ln>
      </dgm:spPr>
      <dgm:t>
        <a:bodyPr/>
        <a:lstStyle/>
        <a:p>
          <a:r>
            <a:rPr lang="cs-CZ" b="1" dirty="0">
              <a:solidFill>
                <a:schemeClr val="tx1"/>
              </a:solidFill>
              <a:latin typeface="Consolas" panose="020B0609020204030204" pitchFamily="49" charset="0"/>
            </a:rPr>
            <a:t>3</a:t>
          </a:r>
        </a:p>
      </dgm:t>
    </dgm:pt>
    <dgm:pt modelId="{BC71018D-6EED-428C-94F0-F7025D06747A}" type="parTrans" cxnId="{DEA98A39-1D0F-417A-9D60-41C540D8AB95}">
      <dgm:prSet/>
      <dgm:spPr/>
      <dgm:t>
        <a:bodyPr/>
        <a:lstStyle/>
        <a:p>
          <a:endParaRPr lang="cs-CZ">
            <a:latin typeface="Consolas" panose="020B0609020204030204" pitchFamily="49" charset="0"/>
          </a:endParaRPr>
        </a:p>
      </dgm:t>
    </dgm:pt>
    <dgm:pt modelId="{77A882BC-9F8B-4009-B34E-D11B4FC92D47}" type="sibTrans" cxnId="{DEA98A39-1D0F-417A-9D60-41C540D8AB95}">
      <dgm:prSet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endParaRPr lang="cs-CZ">
            <a:latin typeface="Consolas" panose="020B0609020204030204" pitchFamily="49" charset="0"/>
          </a:endParaRPr>
        </a:p>
      </dgm:t>
    </dgm:pt>
    <dgm:pt modelId="{3F54CE9F-7CAC-4A59-B171-58292F2C2226}">
      <dgm:prSet phldrT="[Text]"/>
      <dgm:spPr>
        <a:solidFill>
          <a:srgbClr val="FFFF00"/>
        </a:solidFill>
        <a:ln>
          <a:solidFill>
            <a:schemeClr val="tx1"/>
          </a:solidFill>
        </a:ln>
      </dgm:spPr>
      <dgm:t>
        <a:bodyPr/>
        <a:lstStyle/>
        <a:p>
          <a:r>
            <a:rPr lang="cs-CZ" b="1" dirty="0">
              <a:solidFill>
                <a:schemeClr val="tx1"/>
              </a:solidFill>
              <a:latin typeface="Consolas" panose="020B0609020204030204" pitchFamily="49" charset="0"/>
            </a:rPr>
            <a:t>4</a:t>
          </a:r>
        </a:p>
      </dgm:t>
    </dgm:pt>
    <dgm:pt modelId="{51DAD242-CE84-4F90-9834-1F6227ABD20D}" type="parTrans" cxnId="{0CD859FE-9AFE-4FD7-88E4-9A3DF8E8020D}">
      <dgm:prSet/>
      <dgm:spPr/>
      <dgm:t>
        <a:bodyPr/>
        <a:lstStyle/>
        <a:p>
          <a:endParaRPr lang="cs-CZ">
            <a:latin typeface="Consolas" panose="020B0609020204030204" pitchFamily="49" charset="0"/>
          </a:endParaRPr>
        </a:p>
      </dgm:t>
    </dgm:pt>
    <dgm:pt modelId="{03499D24-691A-4B6D-99CE-01C65C9CD44E}" type="sibTrans" cxnId="{0CD859FE-9AFE-4FD7-88E4-9A3DF8E8020D}">
      <dgm:prSet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endParaRPr lang="cs-CZ">
            <a:latin typeface="Consolas" panose="020B0609020204030204" pitchFamily="49" charset="0"/>
          </a:endParaRPr>
        </a:p>
      </dgm:t>
    </dgm:pt>
    <dgm:pt modelId="{0F6F5DF9-E58F-4794-9B1B-32DC31867727}">
      <dgm:prSet phldrT="[Text]"/>
      <dgm:spPr>
        <a:solidFill>
          <a:srgbClr val="FFFF00"/>
        </a:solidFill>
        <a:ln>
          <a:solidFill>
            <a:schemeClr val="tx1"/>
          </a:solidFill>
        </a:ln>
      </dgm:spPr>
      <dgm:t>
        <a:bodyPr/>
        <a:lstStyle/>
        <a:p>
          <a:r>
            <a:rPr lang="cs-CZ" b="1" dirty="0">
              <a:solidFill>
                <a:schemeClr val="tx1"/>
              </a:solidFill>
              <a:latin typeface="Consolas" panose="020B0609020204030204" pitchFamily="49" charset="0"/>
            </a:rPr>
            <a:t>5</a:t>
          </a:r>
        </a:p>
      </dgm:t>
    </dgm:pt>
    <dgm:pt modelId="{50B5F6BF-4C16-4E87-863F-E846E6B043EB}" type="parTrans" cxnId="{1B841621-57A5-4379-8E62-E096F774706C}">
      <dgm:prSet/>
      <dgm:spPr/>
      <dgm:t>
        <a:bodyPr/>
        <a:lstStyle/>
        <a:p>
          <a:endParaRPr lang="cs-CZ">
            <a:latin typeface="Consolas" panose="020B0609020204030204" pitchFamily="49" charset="0"/>
          </a:endParaRPr>
        </a:p>
      </dgm:t>
    </dgm:pt>
    <dgm:pt modelId="{05C3D9DE-9DA9-4370-B99E-C57B24EFBFBC}" type="sibTrans" cxnId="{1B841621-57A5-4379-8E62-E096F774706C}">
      <dgm:prSet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endParaRPr lang="cs-CZ">
            <a:latin typeface="Consolas" panose="020B0609020204030204" pitchFamily="49" charset="0"/>
          </a:endParaRPr>
        </a:p>
      </dgm:t>
    </dgm:pt>
    <dgm:pt modelId="{C02C60C1-06FC-4F49-A68C-5F3C490AAB5C}" type="pres">
      <dgm:prSet presAssocID="{6631E0A1-A182-4A4C-92D8-28D197EE148E}" presName="cycle" presStyleCnt="0">
        <dgm:presLayoutVars>
          <dgm:dir/>
          <dgm:resizeHandles val="exact"/>
        </dgm:presLayoutVars>
      </dgm:prSet>
      <dgm:spPr/>
    </dgm:pt>
    <dgm:pt modelId="{600CEE48-9058-48EC-A7B5-F5E02AB79E7E}" type="pres">
      <dgm:prSet presAssocID="{EAFD7254-0AE1-425F-9354-786EB5D192FD}" presName="node" presStyleLbl="node1" presStyleIdx="0" presStyleCnt="6" custRadScaleRad="98776" custRadScaleInc="-150">
        <dgm:presLayoutVars>
          <dgm:bulletEnabled val="1"/>
        </dgm:presLayoutVars>
      </dgm:prSet>
      <dgm:spPr/>
    </dgm:pt>
    <dgm:pt modelId="{B450A715-FA4B-4EB0-92AC-2D625DFBCE0D}" type="pres">
      <dgm:prSet presAssocID="{1ABA2B98-FF35-4E0E-9736-C9D45242A2AD}" presName="sibTrans" presStyleLbl="sibTrans2D1" presStyleIdx="0" presStyleCnt="6" custAng="10675344"/>
      <dgm:spPr/>
    </dgm:pt>
    <dgm:pt modelId="{458D70DC-6427-4EA8-81AD-D1184B8421A4}" type="pres">
      <dgm:prSet presAssocID="{1ABA2B98-FF35-4E0E-9736-C9D45242A2AD}" presName="connectorText" presStyleLbl="sibTrans2D1" presStyleIdx="0" presStyleCnt="6"/>
      <dgm:spPr/>
    </dgm:pt>
    <dgm:pt modelId="{94F15D60-A6E8-448C-AB5D-AA4FE65A1EE0}" type="pres">
      <dgm:prSet presAssocID="{FD4E5AE3-E399-4636-8AA5-47D859CCE7EC}" presName="node" presStyleLbl="node1" presStyleIdx="1" presStyleCnt="6" custRadScaleRad="100259" custRadScaleInc="-4998">
        <dgm:presLayoutVars>
          <dgm:bulletEnabled val="1"/>
        </dgm:presLayoutVars>
      </dgm:prSet>
      <dgm:spPr/>
    </dgm:pt>
    <dgm:pt modelId="{B6E0A313-4639-426A-B195-1175A3144FF9}" type="pres">
      <dgm:prSet presAssocID="{4B461DA2-9381-40C4-9FFE-8A4219056576}" presName="sibTrans" presStyleLbl="sibTrans2D1" presStyleIdx="1" presStyleCnt="6" custAng="10879378"/>
      <dgm:spPr/>
    </dgm:pt>
    <dgm:pt modelId="{8574930B-BD5F-440C-9448-BED77C4B1A0A}" type="pres">
      <dgm:prSet presAssocID="{4B461DA2-9381-40C4-9FFE-8A4219056576}" presName="connectorText" presStyleLbl="sibTrans2D1" presStyleIdx="1" presStyleCnt="6"/>
      <dgm:spPr/>
    </dgm:pt>
    <dgm:pt modelId="{7F4E22F4-4541-4313-9429-8652381E2430}" type="pres">
      <dgm:prSet presAssocID="{E3507BB8-F812-450E-B34B-F8F1B45E4A2F}" presName="node" presStyleLbl="node1" presStyleIdx="2" presStyleCnt="6" custRadScaleRad="99863" custRadScaleInc="-5132">
        <dgm:presLayoutVars>
          <dgm:bulletEnabled val="1"/>
        </dgm:presLayoutVars>
      </dgm:prSet>
      <dgm:spPr/>
    </dgm:pt>
    <dgm:pt modelId="{930C1C10-B7D9-4063-97DF-451520631F5C}" type="pres">
      <dgm:prSet presAssocID="{24FBD762-40CB-401B-8C73-6B569C0912DA}" presName="sibTrans" presStyleLbl="sibTrans2D1" presStyleIdx="2" presStyleCnt="6" custAng="10695988"/>
      <dgm:spPr/>
    </dgm:pt>
    <dgm:pt modelId="{5E147015-B94C-4CBB-B758-E6ACF0E35DE6}" type="pres">
      <dgm:prSet presAssocID="{24FBD762-40CB-401B-8C73-6B569C0912DA}" presName="connectorText" presStyleLbl="sibTrans2D1" presStyleIdx="2" presStyleCnt="6"/>
      <dgm:spPr/>
    </dgm:pt>
    <dgm:pt modelId="{4253F2A0-3C4D-41E0-8F8F-602B835DE00E}" type="pres">
      <dgm:prSet presAssocID="{90C7FF67-C3DF-4EB4-9CE8-4E75690D2F65}" presName="node" presStyleLbl="node1" presStyleIdx="3" presStyleCnt="6" custRadScaleRad="99488" custRadScaleInc="-4481">
        <dgm:presLayoutVars>
          <dgm:bulletEnabled val="1"/>
        </dgm:presLayoutVars>
      </dgm:prSet>
      <dgm:spPr/>
    </dgm:pt>
    <dgm:pt modelId="{F8AF0E23-F4AB-4B22-93A2-64EDDCAF3E7E}" type="pres">
      <dgm:prSet presAssocID="{77A882BC-9F8B-4009-B34E-D11B4FC92D47}" presName="sibTrans" presStyleLbl="sibTrans2D1" presStyleIdx="3" presStyleCnt="6" custAng="10792437"/>
      <dgm:spPr/>
    </dgm:pt>
    <dgm:pt modelId="{E2C0DE48-FB2E-4902-9CD5-E59A1930510A}" type="pres">
      <dgm:prSet presAssocID="{77A882BC-9F8B-4009-B34E-D11B4FC92D47}" presName="connectorText" presStyleLbl="sibTrans2D1" presStyleIdx="3" presStyleCnt="6"/>
      <dgm:spPr/>
    </dgm:pt>
    <dgm:pt modelId="{5AC06EA3-1487-4878-8E60-73BC78C506B2}" type="pres">
      <dgm:prSet presAssocID="{3F54CE9F-7CAC-4A59-B171-58292F2C2226}" presName="node" presStyleLbl="node1" presStyleIdx="4" presStyleCnt="6" custRadScaleRad="99190" custRadScaleInc="-3139">
        <dgm:presLayoutVars>
          <dgm:bulletEnabled val="1"/>
        </dgm:presLayoutVars>
      </dgm:prSet>
      <dgm:spPr/>
    </dgm:pt>
    <dgm:pt modelId="{461F6849-4FCE-49EE-9AB8-2EA110D7E1CF}" type="pres">
      <dgm:prSet presAssocID="{03499D24-691A-4B6D-99CE-01C65C9CD44E}" presName="sibTrans" presStyleLbl="sibTrans2D1" presStyleIdx="4" presStyleCnt="6" custAng="10834883"/>
      <dgm:spPr/>
    </dgm:pt>
    <dgm:pt modelId="{C6172BA1-E4A3-4B80-8442-5E4D51311285}" type="pres">
      <dgm:prSet presAssocID="{03499D24-691A-4B6D-99CE-01C65C9CD44E}" presName="connectorText" presStyleLbl="sibTrans2D1" presStyleIdx="4" presStyleCnt="6"/>
      <dgm:spPr/>
    </dgm:pt>
    <dgm:pt modelId="{94FA9188-7ACD-46A3-9671-54526483B058}" type="pres">
      <dgm:prSet presAssocID="{0F6F5DF9-E58F-4794-9B1B-32DC31867727}" presName="node" presStyleLbl="node1" presStyleIdx="5" presStyleCnt="6" custRadScaleRad="99017" custRadScaleInc="-1308">
        <dgm:presLayoutVars>
          <dgm:bulletEnabled val="1"/>
        </dgm:presLayoutVars>
      </dgm:prSet>
      <dgm:spPr/>
    </dgm:pt>
    <dgm:pt modelId="{0226906C-6F8A-490E-827A-2C59B35F2BD9}" type="pres">
      <dgm:prSet presAssocID="{05C3D9DE-9DA9-4370-B99E-C57B24EFBFBC}" presName="sibTrans" presStyleLbl="sibTrans2D1" presStyleIdx="5" presStyleCnt="6" custAng="10956744"/>
      <dgm:spPr/>
    </dgm:pt>
    <dgm:pt modelId="{4886F224-0834-4F06-9A78-FD2F2BCFA2DC}" type="pres">
      <dgm:prSet presAssocID="{05C3D9DE-9DA9-4370-B99E-C57B24EFBFBC}" presName="connectorText" presStyleLbl="sibTrans2D1" presStyleIdx="5" presStyleCnt="6"/>
      <dgm:spPr/>
    </dgm:pt>
  </dgm:ptLst>
  <dgm:cxnLst>
    <dgm:cxn modelId="{1D6F3F1D-FD9C-456A-AC18-3371663EA084}" type="presOf" srcId="{03499D24-691A-4B6D-99CE-01C65C9CD44E}" destId="{461F6849-4FCE-49EE-9AB8-2EA110D7E1CF}" srcOrd="0" destOrd="0" presId="urn:microsoft.com/office/officeart/2005/8/layout/cycle2"/>
    <dgm:cxn modelId="{0AFD801E-C1A3-4008-8C40-B1CC1E008DBC}" type="presOf" srcId="{1ABA2B98-FF35-4E0E-9736-C9D45242A2AD}" destId="{B450A715-FA4B-4EB0-92AC-2D625DFBCE0D}" srcOrd="0" destOrd="0" presId="urn:microsoft.com/office/officeart/2005/8/layout/cycle2"/>
    <dgm:cxn modelId="{1B841621-57A5-4379-8E62-E096F774706C}" srcId="{6631E0A1-A182-4A4C-92D8-28D197EE148E}" destId="{0F6F5DF9-E58F-4794-9B1B-32DC31867727}" srcOrd="5" destOrd="0" parTransId="{50B5F6BF-4C16-4E87-863F-E846E6B043EB}" sibTransId="{05C3D9DE-9DA9-4370-B99E-C57B24EFBFBC}"/>
    <dgm:cxn modelId="{DBB39C22-60CD-43C4-9D47-9B750F38454F}" type="presOf" srcId="{24FBD762-40CB-401B-8C73-6B569C0912DA}" destId="{930C1C10-B7D9-4063-97DF-451520631F5C}" srcOrd="0" destOrd="0" presId="urn:microsoft.com/office/officeart/2005/8/layout/cycle2"/>
    <dgm:cxn modelId="{DEA98A39-1D0F-417A-9D60-41C540D8AB95}" srcId="{6631E0A1-A182-4A4C-92D8-28D197EE148E}" destId="{90C7FF67-C3DF-4EB4-9CE8-4E75690D2F65}" srcOrd="3" destOrd="0" parTransId="{BC71018D-6EED-428C-94F0-F7025D06747A}" sibTransId="{77A882BC-9F8B-4009-B34E-D11B4FC92D47}"/>
    <dgm:cxn modelId="{DBE99A3B-4F70-4B5A-801D-3D4832A1959E}" type="presOf" srcId="{6631E0A1-A182-4A4C-92D8-28D197EE148E}" destId="{C02C60C1-06FC-4F49-A68C-5F3C490AAB5C}" srcOrd="0" destOrd="0" presId="urn:microsoft.com/office/officeart/2005/8/layout/cycle2"/>
    <dgm:cxn modelId="{244F0D5F-4DD9-4AEF-AD91-30D17129584E}" srcId="{6631E0A1-A182-4A4C-92D8-28D197EE148E}" destId="{EAFD7254-0AE1-425F-9354-786EB5D192FD}" srcOrd="0" destOrd="0" parTransId="{A2F5E0A8-0F58-4D23-9F51-DA2750A4AEA8}" sibTransId="{1ABA2B98-FF35-4E0E-9736-C9D45242A2AD}"/>
    <dgm:cxn modelId="{CFAC1D67-8116-4D3D-9C87-325F0FE65B1D}" type="presOf" srcId="{1ABA2B98-FF35-4E0E-9736-C9D45242A2AD}" destId="{458D70DC-6427-4EA8-81AD-D1184B8421A4}" srcOrd="1" destOrd="0" presId="urn:microsoft.com/office/officeart/2005/8/layout/cycle2"/>
    <dgm:cxn modelId="{288BF36D-BCBB-4285-87DE-083806B75DE8}" type="presOf" srcId="{05C3D9DE-9DA9-4370-B99E-C57B24EFBFBC}" destId="{4886F224-0834-4F06-9A78-FD2F2BCFA2DC}" srcOrd="1" destOrd="0" presId="urn:microsoft.com/office/officeart/2005/8/layout/cycle2"/>
    <dgm:cxn modelId="{3F1DB86E-7BC0-4E4F-8D2F-DEB453069E86}" type="presOf" srcId="{24FBD762-40CB-401B-8C73-6B569C0912DA}" destId="{5E147015-B94C-4CBB-B758-E6ACF0E35DE6}" srcOrd="1" destOrd="0" presId="urn:microsoft.com/office/officeart/2005/8/layout/cycle2"/>
    <dgm:cxn modelId="{0DFE8352-0EF0-4D2D-9705-E297387B1E4B}" srcId="{6631E0A1-A182-4A4C-92D8-28D197EE148E}" destId="{E3507BB8-F812-450E-B34B-F8F1B45E4A2F}" srcOrd="2" destOrd="0" parTransId="{71D20085-390C-4C80-A5B2-194E99575D34}" sibTransId="{24FBD762-40CB-401B-8C73-6B569C0912DA}"/>
    <dgm:cxn modelId="{49077573-E912-4737-8682-82B03885B661}" type="presOf" srcId="{4B461DA2-9381-40C4-9FFE-8A4219056576}" destId="{B6E0A313-4639-426A-B195-1175A3144FF9}" srcOrd="0" destOrd="0" presId="urn:microsoft.com/office/officeart/2005/8/layout/cycle2"/>
    <dgm:cxn modelId="{04B3C374-A512-4D8D-AC84-C94C92A2E41D}" type="presOf" srcId="{77A882BC-9F8B-4009-B34E-D11B4FC92D47}" destId="{E2C0DE48-FB2E-4902-9CD5-E59A1930510A}" srcOrd="1" destOrd="0" presId="urn:microsoft.com/office/officeart/2005/8/layout/cycle2"/>
    <dgm:cxn modelId="{F8E40778-6AE8-4F60-9CA1-E8B7DF6791DB}" type="presOf" srcId="{05C3D9DE-9DA9-4370-B99E-C57B24EFBFBC}" destId="{0226906C-6F8A-490E-827A-2C59B35F2BD9}" srcOrd="0" destOrd="0" presId="urn:microsoft.com/office/officeart/2005/8/layout/cycle2"/>
    <dgm:cxn modelId="{3BA0D27B-7F3A-46E8-BDC7-39647C0C3E2B}" type="presOf" srcId="{90C7FF67-C3DF-4EB4-9CE8-4E75690D2F65}" destId="{4253F2A0-3C4D-41E0-8F8F-602B835DE00E}" srcOrd="0" destOrd="0" presId="urn:microsoft.com/office/officeart/2005/8/layout/cycle2"/>
    <dgm:cxn modelId="{CEEF4B88-D502-4DDE-8A58-CA9CA2CF0D9D}" type="presOf" srcId="{03499D24-691A-4B6D-99CE-01C65C9CD44E}" destId="{C6172BA1-E4A3-4B80-8442-5E4D51311285}" srcOrd="1" destOrd="0" presId="urn:microsoft.com/office/officeart/2005/8/layout/cycle2"/>
    <dgm:cxn modelId="{C523D58F-6139-413A-892D-41C45C344EBD}" type="presOf" srcId="{E3507BB8-F812-450E-B34B-F8F1B45E4A2F}" destId="{7F4E22F4-4541-4313-9429-8652381E2430}" srcOrd="0" destOrd="0" presId="urn:microsoft.com/office/officeart/2005/8/layout/cycle2"/>
    <dgm:cxn modelId="{2281309A-AAD2-4AEB-A375-1607478A44E5}" type="presOf" srcId="{EAFD7254-0AE1-425F-9354-786EB5D192FD}" destId="{600CEE48-9058-48EC-A7B5-F5E02AB79E7E}" srcOrd="0" destOrd="0" presId="urn:microsoft.com/office/officeart/2005/8/layout/cycle2"/>
    <dgm:cxn modelId="{B95882A7-51BF-4D04-9182-B84804C530A7}" type="presOf" srcId="{4B461DA2-9381-40C4-9FFE-8A4219056576}" destId="{8574930B-BD5F-440C-9448-BED77C4B1A0A}" srcOrd="1" destOrd="0" presId="urn:microsoft.com/office/officeart/2005/8/layout/cycle2"/>
    <dgm:cxn modelId="{066961A9-D925-4429-B518-01DB10BA2CA7}" type="presOf" srcId="{3F54CE9F-7CAC-4A59-B171-58292F2C2226}" destId="{5AC06EA3-1487-4878-8E60-73BC78C506B2}" srcOrd="0" destOrd="0" presId="urn:microsoft.com/office/officeart/2005/8/layout/cycle2"/>
    <dgm:cxn modelId="{895918C2-5E29-4B1E-80EA-47D8098DCB64}" type="presOf" srcId="{FD4E5AE3-E399-4636-8AA5-47D859CCE7EC}" destId="{94F15D60-A6E8-448C-AB5D-AA4FE65A1EE0}" srcOrd="0" destOrd="0" presId="urn:microsoft.com/office/officeart/2005/8/layout/cycle2"/>
    <dgm:cxn modelId="{456E52E0-845F-4899-9146-4A96DE2EFE37}" type="presOf" srcId="{77A882BC-9F8B-4009-B34E-D11B4FC92D47}" destId="{F8AF0E23-F4AB-4B22-93A2-64EDDCAF3E7E}" srcOrd="0" destOrd="0" presId="urn:microsoft.com/office/officeart/2005/8/layout/cycle2"/>
    <dgm:cxn modelId="{33BB8FF8-6071-4D9F-98B1-8A8416A6466E}" type="presOf" srcId="{0F6F5DF9-E58F-4794-9B1B-32DC31867727}" destId="{94FA9188-7ACD-46A3-9671-54526483B058}" srcOrd="0" destOrd="0" presId="urn:microsoft.com/office/officeart/2005/8/layout/cycle2"/>
    <dgm:cxn modelId="{3C0BF9FA-DD49-47FA-9F4D-AE41A7A2DBD3}" srcId="{6631E0A1-A182-4A4C-92D8-28D197EE148E}" destId="{FD4E5AE3-E399-4636-8AA5-47D859CCE7EC}" srcOrd="1" destOrd="0" parTransId="{907E5737-4B4C-4897-B831-0F7428466F8E}" sibTransId="{4B461DA2-9381-40C4-9FFE-8A4219056576}"/>
    <dgm:cxn modelId="{0CD859FE-9AFE-4FD7-88E4-9A3DF8E8020D}" srcId="{6631E0A1-A182-4A4C-92D8-28D197EE148E}" destId="{3F54CE9F-7CAC-4A59-B171-58292F2C2226}" srcOrd="4" destOrd="0" parTransId="{51DAD242-CE84-4F90-9834-1F6227ABD20D}" sibTransId="{03499D24-691A-4B6D-99CE-01C65C9CD44E}"/>
    <dgm:cxn modelId="{C54B8C60-B15B-40E6-AA54-2C16E9294D38}" type="presParOf" srcId="{C02C60C1-06FC-4F49-A68C-5F3C490AAB5C}" destId="{600CEE48-9058-48EC-A7B5-F5E02AB79E7E}" srcOrd="0" destOrd="0" presId="urn:microsoft.com/office/officeart/2005/8/layout/cycle2"/>
    <dgm:cxn modelId="{123457AA-A4B6-4FAF-B0F7-76621464EB19}" type="presParOf" srcId="{C02C60C1-06FC-4F49-A68C-5F3C490AAB5C}" destId="{B450A715-FA4B-4EB0-92AC-2D625DFBCE0D}" srcOrd="1" destOrd="0" presId="urn:microsoft.com/office/officeart/2005/8/layout/cycle2"/>
    <dgm:cxn modelId="{43280BEC-DFB5-485C-BCF8-ABBCAF9C9EDF}" type="presParOf" srcId="{B450A715-FA4B-4EB0-92AC-2D625DFBCE0D}" destId="{458D70DC-6427-4EA8-81AD-D1184B8421A4}" srcOrd="0" destOrd="0" presId="urn:microsoft.com/office/officeart/2005/8/layout/cycle2"/>
    <dgm:cxn modelId="{9140C2C0-CB73-4257-8752-383FE4AE5D1E}" type="presParOf" srcId="{C02C60C1-06FC-4F49-A68C-5F3C490AAB5C}" destId="{94F15D60-A6E8-448C-AB5D-AA4FE65A1EE0}" srcOrd="2" destOrd="0" presId="urn:microsoft.com/office/officeart/2005/8/layout/cycle2"/>
    <dgm:cxn modelId="{5E95AB92-2DAB-478F-8E23-9770C5128A80}" type="presParOf" srcId="{C02C60C1-06FC-4F49-A68C-5F3C490AAB5C}" destId="{B6E0A313-4639-426A-B195-1175A3144FF9}" srcOrd="3" destOrd="0" presId="urn:microsoft.com/office/officeart/2005/8/layout/cycle2"/>
    <dgm:cxn modelId="{5DCB7253-D8EB-48C8-ADC6-4F52AA8F6A76}" type="presParOf" srcId="{B6E0A313-4639-426A-B195-1175A3144FF9}" destId="{8574930B-BD5F-440C-9448-BED77C4B1A0A}" srcOrd="0" destOrd="0" presId="urn:microsoft.com/office/officeart/2005/8/layout/cycle2"/>
    <dgm:cxn modelId="{11186FF5-B363-40B2-9B8C-99CBC4219663}" type="presParOf" srcId="{C02C60C1-06FC-4F49-A68C-5F3C490AAB5C}" destId="{7F4E22F4-4541-4313-9429-8652381E2430}" srcOrd="4" destOrd="0" presId="urn:microsoft.com/office/officeart/2005/8/layout/cycle2"/>
    <dgm:cxn modelId="{AE300AFD-429D-45F9-9F3E-95473087737B}" type="presParOf" srcId="{C02C60C1-06FC-4F49-A68C-5F3C490AAB5C}" destId="{930C1C10-B7D9-4063-97DF-451520631F5C}" srcOrd="5" destOrd="0" presId="urn:microsoft.com/office/officeart/2005/8/layout/cycle2"/>
    <dgm:cxn modelId="{3001E086-ECC9-442C-8203-285A6192ED74}" type="presParOf" srcId="{930C1C10-B7D9-4063-97DF-451520631F5C}" destId="{5E147015-B94C-4CBB-B758-E6ACF0E35DE6}" srcOrd="0" destOrd="0" presId="urn:microsoft.com/office/officeart/2005/8/layout/cycle2"/>
    <dgm:cxn modelId="{DE3D58C5-BE6A-4F49-BB1D-9180DA5ABC14}" type="presParOf" srcId="{C02C60C1-06FC-4F49-A68C-5F3C490AAB5C}" destId="{4253F2A0-3C4D-41E0-8F8F-602B835DE00E}" srcOrd="6" destOrd="0" presId="urn:microsoft.com/office/officeart/2005/8/layout/cycle2"/>
    <dgm:cxn modelId="{614A5315-D982-4645-9899-7E9677892701}" type="presParOf" srcId="{C02C60C1-06FC-4F49-A68C-5F3C490AAB5C}" destId="{F8AF0E23-F4AB-4B22-93A2-64EDDCAF3E7E}" srcOrd="7" destOrd="0" presId="urn:microsoft.com/office/officeart/2005/8/layout/cycle2"/>
    <dgm:cxn modelId="{D551B15B-0701-456B-9372-D8ABC580F63E}" type="presParOf" srcId="{F8AF0E23-F4AB-4B22-93A2-64EDDCAF3E7E}" destId="{E2C0DE48-FB2E-4902-9CD5-E59A1930510A}" srcOrd="0" destOrd="0" presId="urn:microsoft.com/office/officeart/2005/8/layout/cycle2"/>
    <dgm:cxn modelId="{422C93FC-F8A3-4821-8ED0-5AAA7CE8A0B1}" type="presParOf" srcId="{C02C60C1-06FC-4F49-A68C-5F3C490AAB5C}" destId="{5AC06EA3-1487-4878-8E60-73BC78C506B2}" srcOrd="8" destOrd="0" presId="urn:microsoft.com/office/officeart/2005/8/layout/cycle2"/>
    <dgm:cxn modelId="{C04EB9DF-9308-4BEF-8114-1887AB21C223}" type="presParOf" srcId="{C02C60C1-06FC-4F49-A68C-5F3C490AAB5C}" destId="{461F6849-4FCE-49EE-9AB8-2EA110D7E1CF}" srcOrd="9" destOrd="0" presId="urn:microsoft.com/office/officeart/2005/8/layout/cycle2"/>
    <dgm:cxn modelId="{BC9D3B07-5FFC-43F3-912D-4F4AFB7CF662}" type="presParOf" srcId="{461F6849-4FCE-49EE-9AB8-2EA110D7E1CF}" destId="{C6172BA1-E4A3-4B80-8442-5E4D51311285}" srcOrd="0" destOrd="0" presId="urn:microsoft.com/office/officeart/2005/8/layout/cycle2"/>
    <dgm:cxn modelId="{DEE3CAF5-C9AA-43D1-9800-586A845AB6AE}" type="presParOf" srcId="{C02C60C1-06FC-4F49-A68C-5F3C490AAB5C}" destId="{94FA9188-7ACD-46A3-9671-54526483B058}" srcOrd="10" destOrd="0" presId="urn:microsoft.com/office/officeart/2005/8/layout/cycle2"/>
    <dgm:cxn modelId="{97BC30CA-3D6D-403F-9E7C-6BB89EB954AF}" type="presParOf" srcId="{C02C60C1-06FC-4F49-A68C-5F3C490AAB5C}" destId="{0226906C-6F8A-490E-827A-2C59B35F2BD9}" srcOrd="11" destOrd="0" presId="urn:microsoft.com/office/officeart/2005/8/layout/cycle2"/>
    <dgm:cxn modelId="{47537D2B-FFAE-4832-B460-B5887B38D42F}" type="presParOf" srcId="{0226906C-6F8A-490E-827A-2C59B35F2BD9}" destId="{4886F224-0834-4F06-9A78-FD2F2BCFA2DC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631E0A1-A182-4A4C-92D8-28D197EE148E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cs-CZ"/>
        </a:p>
      </dgm:t>
    </dgm:pt>
    <dgm:pt modelId="{EAFD7254-0AE1-425F-9354-786EB5D192FD}">
      <dgm:prSet phldrT="[Text]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r>
            <a:rPr lang="cs-CZ" b="1" dirty="0">
              <a:solidFill>
                <a:schemeClr val="bg1">
                  <a:lumMod val="95000"/>
                </a:schemeClr>
              </a:solidFill>
              <a:latin typeface="Consolas" panose="020B0609020204030204" pitchFamily="49" charset="0"/>
            </a:rPr>
            <a:t>0</a:t>
          </a:r>
        </a:p>
      </dgm:t>
    </dgm:pt>
    <dgm:pt modelId="{A2F5E0A8-0F58-4D23-9F51-DA2750A4AEA8}" type="parTrans" cxnId="{244F0D5F-4DD9-4AEF-AD91-30D17129584E}">
      <dgm:prSet/>
      <dgm:spPr/>
      <dgm:t>
        <a:bodyPr/>
        <a:lstStyle/>
        <a:p>
          <a:endParaRPr lang="cs-CZ">
            <a:latin typeface="Consolas" panose="020B0609020204030204" pitchFamily="49" charset="0"/>
          </a:endParaRPr>
        </a:p>
      </dgm:t>
    </dgm:pt>
    <dgm:pt modelId="{1ABA2B98-FF35-4E0E-9736-C9D45242A2AD}" type="sibTrans" cxnId="{244F0D5F-4DD9-4AEF-AD91-30D17129584E}">
      <dgm:prSet/>
      <dgm:spPr>
        <a:solidFill>
          <a:schemeClr val="bg1">
            <a:lumMod val="95000"/>
          </a:schemeClr>
        </a:solidFill>
        <a:ln>
          <a:solidFill>
            <a:schemeClr val="tx1"/>
          </a:solidFill>
        </a:ln>
      </dgm:spPr>
      <dgm:t>
        <a:bodyPr/>
        <a:lstStyle/>
        <a:p>
          <a:endParaRPr lang="cs-CZ">
            <a:latin typeface="Consolas" panose="020B0609020204030204" pitchFamily="49" charset="0"/>
          </a:endParaRPr>
        </a:p>
      </dgm:t>
    </dgm:pt>
    <dgm:pt modelId="{FD4E5AE3-E399-4636-8AA5-47D859CCE7EC}">
      <dgm:prSet phldrT="[Text]"/>
      <dgm:spPr>
        <a:solidFill>
          <a:srgbClr val="FFFF00"/>
        </a:solidFill>
        <a:ln>
          <a:solidFill>
            <a:schemeClr val="tx1"/>
          </a:solidFill>
        </a:ln>
      </dgm:spPr>
      <dgm:t>
        <a:bodyPr/>
        <a:lstStyle/>
        <a:p>
          <a:r>
            <a:rPr lang="cs-CZ" b="1" dirty="0">
              <a:solidFill>
                <a:schemeClr val="tx1"/>
              </a:solidFill>
              <a:latin typeface="Consolas" panose="020B0609020204030204" pitchFamily="49" charset="0"/>
            </a:rPr>
            <a:t>1</a:t>
          </a:r>
        </a:p>
      </dgm:t>
    </dgm:pt>
    <dgm:pt modelId="{907E5737-4B4C-4897-B831-0F7428466F8E}" type="parTrans" cxnId="{3C0BF9FA-DD49-47FA-9F4D-AE41A7A2DBD3}">
      <dgm:prSet/>
      <dgm:spPr/>
      <dgm:t>
        <a:bodyPr/>
        <a:lstStyle/>
        <a:p>
          <a:endParaRPr lang="cs-CZ">
            <a:latin typeface="Consolas" panose="020B0609020204030204" pitchFamily="49" charset="0"/>
          </a:endParaRPr>
        </a:p>
      </dgm:t>
    </dgm:pt>
    <dgm:pt modelId="{4B461DA2-9381-40C4-9FFE-8A4219056576}" type="sibTrans" cxnId="{3C0BF9FA-DD49-47FA-9F4D-AE41A7A2DBD3}">
      <dgm:prSet/>
      <dgm:spPr>
        <a:solidFill>
          <a:schemeClr val="bg1">
            <a:lumMod val="95000"/>
          </a:schemeClr>
        </a:solidFill>
        <a:ln>
          <a:solidFill>
            <a:schemeClr val="tx1"/>
          </a:solidFill>
        </a:ln>
      </dgm:spPr>
      <dgm:t>
        <a:bodyPr/>
        <a:lstStyle/>
        <a:p>
          <a:endParaRPr lang="cs-CZ">
            <a:latin typeface="Consolas" panose="020B0609020204030204" pitchFamily="49" charset="0"/>
          </a:endParaRPr>
        </a:p>
      </dgm:t>
    </dgm:pt>
    <dgm:pt modelId="{E3507BB8-F812-450E-B34B-F8F1B45E4A2F}">
      <dgm:prSet phldrT="[Text]"/>
      <dgm:spPr>
        <a:solidFill>
          <a:srgbClr val="FFFF00"/>
        </a:solidFill>
        <a:ln>
          <a:solidFill>
            <a:schemeClr val="tx1"/>
          </a:solidFill>
        </a:ln>
      </dgm:spPr>
      <dgm:t>
        <a:bodyPr/>
        <a:lstStyle/>
        <a:p>
          <a:r>
            <a:rPr lang="cs-CZ" b="1" dirty="0">
              <a:solidFill>
                <a:schemeClr val="tx1"/>
              </a:solidFill>
              <a:latin typeface="Consolas" panose="020B0609020204030204" pitchFamily="49" charset="0"/>
            </a:rPr>
            <a:t>2</a:t>
          </a:r>
        </a:p>
      </dgm:t>
    </dgm:pt>
    <dgm:pt modelId="{71D20085-390C-4C80-A5B2-194E99575D34}" type="parTrans" cxnId="{0DFE8352-0EF0-4D2D-9705-E297387B1E4B}">
      <dgm:prSet/>
      <dgm:spPr/>
      <dgm:t>
        <a:bodyPr/>
        <a:lstStyle/>
        <a:p>
          <a:endParaRPr lang="cs-CZ">
            <a:latin typeface="Consolas" panose="020B0609020204030204" pitchFamily="49" charset="0"/>
          </a:endParaRPr>
        </a:p>
      </dgm:t>
    </dgm:pt>
    <dgm:pt modelId="{24FBD762-40CB-401B-8C73-6B569C0912DA}" type="sibTrans" cxnId="{0DFE8352-0EF0-4D2D-9705-E297387B1E4B}">
      <dgm:prSet/>
      <dgm:spPr>
        <a:solidFill>
          <a:schemeClr val="bg1">
            <a:lumMod val="95000"/>
          </a:schemeClr>
        </a:solidFill>
        <a:ln>
          <a:solidFill>
            <a:schemeClr val="tx1"/>
          </a:solidFill>
        </a:ln>
      </dgm:spPr>
      <dgm:t>
        <a:bodyPr/>
        <a:lstStyle/>
        <a:p>
          <a:endParaRPr lang="cs-CZ">
            <a:latin typeface="Consolas" panose="020B0609020204030204" pitchFamily="49" charset="0"/>
          </a:endParaRPr>
        </a:p>
      </dgm:t>
    </dgm:pt>
    <dgm:pt modelId="{90C7FF67-C3DF-4EB4-9CE8-4E75690D2F65}">
      <dgm:prSet phldrT="[Text]"/>
      <dgm:spPr>
        <a:solidFill>
          <a:srgbClr val="FFFF00"/>
        </a:solidFill>
        <a:ln>
          <a:solidFill>
            <a:schemeClr val="tx1"/>
          </a:solidFill>
        </a:ln>
      </dgm:spPr>
      <dgm:t>
        <a:bodyPr/>
        <a:lstStyle/>
        <a:p>
          <a:r>
            <a:rPr lang="cs-CZ" b="1" dirty="0">
              <a:solidFill>
                <a:schemeClr val="tx1"/>
              </a:solidFill>
              <a:latin typeface="Consolas" panose="020B0609020204030204" pitchFamily="49" charset="0"/>
            </a:rPr>
            <a:t>3</a:t>
          </a:r>
        </a:p>
      </dgm:t>
    </dgm:pt>
    <dgm:pt modelId="{BC71018D-6EED-428C-94F0-F7025D06747A}" type="parTrans" cxnId="{DEA98A39-1D0F-417A-9D60-41C540D8AB95}">
      <dgm:prSet/>
      <dgm:spPr/>
      <dgm:t>
        <a:bodyPr/>
        <a:lstStyle/>
        <a:p>
          <a:endParaRPr lang="cs-CZ">
            <a:latin typeface="Consolas" panose="020B0609020204030204" pitchFamily="49" charset="0"/>
          </a:endParaRPr>
        </a:p>
      </dgm:t>
    </dgm:pt>
    <dgm:pt modelId="{77A882BC-9F8B-4009-B34E-D11B4FC92D47}" type="sibTrans" cxnId="{DEA98A39-1D0F-417A-9D60-41C540D8AB95}">
      <dgm:prSet/>
      <dgm:spPr>
        <a:solidFill>
          <a:schemeClr val="bg1">
            <a:lumMod val="95000"/>
          </a:schemeClr>
        </a:solidFill>
        <a:ln>
          <a:solidFill>
            <a:schemeClr val="tx1"/>
          </a:solidFill>
        </a:ln>
      </dgm:spPr>
      <dgm:t>
        <a:bodyPr/>
        <a:lstStyle/>
        <a:p>
          <a:endParaRPr lang="cs-CZ">
            <a:latin typeface="Consolas" panose="020B0609020204030204" pitchFamily="49" charset="0"/>
          </a:endParaRPr>
        </a:p>
      </dgm:t>
    </dgm:pt>
    <dgm:pt modelId="{3F54CE9F-7CAC-4A59-B171-58292F2C2226}">
      <dgm:prSet phldrT="[Text]"/>
      <dgm:spPr>
        <a:solidFill>
          <a:srgbClr val="FFFF00"/>
        </a:solidFill>
        <a:ln>
          <a:solidFill>
            <a:schemeClr val="tx1"/>
          </a:solidFill>
        </a:ln>
      </dgm:spPr>
      <dgm:t>
        <a:bodyPr/>
        <a:lstStyle/>
        <a:p>
          <a:r>
            <a:rPr lang="cs-CZ" b="1" dirty="0">
              <a:solidFill>
                <a:schemeClr val="tx1"/>
              </a:solidFill>
              <a:latin typeface="Consolas" panose="020B0609020204030204" pitchFamily="49" charset="0"/>
            </a:rPr>
            <a:t>4</a:t>
          </a:r>
        </a:p>
      </dgm:t>
    </dgm:pt>
    <dgm:pt modelId="{51DAD242-CE84-4F90-9834-1F6227ABD20D}" type="parTrans" cxnId="{0CD859FE-9AFE-4FD7-88E4-9A3DF8E8020D}">
      <dgm:prSet/>
      <dgm:spPr/>
      <dgm:t>
        <a:bodyPr/>
        <a:lstStyle/>
        <a:p>
          <a:endParaRPr lang="cs-CZ">
            <a:latin typeface="Consolas" panose="020B0609020204030204" pitchFamily="49" charset="0"/>
          </a:endParaRPr>
        </a:p>
      </dgm:t>
    </dgm:pt>
    <dgm:pt modelId="{03499D24-691A-4B6D-99CE-01C65C9CD44E}" type="sibTrans" cxnId="{0CD859FE-9AFE-4FD7-88E4-9A3DF8E8020D}">
      <dgm:prSet/>
      <dgm:spPr>
        <a:solidFill>
          <a:schemeClr val="bg1">
            <a:lumMod val="95000"/>
          </a:schemeClr>
        </a:solidFill>
        <a:ln>
          <a:solidFill>
            <a:schemeClr val="tx1"/>
          </a:solidFill>
        </a:ln>
      </dgm:spPr>
      <dgm:t>
        <a:bodyPr/>
        <a:lstStyle/>
        <a:p>
          <a:endParaRPr lang="cs-CZ">
            <a:latin typeface="Consolas" panose="020B0609020204030204" pitchFamily="49" charset="0"/>
          </a:endParaRPr>
        </a:p>
      </dgm:t>
    </dgm:pt>
    <dgm:pt modelId="{0F6F5DF9-E58F-4794-9B1B-32DC31867727}">
      <dgm:prSet phldrT="[Text]"/>
      <dgm:spPr>
        <a:solidFill>
          <a:srgbClr val="FFFF00"/>
        </a:solidFill>
        <a:ln>
          <a:solidFill>
            <a:schemeClr val="tx1"/>
          </a:solidFill>
        </a:ln>
      </dgm:spPr>
      <dgm:t>
        <a:bodyPr/>
        <a:lstStyle/>
        <a:p>
          <a:r>
            <a:rPr lang="cs-CZ" b="1" dirty="0">
              <a:solidFill>
                <a:schemeClr val="tx1"/>
              </a:solidFill>
              <a:latin typeface="Consolas" panose="020B0609020204030204" pitchFamily="49" charset="0"/>
            </a:rPr>
            <a:t>5</a:t>
          </a:r>
        </a:p>
      </dgm:t>
    </dgm:pt>
    <dgm:pt modelId="{50B5F6BF-4C16-4E87-863F-E846E6B043EB}" type="parTrans" cxnId="{1B841621-57A5-4379-8E62-E096F774706C}">
      <dgm:prSet/>
      <dgm:spPr/>
      <dgm:t>
        <a:bodyPr/>
        <a:lstStyle/>
        <a:p>
          <a:endParaRPr lang="cs-CZ">
            <a:latin typeface="Consolas" panose="020B0609020204030204" pitchFamily="49" charset="0"/>
          </a:endParaRPr>
        </a:p>
      </dgm:t>
    </dgm:pt>
    <dgm:pt modelId="{05C3D9DE-9DA9-4370-B99E-C57B24EFBFBC}" type="sibTrans" cxnId="{1B841621-57A5-4379-8E62-E096F774706C}">
      <dgm:prSet/>
      <dgm:spPr>
        <a:solidFill>
          <a:schemeClr val="bg1">
            <a:lumMod val="95000"/>
          </a:schemeClr>
        </a:solidFill>
        <a:ln>
          <a:solidFill>
            <a:schemeClr val="tx1"/>
          </a:solidFill>
        </a:ln>
      </dgm:spPr>
      <dgm:t>
        <a:bodyPr/>
        <a:lstStyle/>
        <a:p>
          <a:endParaRPr lang="cs-CZ">
            <a:latin typeface="Consolas" panose="020B0609020204030204" pitchFamily="49" charset="0"/>
          </a:endParaRPr>
        </a:p>
      </dgm:t>
    </dgm:pt>
    <dgm:pt modelId="{C52E2859-30ED-4BC2-BC61-EF6B50EDD3FF}">
      <dgm:prSet phldrT="[Text]"/>
      <dgm:spPr>
        <a:solidFill>
          <a:srgbClr val="FFFF00"/>
        </a:solidFill>
        <a:ln>
          <a:solidFill>
            <a:schemeClr val="tx1"/>
          </a:solidFill>
        </a:ln>
      </dgm:spPr>
      <dgm:t>
        <a:bodyPr/>
        <a:lstStyle/>
        <a:p>
          <a:r>
            <a:rPr lang="cs-CZ" b="1" dirty="0">
              <a:solidFill>
                <a:schemeClr val="tx1"/>
              </a:solidFill>
              <a:latin typeface="Consolas" panose="020B0609020204030204" pitchFamily="49" charset="0"/>
            </a:rPr>
            <a:t>6</a:t>
          </a:r>
        </a:p>
      </dgm:t>
    </dgm:pt>
    <dgm:pt modelId="{CBE65E9E-5205-4A27-9862-35581C6FB5AE}" type="parTrans" cxnId="{6AB6BD26-01F2-40F5-85F3-10FDF17F2B98}">
      <dgm:prSet/>
      <dgm:spPr/>
      <dgm:t>
        <a:bodyPr/>
        <a:lstStyle/>
        <a:p>
          <a:endParaRPr lang="cs-CZ">
            <a:latin typeface="Consolas" panose="020B0609020204030204" pitchFamily="49" charset="0"/>
          </a:endParaRPr>
        </a:p>
      </dgm:t>
    </dgm:pt>
    <dgm:pt modelId="{789BB7F5-B7CF-4FDA-8B1D-7ED339840F7A}" type="sibTrans" cxnId="{6AB6BD26-01F2-40F5-85F3-10FDF17F2B98}">
      <dgm:prSet/>
      <dgm:spPr>
        <a:solidFill>
          <a:schemeClr val="bg1">
            <a:lumMod val="95000"/>
          </a:schemeClr>
        </a:solidFill>
        <a:ln>
          <a:solidFill>
            <a:schemeClr val="tx1"/>
          </a:solidFill>
        </a:ln>
      </dgm:spPr>
      <dgm:t>
        <a:bodyPr/>
        <a:lstStyle/>
        <a:p>
          <a:endParaRPr lang="cs-CZ">
            <a:latin typeface="Consolas" panose="020B0609020204030204" pitchFamily="49" charset="0"/>
          </a:endParaRPr>
        </a:p>
      </dgm:t>
    </dgm:pt>
    <dgm:pt modelId="{000D9BFF-2FB5-4946-B88C-0824BDB84F2B}">
      <dgm:prSet phldrT="[Text]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r>
            <a:rPr lang="cs-CZ" b="1" dirty="0">
              <a:solidFill>
                <a:schemeClr val="bg1">
                  <a:lumMod val="95000"/>
                </a:schemeClr>
              </a:solidFill>
              <a:latin typeface="Consolas" panose="020B0609020204030204" pitchFamily="49" charset="0"/>
            </a:rPr>
            <a:t>7</a:t>
          </a:r>
        </a:p>
      </dgm:t>
    </dgm:pt>
    <dgm:pt modelId="{495C43FE-9022-4B30-89F1-18F9BB473E8D}" type="parTrans" cxnId="{6758EF48-0C05-4A3E-8A13-08A021886BDA}">
      <dgm:prSet/>
      <dgm:spPr/>
      <dgm:t>
        <a:bodyPr/>
        <a:lstStyle/>
        <a:p>
          <a:endParaRPr lang="cs-CZ">
            <a:latin typeface="Consolas" panose="020B0609020204030204" pitchFamily="49" charset="0"/>
          </a:endParaRPr>
        </a:p>
      </dgm:t>
    </dgm:pt>
    <dgm:pt modelId="{40E87195-2157-49C9-9489-8CD35C1F4DDF}" type="sibTrans" cxnId="{6758EF48-0C05-4A3E-8A13-08A021886BDA}">
      <dgm:prSet/>
      <dgm:spPr>
        <a:solidFill>
          <a:srgbClr val="FF0000"/>
        </a:solidFill>
        <a:ln>
          <a:solidFill>
            <a:schemeClr val="tx1"/>
          </a:solidFill>
        </a:ln>
      </dgm:spPr>
      <dgm:t>
        <a:bodyPr/>
        <a:lstStyle/>
        <a:p>
          <a:endParaRPr lang="cs-CZ">
            <a:latin typeface="Consolas" panose="020B0609020204030204" pitchFamily="49" charset="0"/>
          </a:endParaRPr>
        </a:p>
      </dgm:t>
    </dgm:pt>
    <dgm:pt modelId="{C02C60C1-06FC-4F49-A68C-5F3C490AAB5C}" type="pres">
      <dgm:prSet presAssocID="{6631E0A1-A182-4A4C-92D8-28D197EE148E}" presName="cycle" presStyleCnt="0">
        <dgm:presLayoutVars>
          <dgm:dir/>
          <dgm:resizeHandles val="exact"/>
        </dgm:presLayoutVars>
      </dgm:prSet>
      <dgm:spPr/>
    </dgm:pt>
    <dgm:pt modelId="{600CEE48-9058-48EC-A7B5-F5E02AB79E7E}" type="pres">
      <dgm:prSet presAssocID="{EAFD7254-0AE1-425F-9354-786EB5D192FD}" presName="node" presStyleLbl="node1" presStyleIdx="0" presStyleCnt="8" custRadScaleRad="98776" custRadScaleInc="-150">
        <dgm:presLayoutVars>
          <dgm:bulletEnabled val="1"/>
        </dgm:presLayoutVars>
      </dgm:prSet>
      <dgm:spPr/>
    </dgm:pt>
    <dgm:pt modelId="{B450A715-FA4B-4EB0-92AC-2D625DFBCE0D}" type="pres">
      <dgm:prSet presAssocID="{1ABA2B98-FF35-4E0E-9736-C9D45242A2AD}" presName="sibTrans" presStyleLbl="sibTrans2D1" presStyleIdx="0" presStyleCnt="8"/>
      <dgm:spPr/>
    </dgm:pt>
    <dgm:pt modelId="{458D70DC-6427-4EA8-81AD-D1184B8421A4}" type="pres">
      <dgm:prSet presAssocID="{1ABA2B98-FF35-4E0E-9736-C9D45242A2AD}" presName="connectorText" presStyleLbl="sibTrans2D1" presStyleIdx="0" presStyleCnt="8"/>
      <dgm:spPr/>
    </dgm:pt>
    <dgm:pt modelId="{94F15D60-A6E8-448C-AB5D-AA4FE65A1EE0}" type="pres">
      <dgm:prSet presAssocID="{FD4E5AE3-E399-4636-8AA5-47D859CCE7EC}" presName="node" presStyleLbl="node1" presStyleIdx="1" presStyleCnt="8" custRadScaleRad="100259" custRadScaleInc="-4998">
        <dgm:presLayoutVars>
          <dgm:bulletEnabled val="1"/>
        </dgm:presLayoutVars>
      </dgm:prSet>
      <dgm:spPr/>
    </dgm:pt>
    <dgm:pt modelId="{B6E0A313-4639-426A-B195-1175A3144FF9}" type="pres">
      <dgm:prSet presAssocID="{4B461DA2-9381-40C4-9FFE-8A4219056576}" presName="sibTrans" presStyleLbl="sibTrans2D1" presStyleIdx="1" presStyleCnt="8"/>
      <dgm:spPr/>
    </dgm:pt>
    <dgm:pt modelId="{8574930B-BD5F-440C-9448-BED77C4B1A0A}" type="pres">
      <dgm:prSet presAssocID="{4B461DA2-9381-40C4-9FFE-8A4219056576}" presName="connectorText" presStyleLbl="sibTrans2D1" presStyleIdx="1" presStyleCnt="8"/>
      <dgm:spPr/>
    </dgm:pt>
    <dgm:pt modelId="{7F4E22F4-4541-4313-9429-8652381E2430}" type="pres">
      <dgm:prSet presAssocID="{E3507BB8-F812-450E-B34B-F8F1B45E4A2F}" presName="node" presStyleLbl="node1" presStyleIdx="2" presStyleCnt="8" custRadScaleRad="99863" custRadScaleInc="-5132">
        <dgm:presLayoutVars>
          <dgm:bulletEnabled val="1"/>
        </dgm:presLayoutVars>
      </dgm:prSet>
      <dgm:spPr/>
    </dgm:pt>
    <dgm:pt modelId="{930C1C10-B7D9-4063-97DF-451520631F5C}" type="pres">
      <dgm:prSet presAssocID="{24FBD762-40CB-401B-8C73-6B569C0912DA}" presName="sibTrans" presStyleLbl="sibTrans2D1" presStyleIdx="2" presStyleCnt="8"/>
      <dgm:spPr/>
    </dgm:pt>
    <dgm:pt modelId="{5E147015-B94C-4CBB-B758-E6ACF0E35DE6}" type="pres">
      <dgm:prSet presAssocID="{24FBD762-40CB-401B-8C73-6B569C0912DA}" presName="connectorText" presStyleLbl="sibTrans2D1" presStyleIdx="2" presStyleCnt="8"/>
      <dgm:spPr/>
    </dgm:pt>
    <dgm:pt modelId="{4253F2A0-3C4D-41E0-8F8F-602B835DE00E}" type="pres">
      <dgm:prSet presAssocID="{90C7FF67-C3DF-4EB4-9CE8-4E75690D2F65}" presName="node" presStyleLbl="node1" presStyleIdx="3" presStyleCnt="8" custRadScaleRad="99488" custRadScaleInc="-4481">
        <dgm:presLayoutVars>
          <dgm:bulletEnabled val="1"/>
        </dgm:presLayoutVars>
      </dgm:prSet>
      <dgm:spPr/>
    </dgm:pt>
    <dgm:pt modelId="{F8AF0E23-F4AB-4B22-93A2-64EDDCAF3E7E}" type="pres">
      <dgm:prSet presAssocID="{77A882BC-9F8B-4009-B34E-D11B4FC92D47}" presName="sibTrans" presStyleLbl="sibTrans2D1" presStyleIdx="3" presStyleCnt="8"/>
      <dgm:spPr/>
    </dgm:pt>
    <dgm:pt modelId="{E2C0DE48-FB2E-4902-9CD5-E59A1930510A}" type="pres">
      <dgm:prSet presAssocID="{77A882BC-9F8B-4009-B34E-D11B4FC92D47}" presName="connectorText" presStyleLbl="sibTrans2D1" presStyleIdx="3" presStyleCnt="8"/>
      <dgm:spPr/>
    </dgm:pt>
    <dgm:pt modelId="{5AC06EA3-1487-4878-8E60-73BC78C506B2}" type="pres">
      <dgm:prSet presAssocID="{3F54CE9F-7CAC-4A59-B171-58292F2C2226}" presName="node" presStyleLbl="node1" presStyleIdx="4" presStyleCnt="8" custRadScaleRad="99190" custRadScaleInc="-3139">
        <dgm:presLayoutVars>
          <dgm:bulletEnabled val="1"/>
        </dgm:presLayoutVars>
      </dgm:prSet>
      <dgm:spPr/>
    </dgm:pt>
    <dgm:pt modelId="{461F6849-4FCE-49EE-9AB8-2EA110D7E1CF}" type="pres">
      <dgm:prSet presAssocID="{03499D24-691A-4B6D-99CE-01C65C9CD44E}" presName="sibTrans" presStyleLbl="sibTrans2D1" presStyleIdx="4" presStyleCnt="8"/>
      <dgm:spPr/>
    </dgm:pt>
    <dgm:pt modelId="{C6172BA1-E4A3-4B80-8442-5E4D51311285}" type="pres">
      <dgm:prSet presAssocID="{03499D24-691A-4B6D-99CE-01C65C9CD44E}" presName="connectorText" presStyleLbl="sibTrans2D1" presStyleIdx="4" presStyleCnt="8"/>
      <dgm:spPr/>
    </dgm:pt>
    <dgm:pt modelId="{94FA9188-7ACD-46A3-9671-54526483B058}" type="pres">
      <dgm:prSet presAssocID="{0F6F5DF9-E58F-4794-9B1B-32DC31867727}" presName="node" presStyleLbl="node1" presStyleIdx="5" presStyleCnt="8" custRadScaleRad="99017" custRadScaleInc="-1308">
        <dgm:presLayoutVars>
          <dgm:bulletEnabled val="1"/>
        </dgm:presLayoutVars>
      </dgm:prSet>
      <dgm:spPr/>
    </dgm:pt>
    <dgm:pt modelId="{0226906C-6F8A-490E-827A-2C59B35F2BD9}" type="pres">
      <dgm:prSet presAssocID="{05C3D9DE-9DA9-4370-B99E-C57B24EFBFBC}" presName="sibTrans" presStyleLbl="sibTrans2D1" presStyleIdx="5" presStyleCnt="8"/>
      <dgm:spPr/>
    </dgm:pt>
    <dgm:pt modelId="{4886F224-0834-4F06-9A78-FD2F2BCFA2DC}" type="pres">
      <dgm:prSet presAssocID="{05C3D9DE-9DA9-4370-B99E-C57B24EFBFBC}" presName="connectorText" presStyleLbl="sibTrans2D1" presStyleIdx="5" presStyleCnt="8"/>
      <dgm:spPr/>
    </dgm:pt>
    <dgm:pt modelId="{D179AB51-579D-48F7-90A3-A3BCDCE0574A}" type="pres">
      <dgm:prSet presAssocID="{C52E2859-30ED-4BC2-BC61-EF6B50EDD3FF}" presName="node" presStyleLbl="node1" presStyleIdx="6" presStyleCnt="8" custRadScaleRad="98994" custRadScaleInc="729">
        <dgm:presLayoutVars>
          <dgm:bulletEnabled val="1"/>
        </dgm:presLayoutVars>
      </dgm:prSet>
      <dgm:spPr/>
    </dgm:pt>
    <dgm:pt modelId="{BEDB3ACA-9105-4436-A6A8-D353E9A71C08}" type="pres">
      <dgm:prSet presAssocID="{789BB7F5-B7CF-4FDA-8B1D-7ED339840F7A}" presName="sibTrans" presStyleLbl="sibTrans2D1" presStyleIdx="6" presStyleCnt="8"/>
      <dgm:spPr/>
    </dgm:pt>
    <dgm:pt modelId="{5F6E0688-7073-4496-8AD7-1FED22E81771}" type="pres">
      <dgm:prSet presAssocID="{789BB7F5-B7CF-4FDA-8B1D-7ED339840F7A}" presName="connectorText" presStyleLbl="sibTrans2D1" presStyleIdx="6" presStyleCnt="8"/>
      <dgm:spPr/>
    </dgm:pt>
    <dgm:pt modelId="{0BCD4322-3D00-4B0F-B247-E2F3D69804BC}" type="pres">
      <dgm:prSet presAssocID="{000D9BFF-2FB5-4946-B88C-0824BDB84F2B}" presName="node" presStyleLbl="node1" presStyleIdx="7" presStyleCnt="8" custRadScaleRad="99126" custRadScaleInc="2651">
        <dgm:presLayoutVars>
          <dgm:bulletEnabled val="1"/>
        </dgm:presLayoutVars>
      </dgm:prSet>
      <dgm:spPr/>
    </dgm:pt>
    <dgm:pt modelId="{315666E4-D604-4B68-BABD-CB75609091A1}" type="pres">
      <dgm:prSet presAssocID="{40E87195-2157-49C9-9489-8CD35C1F4DDF}" presName="sibTrans" presStyleLbl="sibTrans2D1" presStyleIdx="7" presStyleCnt="8"/>
      <dgm:spPr/>
    </dgm:pt>
    <dgm:pt modelId="{8DA36061-2773-445B-99FA-37932372FB10}" type="pres">
      <dgm:prSet presAssocID="{40E87195-2157-49C9-9489-8CD35C1F4DDF}" presName="connectorText" presStyleLbl="sibTrans2D1" presStyleIdx="7" presStyleCnt="8"/>
      <dgm:spPr/>
    </dgm:pt>
  </dgm:ptLst>
  <dgm:cxnLst>
    <dgm:cxn modelId="{360DD003-C626-4D0E-9F34-2F0451B247DD}" type="presOf" srcId="{4B461DA2-9381-40C4-9FFE-8A4219056576}" destId="{8574930B-BD5F-440C-9448-BED77C4B1A0A}" srcOrd="1" destOrd="0" presId="urn:microsoft.com/office/officeart/2005/8/layout/cycle2"/>
    <dgm:cxn modelId="{2F5F860A-545D-4FBF-B5ED-C8B4A028A27B}" type="presOf" srcId="{789BB7F5-B7CF-4FDA-8B1D-7ED339840F7A}" destId="{BEDB3ACA-9105-4436-A6A8-D353E9A71C08}" srcOrd="0" destOrd="0" presId="urn:microsoft.com/office/officeart/2005/8/layout/cycle2"/>
    <dgm:cxn modelId="{62A4E116-822E-4D7E-B58E-94E5D4A8B437}" type="presOf" srcId="{24FBD762-40CB-401B-8C73-6B569C0912DA}" destId="{5E147015-B94C-4CBB-B758-E6ACF0E35DE6}" srcOrd="1" destOrd="0" presId="urn:microsoft.com/office/officeart/2005/8/layout/cycle2"/>
    <dgm:cxn modelId="{1B841621-57A5-4379-8E62-E096F774706C}" srcId="{6631E0A1-A182-4A4C-92D8-28D197EE148E}" destId="{0F6F5DF9-E58F-4794-9B1B-32DC31867727}" srcOrd="5" destOrd="0" parTransId="{50B5F6BF-4C16-4E87-863F-E846E6B043EB}" sibTransId="{05C3D9DE-9DA9-4370-B99E-C57B24EFBFBC}"/>
    <dgm:cxn modelId="{6AB6BD26-01F2-40F5-85F3-10FDF17F2B98}" srcId="{6631E0A1-A182-4A4C-92D8-28D197EE148E}" destId="{C52E2859-30ED-4BC2-BC61-EF6B50EDD3FF}" srcOrd="6" destOrd="0" parTransId="{CBE65E9E-5205-4A27-9862-35581C6FB5AE}" sibTransId="{789BB7F5-B7CF-4FDA-8B1D-7ED339840F7A}"/>
    <dgm:cxn modelId="{9C07EA2B-56CA-414F-9033-55F3A056E55E}" type="presOf" srcId="{05C3D9DE-9DA9-4370-B99E-C57B24EFBFBC}" destId="{0226906C-6F8A-490E-827A-2C59B35F2BD9}" srcOrd="0" destOrd="0" presId="urn:microsoft.com/office/officeart/2005/8/layout/cycle2"/>
    <dgm:cxn modelId="{DEA98A39-1D0F-417A-9D60-41C540D8AB95}" srcId="{6631E0A1-A182-4A4C-92D8-28D197EE148E}" destId="{90C7FF67-C3DF-4EB4-9CE8-4E75690D2F65}" srcOrd="3" destOrd="0" parTransId="{BC71018D-6EED-428C-94F0-F7025D06747A}" sibTransId="{77A882BC-9F8B-4009-B34E-D11B4FC92D47}"/>
    <dgm:cxn modelId="{8194E05E-964C-4A14-AADB-7BDFD547293A}" type="presOf" srcId="{FD4E5AE3-E399-4636-8AA5-47D859CCE7EC}" destId="{94F15D60-A6E8-448C-AB5D-AA4FE65A1EE0}" srcOrd="0" destOrd="0" presId="urn:microsoft.com/office/officeart/2005/8/layout/cycle2"/>
    <dgm:cxn modelId="{244F0D5F-4DD9-4AEF-AD91-30D17129584E}" srcId="{6631E0A1-A182-4A4C-92D8-28D197EE148E}" destId="{EAFD7254-0AE1-425F-9354-786EB5D192FD}" srcOrd="0" destOrd="0" parTransId="{A2F5E0A8-0F58-4D23-9F51-DA2750A4AEA8}" sibTransId="{1ABA2B98-FF35-4E0E-9736-C9D45242A2AD}"/>
    <dgm:cxn modelId="{1D5E2B43-B6D4-491E-91B8-B88BFC45F9B9}" type="presOf" srcId="{6631E0A1-A182-4A4C-92D8-28D197EE148E}" destId="{C02C60C1-06FC-4F49-A68C-5F3C490AAB5C}" srcOrd="0" destOrd="0" presId="urn:microsoft.com/office/officeart/2005/8/layout/cycle2"/>
    <dgm:cxn modelId="{6758EF48-0C05-4A3E-8A13-08A021886BDA}" srcId="{6631E0A1-A182-4A4C-92D8-28D197EE148E}" destId="{000D9BFF-2FB5-4946-B88C-0824BDB84F2B}" srcOrd="7" destOrd="0" parTransId="{495C43FE-9022-4B30-89F1-18F9BB473E8D}" sibTransId="{40E87195-2157-49C9-9489-8CD35C1F4DDF}"/>
    <dgm:cxn modelId="{0DFE8352-0EF0-4D2D-9705-E297387B1E4B}" srcId="{6631E0A1-A182-4A4C-92D8-28D197EE148E}" destId="{E3507BB8-F812-450E-B34B-F8F1B45E4A2F}" srcOrd="2" destOrd="0" parTransId="{71D20085-390C-4C80-A5B2-194E99575D34}" sibTransId="{24FBD762-40CB-401B-8C73-6B569C0912DA}"/>
    <dgm:cxn modelId="{69190A55-2B96-405E-855A-63CCC54EE493}" type="presOf" srcId="{77A882BC-9F8B-4009-B34E-D11B4FC92D47}" destId="{E2C0DE48-FB2E-4902-9CD5-E59A1930510A}" srcOrd="1" destOrd="0" presId="urn:microsoft.com/office/officeart/2005/8/layout/cycle2"/>
    <dgm:cxn modelId="{6B26CD55-5951-4D9A-9E71-15BC7D2B6102}" type="presOf" srcId="{03499D24-691A-4B6D-99CE-01C65C9CD44E}" destId="{C6172BA1-E4A3-4B80-8442-5E4D51311285}" srcOrd="1" destOrd="0" presId="urn:microsoft.com/office/officeart/2005/8/layout/cycle2"/>
    <dgm:cxn modelId="{7543EA5A-1559-4B39-9C7F-D285EC09F150}" type="presOf" srcId="{1ABA2B98-FF35-4E0E-9736-C9D45242A2AD}" destId="{458D70DC-6427-4EA8-81AD-D1184B8421A4}" srcOrd="1" destOrd="0" presId="urn:microsoft.com/office/officeart/2005/8/layout/cycle2"/>
    <dgm:cxn modelId="{749AF081-258C-454D-9515-1703C31161BF}" type="presOf" srcId="{1ABA2B98-FF35-4E0E-9736-C9D45242A2AD}" destId="{B450A715-FA4B-4EB0-92AC-2D625DFBCE0D}" srcOrd="0" destOrd="0" presId="urn:microsoft.com/office/officeart/2005/8/layout/cycle2"/>
    <dgm:cxn modelId="{6BE20E8A-D7F6-4827-B131-EDB9947F8B4E}" type="presOf" srcId="{789BB7F5-B7CF-4FDA-8B1D-7ED339840F7A}" destId="{5F6E0688-7073-4496-8AD7-1FED22E81771}" srcOrd="1" destOrd="0" presId="urn:microsoft.com/office/officeart/2005/8/layout/cycle2"/>
    <dgm:cxn modelId="{BD5D0692-A527-4B25-9F26-81220FE271CE}" type="presOf" srcId="{E3507BB8-F812-450E-B34B-F8F1B45E4A2F}" destId="{7F4E22F4-4541-4313-9429-8652381E2430}" srcOrd="0" destOrd="0" presId="urn:microsoft.com/office/officeart/2005/8/layout/cycle2"/>
    <dgm:cxn modelId="{C7E52696-9118-4085-B0D9-6950F1B42ED2}" type="presOf" srcId="{4B461DA2-9381-40C4-9FFE-8A4219056576}" destId="{B6E0A313-4639-426A-B195-1175A3144FF9}" srcOrd="0" destOrd="0" presId="urn:microsoft.com/office/officeart/2005/8/layout/cycle2"/>
    <dgm:cxn modelId="{81D116B2-E2AC-4270-BA46-9631F3A13A0A}" type="presOf" srcId="{24FBD762-40CB-401B-8C73-6B569C0912DA}" destId="{930C1C10-B7D9-4063-97DF-451520631F5C}" srcOrd="0" destOrd="0" presId="urn:microsoft.com/office/officeart/2005/8/layout/cycle2"/>
    <dgm:cxn modelId="{86719DC7-4331-4893-A510-F4AFC244F450}" type="presOf" srcId="{0F6F5DF9-E58F-4794-9B1B-32DC31867727}" destId="{94FA9188-7ACD-46A3-9671-54526483B058}" srcOrd="0" destOrd="0" presId="urn:microsoft.com/office/officeart/2005/8/layout/cycle2"/>
    <dgm:cxn modelId="{3D1CD8D0-B6D0-4FBB-8E54-306628D5A2FD}" type="presOf" srcId="{000D9BFF-2FB5-4946-B88C-0824BDB84F2B}" destId="{0BCD4322-3D00-4B0F-B247-E2F3D69804BC}" srcOrd="0" destOrd="0" presId="urn:microsoft.com/office/officeart/2005/8/layout/cycle2"/>
    <dgm:cxn modelId="{592FFCD3-C7A8-43E6-8F9A-248B771D4C00}" type="presOf" srcId="{05C3D9DE-9DA9-4370-B99E-C57B24EFBFBC}" destId="{4886F224-0834-4F06-9A78-FD2F2BCFA2DC}" srcOrd="1" destOrd="0" presId="urn:microsoft.com/office/officeart/2005/8/layout/cycle2"/>
    <dgm:cxn modelId="{559D95D5-93F7-4E45-9FC1-00615F2A388A}" type="presOf" srcId="{3F54CE9F-7CAC-4A59-B171-58292F2C2226}" destId="{5AC06EA3-1487-4878-8E60-73BC78C506B2}" srcOrd="0" destOrd="0" presId="urn:microsoft.com/office/officeart/2005/8/layout/cycle2"/>
    <dgm:cxn modelId="{79678AD8-FE74-473F-AE98-158379D1E0F3}" type="presOf" srcId="{EAFD7254-0AE1-425F-9354-786EB5D192FD}" destId="{600CEE48-9058-48EC-A7B5-F5E02AB79E7E}" srcOrd="0" destOrd="0" presId="urn:microsoft.com/office/officeart/2005/8/layout/cycle2"/>
    <dgm:cxn modelId="{6789A6E4-08ED-4CE1-B9FE-C5332342A3DB}" type="presOf" srcId="{40E87195-2157-49C9-9489-8CD35C1F4DDF}" destId="{315666E4-D604-4B68-BABD-CB75609091A1}" srcOrd="0" destOrd="0" presId="urn:microsoft.com/office/officeart/2005/8/layout/cycle2"/>
    <dgm:cxn modelId="{D1F8C1E6-4484-41F5-A270-26DC993B1B79}" type="presOf" srcId="{03499D24-691A-4B6D-99CE-01C65C9CD44E}" destId="{461F6849-4FCE-49EE-9AB8-2EA110D7E1CF}" srcOrd="0" destOrd="0" presId="urn:microsoft.com/office/officeart/2005/8/layout/cycle2"/>
    <dgm:cxn modelId="{C2E01DF5-1442-4918-9F0B-7D50D532A818}" type="presOf" srcId="{40E87195-2157-49C9-9489-8CD35C1F4DDF}" destId="{8DA36061-2773-445B-99FA-37932372FB10}" srcOrd="1" destOrd="0" presId="urn:microsoft.com/office/officeart/2005/8/layout/cycle2"/>
    <dgm:cxn modelId="{32D01CFA-D842-4F51-83DD-53A889D3060C}" type="presOf" srcId="{C52E2859-30ED-4BC2-BC61-EF6B50EDD3FF}" destId="{D179AB51-579D-48F7-90A3-A3BCDCE0574A}" srcOrd="0" destOrd="0" presId="urn:microsoft.com/office/officeart/2005/8/layout/cycle2"/>
    <dgm:cxn modelId="{3C0BF9FA-DD49-47FA-9F4D-AE41A7A2DBD3}" srcId="{6631E0A1-A182-4A4C-92D8-28D197EE148E}" destId="{FD4E5AE3-E399-4636-8AA5-47D859CCE7EC}" srcOrd="1" destOrd="0" parTransId="{907E5737-4B4C-4897-B831-0F7428466F8E}" sibTransId="{4B461DA2-9381-40C4-9FFE-8A4219056576}"/>
    <dgm:cxn modelId="{75FBA3FB-AA6A-4907-B115-287509612857}" type="presOf" srcId="{77A882BC-9F8B-4009-B34E-D11B4FC92D47}" destId="{F8AF0E23-F4AB-4B22-93A2-64EDDCAF3E7E}" srcOrd="0" destOrd="0" presId="urn:microsoft.com/office/officeart/2005/8/layout/cycle2"/>
    <dgm:cxn modelId="{0CD859FE-9AFE-4FD7-88E4-9A3DF8E8020D}" srcId="{6631E0A1-A182-4A4C-92D8-28D197EE148E}" destId="{3F54CE9F-7CAC-4A59-B171-58292F2C2226}" srcOrd="4" destOrd="0" parTransId="{51DAD242-CE84-4F90-9834-1F6227ABD20D}" sibTransId="{03499D24-691A-4B6D-99CE-01C65C9CD44E}"/>
    <dgm:cxn modelId="{362B05FF-8A1E-42A1-A936-2F6DE298F750}" type="presOf" srcId="{90C7FF67-C3DF-4EB4-9CE8-4E75690D2F65}" destId="{4253F2A0-3C4D-41E0-8F8F-602B835DE00E}" srcOrd="0" destOrd="0" presId="urn:microsoft.com/office/officeart/2005/8/layout/cycle2"/>
    <dgm:cxn modelId="{26BA021E-F978-4317-AFF6-BC2426AA77E9}" type="presParOf" srcId="{C02C60C1-06FC-4F49-A68C-5F3C490AAB5C}" destId="{600CEE48-9058-48EC-A7B5-F5E02AB79E7E}" srcOrd="0" destOrd="0" presId="urn:microsoft.com/office/officeart/2005/8/layout/cycle2"/>
    <dgm:cxn modelId="{E3BDA85F-5CB5-4763-9DB6-131CBC8B0D2F}" type="presParOf" srcId="{C02C60C1-06FC-4F49-A68C-5F3C490AAB5C}" destId="{B450A715-FA4B-4EB0-92AC-2D625DFBCE0D}" srcOrd="1" destOrd="0" presId="urn:microsoft.com/office/officeart/2005/8/layout/cycle2"/>
    <dgm:cxn modelId="{7FD32177-40A3-4D07-A4FF-B3C4AD293B70}" type="presParOf" srcId="{B450A715-FA4B-4EB0-92AC-2D625DFBCE0D}" destId="{458D70DC-6427-4EA8-81AD-D1184B8421A4}" srcOrd="0" destOrd="0" presId="urn:microsoft.com/office/officeart/2005/8/layout/cycle2"/>
    <dgm:cxn modelId="{30A6CDA1-E2EE-4DDC-81F8-E532B9DC6444}" type="presParOf" srcId="{C02C60C1-06FC-4F49-A68C-5F3C490AAB5C}" destId="{94F15D60-A6E8-448C-AB5D-AA4FE65A1EE0}" srcOrd="2" destOrd="0" presId="urn:microsoft.com/office/officeart/2005/8/layout/cycle2"/>
    <dgm:cxn modelId="{E1C81A05-BEE8-4C0A-B2AC-6F5B1740854C}" type="presParOf" srcId="{C02C60C1-06FC-4F49-A68C-5F3C490AAB5C}" destId="{B6E0A313-4639-426A-B195-1175A3144FF9}" srcOrd="3" destOrd="0" presId="urn:microsoft.com/office/officeart/2005/8/layout/cycle2"/>
    <dgm:cxn modelId="{8394528C-E130-49ED-92E1-67A46A914BC9}" type="presParOf" srcId="{B6E0A313-4639-426A-B195-1175A3144FF9}" destId="{8574930B-BD5F-440C-9448-BED77C4B1A0A}" srcOrd="0" destOrd="0" presId="urn:microsoft.com/office/officeart/2005/8/layout/cycle2"/>
    <dgm:cxn modelId="{AA4E030B-9F10-40A1-A3F9-2EC3F96DADCB}" type="presParOf" srcId="{C02C60C1-06FC-4F49-A68C-5F3C490AAB5C}" destId="{7F4E22F4-4541-4313-9429-8652381E2430}" srcOrd="4" destOrd="0" presId="urn:microsoft.com/office/officeart/2005/8/layout/cycle2"/>
    <dgm:cxn modelId="{032D38DF-FE8A-44A9-96BA-91E7258173C1}" type="presParOf" srcId="{C02C60C1-06FC-4F49-A68C-5F3C490AAB5C}" destId="{930C1C10-B7D9-4063-97DF-451520631F5C}" srcOrd="5" destOrd="0" presId="urn:microsoft.com/office/officeart/2005/8/layout/cycle2"/>
    <dgm:cxn modelId="{787FC719-99B1-40EA-9882-3BE601E09DD6}" type="presParOf" srcId="{930C1C10-B7D9-4063-97DF-451520631F5C}" destId="{5E147015-B94C-4CBB-B758-E6ACF0E35DE6}" srcOrd="0" destOrd="0" presId="urn:microsoft.com/office/officeart/2005/8/layout/cycle2"/>
    <dgm:cxn modelId="{E395EE1F-83E8-47F1-818D-406D0676A8B8}" type="presParOf" srcId="{C02C60C1-06FC-4F49-A68C-5F3C490AAB5C}" destId="{4253F2A0-3C4D-41E0-8F8F-602B835DE00E}" srcOrd="6" destOrd="0" presId="urn:microsoft.com/office/officeart/2005/8/layout/cycle2"/>
    <dgm:cxn modelId="{78B88FBC-3AFB-44D1-A471-033A4161F223}" type="presParOf" srcId="{C02C60C1-06FC-4F49-A68C-5F3C490AAB5C}" destId="{F8AF0E23-F4AB-4B22-93A2-64EDDCAF3E7E}" srcOrd="7" destOrd="0" presId="urn:microsoft.com/office/officeart/2005/8/layout/cycle2"/>
    <dgm:cxn modelId="{3B184B61-E045-46EF-80B6-8680CAA0CE83}" type="presParOf" srcId="{F8AF0E23-F4AB-4B22-93A2-64EDDCAF3E7E}" destId="{E2C0DE48-FB2E-4902-9CD5-E59A1930510A}" srcOrd="0" destOrd="0" presId="urn:microsoft.com/office/officeart/2005/8/layout/cycle2"/>
    <dgm:cxn modelId="{E08D358F-C09D-4D8E-9AD7-AA82228E05EF}" type="presParOf" srcId="{C02C60C1-06FC-4F49-A68C-5F3C490AAB5C}" destId="{5AC06EA3-1487-4878-8E60-73BC78C506B2}" srcOrd="8" destOrd="0" presId="urn:microsoft.com/office/officeart/2005/8/layout/cycle2"/>
    <dgm:cxn modelId="{8430DD82-4311-49A7-8063-B240DDCE7778}" type="presParOf" srcId="{C02C60C1-06FC-4F49-A68C-5F3C490AAB5C}" destId="{461F6849-4FCE-49EE-9AB8-2EA110D7E1CF}" srcOrd="9" destOrd="0" presId="urn:microsoft.com/office/officeart/2005/8/layout/cycle2"/>
    <dgm:cxn modelId="{883D21BA-4FF5-464C-94BE-603733C93588}" type="presParOf" srcId="{461F6849-4FCE-49EE-9AB8-2EA110D7E1CF}" destId="{C6172BA1-E4A3-4B80-8442-5E4D51311285}" srcOrd="0" destOrd="0" presId="urn:microsoft.com/office/officeart/2005/8/layout/cycle2"/>
    <dgm:cxn modelId="{2576E83B-6962-4D15-AA6B-950B40EE476C}" type="presParOf" srcId="{C02C60C1-06FC-4F49-A68C-5F3C490AAB5C}" destId="{94FA9188-7ACD-46A3-9671-54526483B058}" srcOrd="10" destOrd="0" presId="urn:microsoft.com/office/officeart/2005/8/layout/cycle2"/>
    <dgm:cxn modelId="{59BBCEC3-0AF8-4094-BEDD-0B9E866E074A}" type="presParOf" srcId="{C02C60C1-06FC-4F49-A68C-5F3C490AAB5C}" destId="{0226906C-6F8A-490E-827A-2C59B35F2BD9}" srcOrd="11" destOrd="0" presId="urn:microsoft.com/office/officeart/2005/8/layout/cycle2"/>
    <dgm:cxn modelId="{3894DFE7-A2BB-4959-BB4A-097CA2C83909}" type="presParOf" srcId="{0226906C-6F8A-490E-827A-2C59B35F2BD9}" destId="{4886F224-0834-4F06-9A78-FD2F2BCFA2DC}" srcOrd="0" destOrd="0" presId="urn:microsoft.com/office/officeart/2005/8/layout/cycle2"/>
    <dgm:cxn modelId="{2560008B-ED12-48E3-95B9-336CA911B2A6}" type="presParOf" srcId="{C02C60C1-06FC-4F49-A68C-5F3C490AAB5C}" destId="{D179AB51-579D-48F7-90A3-A3BCDCE0574A}" srcOrd="12" destOrd="0" presId="urn:microsoft.com/office/officeart/2005/8/layout/cycle2"/>
    <dgm:cxn modelId="{EBA8AB42-E856-41F6-8EB0-2B8589C890EF}" type="presParOf" srcId="{C02C60C1-06FC-4F49-A68C-5F3C490AAB5C}" destId="{BEDB3ACA-9105-4436-A6A8-D353E9A71C08}" srcOrd="13" destOrd="0" presId="urn:microsoft.com/office/officeart/2005/8/layout/cycle2"/>
    <dgm:cxn modelId="{94A3206D-CD8B-4DC1-9ED3-08236AC93AEB}" type="presParOf" srcId="{BEDB3ACA-9105-4436-A6A8-D353E9A71C08}" destId="{5F6E0688-7073-4496-8AD7-1FED22E81771}" srcOrd="0" destOrd="0" presId="urn:microsoft.com/office/officeart/2005/8/layout/cycle2"/>
    <dgm:cxn modelId="{7981ACB1-C40C-4EB5-9A9E-6CBF5BD9760E}" type="presParOf" srcId="{C02C60C1-06FC-4F49-A68C-5F3C490AAB5C}" destId="{0BCD4322-3D00-4B0F-B247-E2F3D69804BC}" srcOrd="14" destOrd="0" presId="urn:microsoft.com/office/officeart/2005/8/layout/cycle2"/>
    <dgm:cxn modelId="{85316CEE-AB1B-402D-ACD8-7F1F3D19C757}" type="presParOf" srcId="{C02C60C1-06FC-4F49-A68C-5F3C490AAB5C}" destId="{315666E4-D604-4B68-BABD-CB75609091A1}" srcOrd="15" destOrd="0" presId="urn:microsoft.com/office/officeart/2005/8/layout/cycle2"/>
    <dgm:cxn modelId="{2E0F5F76-0441-46E8-BB4A-B58C0E56F9F6}" type="presParOf" srcId="{315666E4-D604-4B68-BABD-CB75609091A1}" destId="{8DA36061-2773-445B-99FA-37932372FB10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631E0A1-A182-4A4C-92D8-28D197EE148E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cs-CZ"/>
        </a:p>
      </dgm:t>
    </dgm:pt>
    <dgm:pt modelId="{EAFD7254-0AE1-425F-9354-786EB5D192FD}">
      <dgm:prSet phldrT="[Text]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r>
            <a:rPr lang="cs-CZ" b="1" dirty="0">
              <a:solidFill>
                <a:schemeClr val="bg1">
                  <a:lumMod val="95000"/>
                </a:schemeClr>
              </a:solidFill>
              <a:latin typeface="Consolas" panose="020B0609020204030204" pitchFamily="49" charset="0"/>
            </a:rPr>
            <a:t>0</a:t>
          </a:r>
        </a:p>
      </dgm:t>
    </dgm:pt>
    <dgm:pt modelId="{A2F5E0A8-0F58-4D23-9F51-DA2750A4AEA8}" type="parTrans" cxnId="{244F0D5F-4DD9-4AEF-AD91-30D17129584E}">
      <dgm:prSet/>
      <dgm:spPr/>
      <dgm:t>
        <a:bodyPr/>
        <a:lstStyle/>
        <a:p>
          <a:endParaRPr lang="cs-CZ">
            <a:latin typeface="Consolas" panose="020B0609020204030204" pitchFamily="49" charset="0"/>
          </a:endParaRPr>
        </a:p>
      </dgm:t>
    </dgm:pt>
    <dgm:pt modelId="{1ABA2B98-FF35-4E0E-9736-C9D45242A2AD}" type="sibTrans" cxnId="{244F0D5F-4DD9-4AEF-AD91-30D17129584E}">
      <dgm:prSet/>
      <dgm:spPr>
        <a:solidFill>
          <a:schemeClr val="bg1"/>
        </a:solidFill>
        <a:ln>
          <a:solidFill>
            <a:schemeClr val="tx1"/>
          </a:solidFill>
        </a:ln>
      </dgm:spPr>
      <dgm:t>
        <a:bodyPr/>
        <a:lstStyle/>
        <a:p>
          <a:endParaRPr lang="cs-CZ">
            <a:latin typeface="Consolas" panose="020B0609020204030204" pitchFamily="49" charset="0"/>
          </a:endParaRPr>
        </a:p>
      </dgm:t>
    </dgm:pt>
    <dgm:pt modelId="{FD4E5AE3-E399-4636-8AA5-47D859CCE7EC}">
      <dgm:prSet phldrT="[Text]"/>
      <dgm:spPr>
        <a:solidFill>
          <a:srgbClr val="FFFF00"/>
        </a:solidFill>
        <a:ln>
          <a:solidFill>
            <a:schemeClr val="tx1"/>
          </a:solidFill>
        </a:ln>
      </dgm:spPr>
      <dgm:t>
        <a:bodyPr/>
        <a:lstStyle/>
        <a:p>
          <a:r>
            <a:rPr lang="cs-CZ" b="1" dirty="0">
              <a:solidFill>
                <a:schemeClr val="tx1"/>
              </a:solidFill>
              <a:latin typeface="Consolas" panose="020B0609020204030204" pitchFamily="49" charset="0"/>
            </a:rPr>
            <a:t>1</a:t>
          </a:r>
        </a:p>
      </dgm:t>
    </dgm:pt>
    <dgm:pt modelId="{907E5737-4B4C-4897-B831-0F7428466F8E}" type="parTrans" cxnId="{3C0BF9FA-DD49-47FA-9F4D-AE41A7A2DBD3}">
      <dgm:prSet/>
      <dgm:spPr/>
      <dgm:t>
        <a:bodyPr/>
        <a:lstStyle/>
        <a:p>
          <a:endParaRPr lang="cs-CZ">
            <a:latin typeface="Consolas" panose="020B0609020204030204" pitchFamily="49" charset="0"/>
          </a:endParaRPr>
        </a:p>
      </dgm:t>
    </dgm:pt>
    <dgm:pt modelId="{4B461DA2-9381-40C4-9FFE-8A4219056576}" type="sibTrans" cxnId="{3C0BF9FA-DD49-47FA-9F4D-AE41A7A2DBD3}">
      <dgm:prSet/>
      <dgm:spPr>
        <a:solidFill>
          <a:schemeClr val="bg1"/>
        </a:solidFill>
        <a:ln>
          <a:solidFill>
            <a:schemeClr val="tx1"/>
          </a:solidFill>
        </a:ln>
      </dgm:spPr>
      <dgm:t>
        <a:bodyPr/>
        <a:lstStyle/>
        <a:p>
          <a:endParaRPr lang="cs-CZ">
            <a:latin typeface="Consolas" panose="020B0609020204030204" pitchFamily="49" charset="0"/>
          </a:endParaRPr>
        </a:p>
      </dgm:t>
    </dgm:pt>
    <dgm:pt modelId="{E3507BB8-F812-450E-B34B-F8F1B45E4A2F}">
      <dgm:prSet phldrT="[Text]"/>
      <dgm:spPr>
        <a:solidFill>
          <a:srgbClr val="FFFF00"/>
        </a:solidFill>
        <a:ln>
          <a:solidFill>
            <a:schemeClr val="tx1"/>
          </a:solidFill>
        </a:ln>
      </dgm:spPr>
      <dgm:t>
        <a:bodyPr/>
        <a:lstStyle/>
        <a:p>
          <a:r>
            <a:rPr lang="cs-CZ" b="1" dirty="0">
              <a:solidFill>
                <a:schemeClr val="tx1"/>
              </a:solidFill>
              <a:latin typeface="Consolas" panose="020B0609020204030204" pitchFamily="49" charset="0"/>
            </a:rPr>
            <a:t>2</a:t>
          </a:r>
        </a:p>
      </dgm:t>
    </dgm:pt>
    <dgm:pt modelId="{71D20085-390C-4C80-A5B2-194E99575D34}" type="parTrans" cxnId="{0DFE8352-0EF0-4D2D-9705-E297387B1E4B}">
      <dgm:prSet/>
      <dgm:spPr/>
      <dgm:t>
        <a:bodyPr/>
        <a:lstStyle/>
        <a:p>
          <a:endParaRPr lang="cs-CZ">
            <a:latin typeface="Consolas" panose="020B0609020204030204" pitchFamily="49" charset="0"/>
          </a:endParaRPr>
        </a:p>
      </dgm:t>
    </dgm:pt>
    <dgm:pt modelId="{24FBD762-40CB-401B-8C73-6B569C0912DA}" type="sibTrans" cxnId="{0DFE8352-0EF0-4D2D-9705-E297387B1E4B}">
      <dgm:prSet/>
      <dgm:spPr>
        <a:solidFill>
          <a:schemeClr val="bg1"/>
        </a:solidFill>
        <a:ln>
          <a:solidFill>
            <a:schemeClr val="tx1"/>
          </a:solidFill>
        </a:ln>
      </dgm:spPr>
      <dgm:t>
        <a:bodyPr/>
        <a:lstStyle/>
        <a:p>
          <a:endParaRPr lang="cs-CZ">
            <a:latin typeface="Consolas" panose="020B0609020204030204" pitchFamily="49" charset="0"/>
          </a:endParaRPr>
        </a:p>
      </dgm:t>
    </dgm:pt>
    <dgm:pt modelId="{90C7FF67-C3DF-4EB4-9CE8-4E75690D2F65}">
      <dgm:prSet phldrT="[Text]"/>
      <dgm:spPr>
        <a:solidFill>
          <a:srgbClr val="FFFF00"/>
        </a:solidFill>
        <a:ln>
          <a:solidFill>
            <a:schemeClr val="tx1"/>
          </a:solidFill>
        </a:ln>
      </dgm:spPr>
      <dgm:t>
        <a:bodyPr/>
        <a:lstStyle/>
        <a:p>
          <a:r>
            <a:rPr lang="cs-CZ" b="1" dirty="0">
              <a:solidFill>
                <a:schemeClr val="tx1"/>
              </a:solidFill>
              <a:latin typeface="Consolas" panose="020B0609020204030204" pitchFamily="49" charset="0"/>
            </a:rPr>
            <a:t>3</a:t>
          </a:r>
        </a:p>
      </dgm:t>
    </dgm:pt>
    <dgm:pt modelId="{BC71018D-6EED-428C-94F0-F7025D06747A}" type="parTrans" cxnId="{DEA98A39-1D0F-417A-9D60-41C540D8AB95}">
      <dgm:prSet/>
      <dgm:spPr/>
      <dgm:t>
        <a:bodyPr/>
        <a:lstStyle/>
        <a:p>
          <a:endParaRPr lang="cs-CZ">
            <a:latin typeface="Consolas" panose="020B0609020204030204" pitchFamily="49" charset="0"/>
          </a:endParaRPr>
        </a:p>
      </dgm:t>
    </dgm:pt>
    <dgm:pt modelId="{77A882BC-9F8B-4009-B34E-D11B4FC92D47}" type="sibTrans" cxnId="{DEA98A39-1D0F-417A-9D60-41C540D8AB95}">
      <dgm:prSet/>
      <dgm:spPr>
        <a:solidFill>
          <a:schemeClr val="bg1"/>
        </a:solidFill>
        <a:ln>
          <a:solidFill>
            <a:schemeClr val="tx1"/>
          </a:solidFill>
        </a:ln>
      </dgm:spPr>
      <dgm:t>
        <a:bodyPr/>
        <a:lstStyle/>
        <a:p>
          <a:endParaRPr lang="cs-CZ">
            <a:latin typeface="Consolas" panose="020B0609020204030204" pitchFamily="49" charset="0"/>
          </a:endParaRPr>
        </a:p>
      </dgm:t>
    </dgm:pt>
    <dgm:pt modelId="{3F54CE9F-7CAC-4A59-B171-58292F2C2226}">
      <dgm:prSet phldrT="[Text]"/>
      <dgm:spPr>
        <a:solidFill>
          <a:srgbClr val="FFFF00"/>
        </a:solidFill>
        <a:ln>
          <a:solidFill>
            <a:schemeClr val="tx1"/>
          </a:solidFill>
        </a:ln>
      </dgm:spPr>
      <dgm:t>
        <a:bodyPr/>
        <a:lstStyle/>
        <a:p>
          <a:r>
            <a:rPr lang="cs-CZ" b="1" dirty="0">
              <a:solidFill>
                <a:schemeClr val="tx1"/>
              </a:solidFill>
              <a:latin typeface="Consolas" panose="020B0609020204030204" pitchFamily="49" charset="0"/>
            </a:rPr>
            <a:t>4</a:t>
          </a:r>
        </a:p>
      </dgm:t>
    </dgm:pt>
    <dgm:pt modelId="{51DAD242-CE84-4F90-9834-1F6227ABD20D}" type="parTrans" cxnId="{0CD859FE-9AFE-4FD7-88E4-9A3DF8E8020D}">
      <dgm:prSet/>
      <dgm:spPr/>
      <dgm:t>
        <a:bodyPr/>
        <a:lstStyle/>
        <a:p>
          <a:endParaRPr lang="cs-CZ">
            <a:latin typeface="Consolas" panose="020B0609020204030204" pitchFamily="49" charset="0"/>
          </a:endParaRPr>
        </a:p>
      </dgm:t>
    </dgm:pt>
    <dgm:pt modelId="{03499D24-691A-4B6D-99CE-01C65C9CD44E}" type="sibTrans" cxnId="{0CD859FE-9AFE-4FD7-88E4-9A3DF8E8020D}">
      <dgm:prSet/>
      <dgm:spPr>
        <a:solidFill>
          <a:schemeClr val="bg1"/>
        </a:solidFill>
        <a:ln>
          <a:solidFill>
            <a:schemeClr val="tx1"/>
          </a:solidFill>
        </a:ln>
      </dgm:spPr>
      <dgm:t>
        <a:bodyPr/>
        <a:lstStyle/>
        <a:p>
          <a:endParaRPr lang="cs-CZ">
            <a:latin typeface="Consolas" panose="020B0609020204030204" pitchFamily="49" charset="0"/>
          </a:endParaRPr>
        </a:p>
      </dgm:t>
    </dgm:pt>
    <dgm:pt modelId="{0F6F5DF9-E58F-4794-9B1B-32DC31867727}">
      <dgm:prSet phldrT="[Text]"/>
      <dgm:spPr>
        <a:solidFill>
          <a:srgbClr val="FFFF00"/>
        </a:solidFill>
        <a:ln>
          <a:solidFill>
            <a:schemeClr val="tx1"/>
          </a:solidFill>
        </a:ln>
      </dgm:spPr>
      <dgm:t>
        <a:bodyPr/>
        <a:lstStyle/>
        <a:p>
          <a:r>
            <a:rPr lang="cs-CZ" b="1" dirty="0">
              <a:solidFill>
                <a:schemeClr val="tx1"/>
              </a:solidFill>
              <a:latin typeface="Consolas" panose="020B0609020204030204" pitchFamily="49" charset="0"/>
            </a:rPr>
            <a:t>5</a:t>
          </a:r>
        </a:p>
      </dgm:t>
    </dgm:pt>
    <dgm:pt modelId="{50B5F6BF-4C16-4E87-863F-E846E6B043EB}" type="parTrans" cxnId="{1B841621-57A5-4379-8E62-E096F774706C}">
      <dgm:prSet/>
      <dgm:spPr/>
      <dgm:t>
        <a:bodyPr/>
        <a:lstStyle/>
        <a:p>
          <a:endParaRPr lang="cs-CZ">
            <a:latin typeface="Consolas" panose="020B0609020204030204" pitchFamily="49" charset="0"/>
          </a:endParaRPr>
        </a:p>
      </dgm:t>
    </dgm:pt>
    <dgm:pt modelId="{05C3D9DE-9DA9-4370-B99E-C57B24EFBFBC}" type="sibTrans" cxnId="{1B841621-57A5-4379-8E62-E096F774706C}">
      <dgm:prSet/>
      <dgm:spPr>
        <a:solidFill>
          <a:schemeClr val="bg1"/>
        </a:solidFill>
        <a:ln>
          <a:solidFill>
            <a:schemeClr val="tx1"/>
          </a:solidFill>
        </a:ln>
      </dgm:spPr>
      <dgm:t>
        <a:bodyPr/>
        <a:lstStyle/>
        <a:p>
          <a:endParaRPr lang="cs-CZ">
            <a:latin typeface="Consolas" panose="020B0609020204030204" pitchFamily="49" charset="0"/>
          </a:endParaRPr>
        </a:p>
      </dgm:t>
    </dgm:pt>
    <dgm:pt modelId="{C52E2859-30ED-4BC2-BC61-EF6B50EDD3FF}">
      <dgm:prSet phldrT="[Text]"/>
      <dgm:spPr>
        <a:solidFill>
          <a:srgbClr val="FFFF00"/>
        </a:solidFill>
        <a:ln>
          <a:solidFill>
            <a:schemeClr val="tx1"/>
          </a:solidFill>
        </a:ln>
      </dgm:spPr>
      <dgm:t>
        <a:bodyPr/>
        <a:lstStyle/>
        <a:p>
          <a:r>
            <a:rPr lang="cs-CZ" b="1" dirty="0">
              <a:solidFill>
                <a:schemeClr val="tx1"/>
              </a:solidFill>
              <a:latin typeface="Consolas" panose="020B0609020204030204" pitchFamily="49" charset="0"/>
            </a:rPr>
            <a:t>6</a:t>
          </a:r>
        </a:p>
      </dgm:t>
    </dgm:pt>
    <dgm:pt modelId="{CBE65E9E-5205-4A27-9862-35581C6FB5AE}" type="parTrans" cxnId="{6AB6BD26-01F2-40F5-85F3-10FDF17F2B98}">
      <dgm:prSet/>
      <dgm:spPr/>
      <dgm:t>
        <a:bodyPr/>
        <a:lstStyle/>
        <a:p>
          <a:endParaRPr lang="cs-CZ">
            <a:latin typeface="Consolas" panose="020B0609020204030204" pitchFamily="49" charset="0"/>
          </a:endParaRPr>
        </a:p>
      </dgm:t>
    </dgm:pt>
    <dgm:pt modelId="{789BB7F5-B7CF-4FDA-8B1D-7ED339840F7A}" type="sibTrans" cxnId="{6AB6BD26-01F2-40F5-85F3-10FDF17F2B98}">
      <dgm:prSet/>
      <dgm:spPr>
        <a:solidFill>
          <a:schemeClr val="bg1"/>
        </a:solidFill>
        <a:ln>
          <a:solidFill>
            <a:schemeClr val="tx1"/>
          </a:solidFill>
        </a:ln>
      </dgm:spPr>
      <dgm:t>
        <a:bodyPr/>
        <a:lstStyle/>
        <a:p>
          <a:endParaRPr lang="cs-CZ">
            <a:latin typeface="Consolas" panose="020B0609020204030204" pitchFamily="49" charset="0"/>
          </a:endParaRPr>
        </a:p>
      </dgm:t>
    </dgm:pt>
    <dgm:pt modelId="{000D9BFF-2FB5-4946-B88C-0824BDB84F2B}">
      <dgm:prSet phldrT="[Text]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r>
            <a:rPr lang="cs-CZ" b="1" dirty="0">
              <a:solidFill>
                <a:schemeClr val="bg1">
                  <a:lumMod val="95000"/>
                </a:schemeClr>
              </a:solidFill>
              <a:latin typeface="Consolas" panose="020B0609020204030204" pitchFamily="49" charset="0"/>
            </a:rPr>
            <a:t>7</a:t>
          </a:r>
        </a:p>
      </dgm:t>
    </dgm:pt>
    <dgm:pt modelId="{495C43FE-9022-4B30-89F1-18F9BB473E8D}" type="parTrans" cxnId="{6758EF48-0C05-4A3E-8A13-08A021886BDA}">
      <dgm:prSet/>
      <dgm:spPr/>
      <dgm:t>
        <a:bodyPr/>
        <a:lstStyle/>
        <a:p>
          <a:endParaRPr lang="cs-CZ">
            <a:latin typeface="Consolas" panose="020B0609020204030204" pitchFamily="49" charset="0"/>
          </a:endParaRPr>
        </a:p>
      </dgm:t>
    </dgm:pt>
    <dgm:pt modelId="{40E87195-2157-49C9-9489-8CD35C1F4DDF}" type="sibTrans" cxnId="{6758EF48-0C05-4A3E-8A13-08A021886BDA}">
      <dgm:prSet/>
      <dgm:spPr>
        <a:solidFill>
          <a:srgbClr val="FF0000"/>
        </a:solidFill>
        <a:ln>
          <a:solidFill>
            <a:schemeClr val="tx1"/>
          </a:solidFill>
        </a:ln>
      </dgm:spPr>
      <dgm:t>
        <a:bodyPr/>
        <a:lstStyle/>
        <a:p>
          <a:endParaRPr lang="cs-CZ">
            <a:latin typeface="Consolas" panose="020B0609020204030204" pitchFamily="49" charset="0"/>
          </a:endParaRPr>
        </a:p>
      </dgm:t>
    </dgm:pt>
    <dgm:pt modelId="{C02C60C1-06FC-4F49-A68C-5F3C490AAB5C}" type="pres">
      <dgm:prSet presAssocID="{6631E0A1-A182-4A4C-92D8-28D197EE148E}" presName="cycle" presStyleCnt="0">
        <dgm:presLayoutVars>
          <dgm:dir/>
          <dgm:resizeHandles val="exact"/>
        </dgm:presLayoutVars>
      </dgm:prSet>
      <dgm:spPr/>
    </dgm:pt>
    <dgm:pt modelId="{600CEE48-9058-48EC-A7B5-F5E02AB79E7E}" type="pres">
      <dgm:prSet presAssocID="{EAFD7254-0AE1-425F-9354-786EB5D192FD}" presName="node" presStyleLbl="node1" presStyleIdx="0" presStyleCnt="8" custRadScaleRad="98776" custRadScaleInc="-150">
        <dgm:presLayoutVars>
          <dgm:bulletEnabled val="1"/>
        </dgm:presLayoutVars>
      </dgm:prSet>
      <dgm:spPr/>
    </dgm:pt>
    <dgm:pt modelId="{B450A715-FA4B-4EB0-92AC-2D625DFBCE0D}" type="pres">
      <dgm:prSet presAssocID="{1ABA2B98-FF35-4E0E-9736-C9D45242A2AD}" presName="sibTrans" presStyleLbl="sibTrans2D1" presStyleIdx="0" presStyleCnt="8" custAng="10800000"/>
      <dgm:spPr/>
    </dgm:pt>
    <dgm:pt modelId="{458D70DC-6427-4EA8-81AD-D1184B8421A4}" type="pres">
      <dgm:prSet presAssocID="{1ABA2B98-FF35-4E0E-9736-C9D45242A2AD}" presName="connectorText" presStyleLbl="sibTrans2D1" presStyleIdx="0" presStyleCnt="8"/>
      <dgm:spPr/>
    </dgm:pt>
    <dgm:pt modelId="{94F15D60-A6E8-448C-AB5D-AA4FE65A1EE0}" type="pres">
      <dgm:prSet presAssocID="{FD4E5AE3-E399-4636-8AA5-47D859CCE7EC}" presName="node" presStyleLbl="node1" presStyleIdx="1" presStyleCnt="8" custRadScaleRad="98655" custRadScaleInc="-8749">
        <dgm:presLayoutVars>
          <dgm:bulletEnabled val="1"/>
        </dgm:presLayoutVars>
      </dgm:prSet>
      <dgm:spPr/>
    </dgm:pt>
    <dgm:pt modelId="{B6E0A313-4639-426A-B195-1175A3144FF9}" type="pres">
      <dgm:prSet presAssocID="{4B461DA2-9381-40C4-9FFE-8A4219056576}" presName="sibTrans" presStyleLbl="sibTrans2D1" presStyleIdx="1" presStyleCnt="8" custAng="10800000"/>
      <dgm:spPr/>
    </dgm:pt>
    <dgm:pt modelId="{8574930B-BD5F-440C-9448-BED77C4B1A0A}" type="pres">
      <dgm:prSet presAssocID="{4B461DA2-9381-40C4-9FFE-8A4219056576}" presName="connectorText" presStyleLbl="sibTrans2D1" presStyleIdx="1" presStyleCnt="8"/>
      <dgm:spPr/>
    </dgm:pt>
    <dgm:pt modelId="{7F4E22F4-4541-4313-9429-8652381E2430}" type="pres">
      <dgm:prSet presAssocID="{E3507BB8-F812-450E-B34B-F8F1B45E4A2F}" presName="node" presStyleLbl="node1" presStyleIdx="2" presStyleCnt="8" custRadScaleRad="99863" custRadScaleInc="-5132">
        <dgm:presLayoutVars>
          <dgm:bulletEnabled val="1"/>
        </dgm:presLayoutVars>
      </dgm:prSet>
      <dgm:spPr/>
    </dgm:pt>
    <dgm:pt modelId="{930C1C10-B7D9-4063-97DF-451520631F5C}" type="pres">
      <dgm:prSet presAssocID="{24FBD762-40CB-401B-8C73-6B569C0912DA}" presName="sibTrans" presStyleLbl="sibTrans2D1" presStyleIdx="2" presStyleCnt="8" custAng="10800000"/>
      <dgm:spPr/>
    </dgm:pt>
    <dgm:pt modelId="{5E147015-B94C-4CBB-B758-E6ACF0E35DE6}" type="pres">
      <dgm:prSet presAssocID="{24FBD762-40CB-401B-8C73-6B569C0912DA}" presName="connectorText" presStyleLbl="sibTrans2D1" presStyleIdx="2" presStyleCnt="8"/>
      <dgm:spPr/>
    </dgm:pt>
    <dgm:pt modelId="{4253F2A0-3C4D-41E0-8F8F-602B835DE00E}" type="pres">
      <dgm:prSet presAssocID="{90C7FF67-C3DF-4EB4-9CE8-4E75690D2F65}" presName="node" presStyleLbl="node1" presStyleIdx="3" presStyleCnt="8" custRadScaleRad="99488" custRadScaleInc="-4481">
        <dgm:presLayoutVars>
          <dgm:bulletEnabled val="1"/>
        </dgm:presLayoutVars>
      </dgm:prSet>
      <dgm:spPr/>
    </dgm:pt>
    <dgm:pt modelId="{F8AF0E23-F4AB-4B22-93A2-64EDDCAF3E7E}" type="pres">
      <dgm:prSet presAssocID="{77A882BC-9F8B-4009-B34E-D11B4FC92D47}" presName="sibTrans" presStyleLbl="sibTrans2D1" presStyleIdx="3" presStyleCnt="8" custAng="10800000"/>
      <dgm:spPr/>
    </dgm:pt>
    <dgm:pt modelId="{E2C0DE48-FB2E-4902-9CD5-E59A1930510A}" type="pres">
      <dgm:prSet presAssocID="{77A882BC-9F8B-4009-B34E-D11B4FC92D47}" presName="connectorText" presStyleLbl="sibTrans2D1" presStyleIdx="3" presStyleCnt="8"/>
      <dgm:spPr/>
    </dgm:pt>
    <dgm:pt modelId="{5AC06EA3-1487-4878-8E60-73BC78C506B2}" type="pres">
      <dgm:prSet presAssocID="{3F54CE9F-7CAC-4A59-B171-58292F2C2226}" presName="node" presStyleLbl="node1" presStyleIdx="4" presStyleCnt="8" custRadScaleRad="99190" custRadScaleInc="-3139">
        <dgm:presLayoutVars>
          <dgm:bulletEnabled val="1"/>
        </dgm:presLayoutVars>
      </dgm:prSet>
      <dgm:spPr/>
    </dgm:pt>
    <dgm:pt modelId="{461F6849-4FCE-49EE-9AB8-2EA110D7E1CF}" type="pres">
      <dgm:prSet presAssocID="{03499D24-691A-4B6D-99CE-01C65C9CD44E}" presName="sibTrans" presStyleLbl="sibTrans2D1" presStyleIdx="4" presStyleCnt="8" custAng="10800000"/>
      <dgm:spPr/>
    </dgm:pt>
    <dgm:pt modelId="{C6172BA1-E4A3-4B80-8442-5E4D51311285}" type="pres">
      <dgm:prSet presAssocID="{03499D24-691A-4B6D-99CE-01C65C9CD44E}" presName="connectorText" presStyleLbl="sibTrans2D1" presStyleIdx="4" presStyleCnt="8"/>
      <dgm:spPr/>
    </dgm:pt>
    <dgm:pt modelId="{94FA9188-7ACD-46A3-9671-54526483B058}" type="pres">
      <dgm:prSet presAssocID="{0F6F5DF9-E58F-4794-9B1B-32DC31867727}" presName="node" presStyleLbl="node1" presStyleIdx="5" presStyleCnt="8" custRadScaleRad="99017" custRadScaleInc="-1308">
        <dgm:presLayoutVars>
          <dgm:bulletEnabled val="1"/>
        </dgm:presLayoutVars>
      </dgm:prSet>
      <dgm:spPr/>
    </dgm:pt>
    <dgm:pt modelId="{0226906C-6F8A-490E-827A-2C59B35F2BD9}" type="pres">
      <dgm:prSet presAssocID="{05C3D9DE-9DA9-4370-B99E-C57B24EFBFBC}" presName="sibTrans" presStyleLbl="sibTrans2D1" presStyleIdx="5" presStyleCnt="8" custAng="10800000"/>
      <dgm:spPr/>
    </dgm:pt>
    <dgm:pt modelId="{4886F224-0834-4F06-9A78-FD2F2BCFA2DC}" type="pres">
      <dgm:prSet presAssocID="{05C3D9DE-9DA9-4370-B99E-C57B24EFBFBC}" presName="connectorText" presStyleLbl="sibTrans2D1" presStyleIdx="5" presStyleCnt="8"/>
      <dgm:spPr/>
    </dgm:pt>
    <dgm:pt modelId="{D179AB51-579D-48F7-90A3-A3BCDCE0574A}" type="pres">
      <dgm:prSet presAssocID="{C52E2859-30ED-4BC2-BC61-EF6B50EDD3FF}" presName="node" presStyleLbl="node1" presStyleIdx="6" presStyleCnt="8" custRadScaleRad="98994" custRadScaleInc="729">
        <dgm:presLayoutVars>
          <dgm:bulletEnabled val="1"/>
        </dgm:presLayoutVars>
      </dgm:prSet>
      <dgm:spPr/>
    </dgm:pt>
    <dgm:pt modelId="{BEDB3ACA-9105-4436-A6A8-D353E9A71C08}" type="pres">
      <dgm:prSet presAssocID="{789BB7F5-B7CF-4FDA-8B1D-7ED339840F7A}" presName="sibTrans" presStyleLbl="sibTrans2D1" presStyleIdx="6" presStyleCnt="8" custAng="10800000"/>
      <dgm:spPr/>
    </dgm:pt>
    <dgm:pt modelId="{5F6E0688-7073-4496-8AD7-1FED22E81771}" type="pres">
      <dgm:prSet presAssocID="{789BB7F5-B7CF-4FDA-8B1D-7ED339840F7A}" presName="connectorText" presStyleLbl="sibTrans2D1" presStyleIdx="6" presStyleCnt="8"/>
      <dgm:spPr/>
    </dgm:pt>
    <dgm:pt modelId="{0BCD4322-3D00-4B0F-B247-E2F3D69804BC}" type="pres">
      <dgm:prSet presAssocID="{000D9BFF-2FB5-4946-B88C-0824BDB84F2B}" presName="node" presStyleLbl="node1" presStyleIdx="7" presStyleCnt="8" custRadScaleRad="99126" custRadScaleInc="2651">
        <dgm:presLayoutVars>
          <dgm:bulletEnabled val="1"/>
        </dgm:presLayoutVars>
      </dgm:prSet>
      <dgm:spPr/>
    </dgm:pt>
    <dgm:pt modelId="{315666E4-D604-4B68-BABD-CB75609091A1}" type="pres">
      <dgm:prSet presAssocID="{40E87195-2157-49C9-9489-8CD35C1F4DDF}" presName="sibTrans" presStyleLbl="sibTrans2D1" presStyleIdx="7" presStyleCnt="8" custAng="10800000"/>
      <dgm:spPr/>
    </dgm:pt>
    <dgm:pt modelId="{8DA36061-2773-445B-99FA-37932372FB10}" type="pres">
      <dgm:prSet presAssocID="{40E87195-2157-49C9-9489-8CD35C1F4DDF}" presName="connectorText" presStyleLbl="sibTrans2D1" presStyleIdx="7" presStyleCnt="8"/>
      <dgm:spPr/>
    </dgm:pt>
  </dgm:ptLst>
  <dgm:cxnLst>
    <dgm:cxn modelId="{8332F713-5628-4ADD-A7F5-905731538D1E}" type="presOf" srcId="{EAFD7254-0AE1-425F-9354-786EB5D192FD}" destId="{600CEE48-9058-48EC-A7B5-F5E02AB79E7E}" srcOrd="0" destOrd="0" presId="urn:microsoft.com/office/officeart/2005/8/layout/cycle2"/>
    <dgm:cxn modelId="{381EBA20-8477-43E7-974C-17730295F43D}" type="presOf" srcId="{40E87195-2157-49C9-9489-8CD35C1F4DDF}" destId="{8DA36061-2773-445B-99FA-37932372FB10}" srcOrd="1" destOrd="0" presId="urn:microsoft.com/office/officeart/2005/8/layout/cycle2"/>
    <dgm:cxn modelId="{1B841621-57A5-4379-8E62-E096F774706C}" srcId="{6631E0A1-A182-4A4C-92D8-28D197EE148E}" destId="{0F6F5DF9-E58F-4794-9B1B-32DC31867727}" srcOrd="5" destOrd="0" parTransId="{50B5F6BF-4C16-4E87-863F-E846E6B043EB}" sibTransId="{05C3D9DE-9DA9-4370-B99E-C57B24EFBFBC}"/>
    <dgm:cxn modelId="{6AB6BD26-01F2-40F5-85F3-10FDF17F2B98}" srcId="{6631E0A1-A182-4A4C-92D8-28D197EE148E}" destId="{C52E2859-30ED-4BC2-BC61-EF6B50EDD3FF}" srcOrd="6" destOrd="0" parTransId="{CBE65E9E-5205-4A27-9862-35581C6FB5AE}" sibTransId="{789BB7F5-B7CF-4FDA-8B1D-7ED339840F7A}"/>
    <dgm:cxn modelId="{DEA98A39-1D0F-417A-9D60-41C540D8AB95}" srcId="{6631E0A1-A182-4A4C-92D8-28D197EE148E}" destId="{90C7FF67-C3DF-4EB4-9CE8-4E75690D2F65}" srcOrd="3" destOrd="0" parTransId="{BC71018D-6EED-428C-94F0-F7025D06747A}" sibTransId="{77A882BC-9F8B-4009-B34E-D11B4FC92D47}"/>
    <dgm:cxn modelId="{82EA1D3D-46D3-43EF-A36D-8C02A9523933}" type="presOf" srcId="{C52E2859-30ED-4BC2-BC61-EF6B50EDD3FF}" destId="{D179AB51-579D-48F7-90A3-A3BCDCE0574A}" srcOrd="0" destOrd="0" presId="urn:microsoft.com/office/officeart/2005/8/layout/cycle2"/>
    <dgm:cxn modelId="{D8FD8640-0BB4-4466-AE2F-ABA3460251C1}" type="presOf" srcId="{03499D24-691A-4B6D-99CE-01C65C9CD44E}" destId="{C6172BA1-E4A3-4B80-8442-5E4D51311285}" srcOrd="1" destOrd="0" presId="urn:microsoft.com/office/officeart/2005/8/layout/cycle2"/>
    <dgm:cxn modelId="{244F0D5F-4DD9-4AEF-AD91-30D17129584E}" srcId="{6631E0A1-A182-4A4C-92D8-28D197EE148E}" destId="{EAFD7254-0AE1-425F-9354-786EB5D192FD}" srcOrd="0" destOrd="0" parTransId="{A2F5E0A8-0F58-4D23-9F51-DA2750A4AEA8}" sibTransId="{1ABA2B98-FF35-4E0E-9736-C9D45242A2AD}"/>
    <dgm:cxn modelId="{E068915F-DC1D-4E24-854C-F52FB477E0C5}" type="presOf" srcId="{6631E0A1-A182-4A4C-92D8-28D197EE148E}" destId="{C02C60C1-06FC-4F49-A68C-5F3C490AAB5C}" srcOrd="0" destOrd="0" presId="urn:microsoft.com/office/officeart/2005/8/layout/cycle2"/>
    <dgm:cxn modelId="{80564B66-0015-49B4-96E8-49237038A13D}" type="presOf" srcId="{1ABA2B98-FF35-4E0E-9736-C9D45242A2AD}" destId="{B450A715-FA4B-4EB0-92AC-2D625DFBCE0D}" srcOrd="0" destOrd="0" presId="urn:microsoft.com/office/officeart/2005/8/layout/cycle2"/>
    <dgm:cxn modelId="{6758EF48-0C05-4A3E-8A13-08A021886BDA}" srcId="{6631E0A1-A182-4A4C-92D8-28D197EE148E}" destId="{000D9BFF-2FB5-4946-B88C-0824BDB84F2B}" srcOrd="7" destOrd="0" parTransId="{495C43FE-9022-4B30-89F1-18F9BB473E8D}" sibTransId="{40E87195-2157-49C9-9489-8CD35C1F4DDF}"/>
    <dgm:cxn modelId="{19C04952-AFFF-4CE7-8BC0-C899E9AC0977}" type="presOf" srcId="{0F6F5DF9-E58F-4794-9B1B-32DC31867727}" destId="{94FA9188-7ACD-46A3-9671-54526483B058}" srcOrd="0" destOrd="0" presId="urn:microsoft.com/office/officeart/2005/8/layout/cycle2"/>
    <dgm:cxn modelId="{0DFE8352-0EF0-4D2D-9705-E297387B1E4B}" srcId="{6631E0A1-A182-4A4C-92D8-28D197EE148E}" destId="{E3507BB8-F812-450E-B34B-F8F1B45E4A2F}" srcOrd="2" destOrd="0" parTransId="{71D20085-390C-4C80-A5B2-194E99575D34}" sibTransId="{24FBD762-40CB-401B-8C73-6B569C0912DA}"/>
    <dgm:cxn modelId="{3D8F5854-8350-4FA8-99CB-9A51A2ECC908}" type="presOf" srcId="{05C3D9DE-9DA9-4370-B99E-C57B24EFBFBC}" destId="{0226906C-6F8A-490E-827A-2C59B35F2BD9}" srcOrd="0" destOrd="0" presId="urn:microsoft.com/office/officeart/2005/8/layout/cycle2"/>
    <dgm:cxn modelId="{F850F25A-7E8B-4232-A8E3-54BF571B8EC8}" type="presOf" srcId="{40E87195-2157-49C9-9489-8CD35C1F4DDF}" destId="{315666E4-D604-4B68-BABD-CB75609091A1}" srcOrd="0" destOrd="0" presId="urn:microsoft.com/office/officeart/2005/8/layout/cycle2"/>
    <dgm:cxn modelId="{BC7E187C-4813-406C-B583-23EEC3B82E91}" type="presOf" srcId="{1ABA2B98-FF35-4E0E-9736-C9D45242A2AD}" destId="{458D70DC-6427-4EA8-81AD-D1184B8421A4}" srcOrd="1" destOrd="0" presId="urn:microsoft.com/office/officeart/2005/8/layout/cycle2"/>
    <dgm:cxn modelId="{F6FF1F7E-1F76-4425-A81C-95E0695FBB5F}" type="presOf" srcId="{24FBD762-40CB-401B-8C73-6B569C0912DA}" destId="{930C1C10-B7D9-4063-97DF-451520631F5C}" srcOrd="0" destOrd="0" presId="urn:microsoft.com/office/officeart/2005/8/layout/cycle2"/>
    <dgm:cxn modelId="{8F760380-97FB-49AE-9B66-1FF00EF97365}" type="presOf" srcId="{4B461DA2-9381-40C4-9FFE-8A4219056576}" destId="{B6E0A313-4639-426A-B195-1175A3144FF9}" srcOrd="0" destOrd="0" presId="urn:microsoft.com/office/officeart/2005/8/layout/cycle2"/>
    <dgm:cxn modelId="{3C1EF98C-A469-41E5-B0D0-34E8E18C08A2}" type="presOf" srcId="{77A882BC-9F8B-4009-B34E-D11B4FC92D47}" destId="{E2C0DE48-FB2E-4902-9CD5-E59A1930510A}" srcOrd="1" destOrd="0" presId="urn:microsoft.com/office/officeart/2005/8/layout/cycle2"/>
    <dgm:cxn modelId="{F9D52DA2-528C-43D8-8324-8A1D7EC985EF}" type="presOf" srcId="{90C7FF67-C3DF-4EB4-9CE8-4E75690D2F65}" destId="{4253F2A0-3C4D-41E0-8F8F-602B835DE00E}" srcOrd="0" destOrd="0" presId="urn:microsoft.com/office/officeart/2005/8/layout/cycle2"/>
    <dgm:cxn modelId="{D90AFEA2-F4C4-49C0-BAE7-1A3127FBE4F7}" type="presOf" srcId="{E3507BB8-F812-450E-B34B-F8F1B45E4A2F}" destId="{7F4E22F4-4541-4313-9429-8652381E2430}" srcOrd="0" destOrd="0" presId="urn:microsoft.com/office/officeart/2005/8/layout/cycle2"/>
    <dgm:cxn modelId="{95E750A5-FB4D-4734-8AFD-519409A87D66}" type="presOf" srcId="{77A882BC-9F8B-4009-B34E-D11B4FC92D47}" destId="{F8AF0E23-F4AB-4B22-93A2-64EDDCAF3E7E}" srcOrd="0" destOrd="0" presId="urn:microsoft.com/office/officeart/2005/8/layout/cycle2"/>
    <dgm:cxn modelId="{DF2D91AE-DB68-41C0-9249-7327247B745D}" type="presOf" srcId="{03499D24-691A-4B6D-99CE-01C65C9CD44E}" destId="{461F6849-4FCE-49EE-9AB8-2EA110D7E1CF}" srcOrd="0" destOrd="0" presId="urn:microsoft.com/office/officeart/2005/8/layout/cycle2"/>
    <dgm:cxn modelId="{2B8C78AF-256E-4562-81D6-2ACF5C5FF977}" type="presOf" srcId="{05C3D9DE-9DA9-4370-B99E-C57B24EFBFBC}" destId="{4886F224-0834-4F06-9A78-FD2F2BCFA2DC}" srcOrd="1" destOrd="0" presId="urn:microsoft.com/office/officeart/2005/8/layout/cycle2"/>
    <dgm:cxn modelId="{1CFF48BE-50E9-4CF9-BE66-B1D7E8D5F6B5}" type="presOf" srcId="{789BB7F5-B7CF-4FDA-8B1D-7ED339840F7A}" destId="{BEDB3ACA-9105-4436-A6A8-D353E9A71C08}" srcOrd="0" destOrd="0" presId="urn:microsoft.com/office/officeart/2005/8/layout/cycle2"/>
    <dgm:cxn modelId="{C4FE9DCB-9678-47B4-ABA7-3433123A21F8}" type="presOf" srcId="{24FBD762-40CB-401B-8C73-6B569C0912DA}" destId="{5E147015-B94C-4CBB-B758-E6ACF0E35DE6}" srcOrd="1" destOrd="0" presId="urn:microsoft.com/office/officeart/2005/8/layout/cycle2"/>
    <dgm:cxn modelId="{0186D4E0-DE6B-46C7-97A1-B482BB030172}" type="presOf" srcId="{FD4E5AE3-E399-4636-8AA5-47D859CCE7EC}" destId="{94F15D60-A6E8-448C-AB5D-AA4FE65A1EE0}" srcOrd="0" destOrd="0" presId="urn:microsoft.com/office/officeart/2005/8/layout/cycle2"/>
    <dgm:cxn modelId="{CFE036E1-69EA-4FB0-9DC8-17E7796633E7}" type="presOf" srcId="{789BB7F5-B7CF-4FDA-8B1D-7ED339840F7A}" destId="{5F6E0688-7073-4496-8AD7-1FED22E81771}" srcOrd="1" destOrd="0" presId="urn:microsoft.com/office/officeart/2005/8/layout/cycle2"/>
    <dgm:cxn modelId="{72FE2AE3-A918-4986-8B5A-08E469ED123C}" type="presOf" srcId="{3F54CE9F-7CAC-4A59-B171-58292F2C2226}" destId="{5AC06EA3-1487-4878-8E60-73BC78C506B2}" srcOrd="0" destOrd="0" presId="urn:microsoft.com/office/officeart/2005/8/layout/cycle2"/>
    <dgm:cxn modelId="{058A72ED-D059-476A-83D2-2F12EB26893E}" type="presOf" srcId="{000D9BFF-2FB5-4946-B88C-0824BDB84F2B}" destId="{0BCD4322-3D00-4B0F-B247-E2F3D69804BC}" srcOrd="0" destOrd="0" presId="urn:microsoft.com/office/officeart/2005/8/layout/cycle2"/>
    <dgm:cxn modelId="{3C0BF9FA-DD49-47FA-9F4D-AE41A7A2DBD3}" srcId="{6631E0A1-A182-4A4C-92D8-28D197EE148E}" destId="{FD4E5AE3-E399-4636-8AA5-47D859CCE7EC}" srcOrd="1" destOrd="0" parTransId="{907E5737-4B4C-4897-B831-0F7428466F8E}" sibTransId="{4B461DA2-9381-40C4-9FFE-8A4219056576}"/>
    <dgm:cxn modelId="{31EB82FD-FB07-4C76-B67B-A79AA437B05E}" type="presOf" srcId="{4B461DA2-9381-40C4-9FFE-8A4219056576}" destId="{8574930B-BD5F-440C-9448-BED77C4B1A0A}" srcOrd="1" destOrd="0" presId="urn:microsoft.com/office/officeart/2005/8/layout/cycle2"/>
    <dgm:cxn modelId="{0CD859FE-9AFE-4FD7-88E4-9A3DF8E8020D}" srcId="{6631E0A1-A182-4A4C-92D8-28D197EE148E}" destId="{3F54CE9F-7CAC-4A59-B171-58292F2C2226}" srcOrd="4" destOrd="0" parTransId="{51DAD242-CE84-4F90-9834-1F6227ABD20D}" sibTransId="{03499D24-691A-4B6D-99CE-01C65C9CD44E}"/>
    <dgm:cxn modelId="{F768FD37-C62A-452A-A98D-F2C35B2B1498}" type="presParOf" srcId="{C02C60C1-06FC-4F49-A68C-5F3C490AAB5C}" destId="{600CEE48-9058-48EC-A7B5-F5E02AB79E7E}" srcOrd="0" destOrd="0" presId="urn:microsoft.com/office/officeart/2005/8/layout/cycle2"/>
    <dgm:cxn modelId="{7B3D8977-65E7-4D94-A833-55B67736C13F}" type="presParOf" srcId="{C02C60C1-06FC-4F49-A68C-5F3C490AAB5C}" destId="{B450A715-FA4B-4EB0-92AC-2D625DFBCE0D}" srcOrd="1" destOrd="0" presId="urn:microsoft.com/office/officeart/2005/8/layout/cycle2"/>
    <dgm:cxn modelId="{E97F20C6-27EC-4368-AFD0-034A1B7002A1}" type="presParOf" srcId="{B450A715-FA4B-4EB0-92AC-2D625DFBCE0D}" destId="{458D70DC-6427-4EA8-81AD-D1184B8421A4}" srcOrd="0" destOrd="0" presId="urn:microsoft.com/office/officeart/2005/8/layout/cycle2"/>
    <dgm:cxn modelId="{E79A6BE4-97F8-4D3F-9042-4D64C552E8E8}" type="presParOf" srcId="{C02C60C1-06FC-4F49-A68C-5F3C490AAB5C}" destId="{94F15D60-A6E8-448C-AB5D-AA4FE65A1EE0}" srcOrd="2" destOrd="0" presId="urn:microsoft.com/office/officeart/2005/8/layout/cycle2"/>
    <dgm:cxn modelId="{CB1128F7-FFC4-4229-9599-89AB0306CCB2}" type="presParOf" srcId="{C02C60C1-06FC-4F49-A68C-5F3C490AAB5C}" destId="{B6E0A313-4639-426A-B195-1175A3144FF9}" srcOrd="3" destOrd="0" presId="urn:microsoft.com/office/officeart/2005/8/layout/cycle2"/>
    <dgm:cxn modelId="{6E84EBD4-5345-4068-908F-965E046F9D86}" type="presParOf" srcId="{B6E0A313-4639-426A-B195-1175A3144FF9}" destId="{8574930B-BD5F-440C-9448-BED77C4B1A0A}" srcOrd="0" destOrd="0" presId="urn:microsoft.com/office/officeart/2005/8/layout/cycle2"/>
    <dgm:cxn modelId="{2CAE66EA-BEB4-4615-860C-F899333F0999}" type="presParOf" srcId="{C02C60C1-06FC-4F49-A68C-5F3C490AAB5C}" destId="{7F4E22F4-4541-4313-9429-8652381E2430}" srcOrd="4" destOrd="0" presId="urn:microsoft.com/office/officeart/2005/8/layout/cycle2"/>
    <dgm:cxn modelId="{A829BC55-225F-46B9-B7CA-5045696B8837}" type="presParOf" srcId="{C02C60C1-06FC-4F49-A68C-5F3C490AAB5C}" destId="{930C1C10-B7D9-4063-97DF-451520631F5C}" srcOrd="5" destOrd="0" presId="urn:microsoft.com/office/officeart/2005/8/layout/cycle2"/>
    <dgm:cxn modelId="{2ACD46F4-A733-4849-ADE0-8523FD3282D6}" type="presParOf" srcId="{930C1C10-B7D9-4063-97DF-451520631F5C}" destId="{5E147015-B94C-4CBB-B758-E6ACF0E35DE6}" srcOrd="0" destOrd="0" presId="urn:microsoft.com/office/officeart/2005/8/layout/cycle2"/>
    <dgm:cxn modelId="{78225837-3E41-4909-85A5-4E9DDEFED8AE}" type="presParOf" srcId="{C02C60C1-06FC-4F49-A68C-5F3C490AAB5C}" destId="{4253F2A0-3C4D-41E0-8F8F-602B835DE00E}" srcOrd="6" destOrd="0" presId="urn:microsoft.com/office/officeart/2005/8/layout/cycle2"/>
    <dgm:cxn modelId="{D1F97A0A-1ECE-4836-B825-1C9BE24D9C6C}" type="presParOf" srcId="{C02C60C1-06FC-4F49-A68C-5F3C490AAB5C}" destId="{F8AF0E23-F4AB-4B22-93A2-64EDDCAF3E7E}" srcOrd="7" destOrd="0" presId="urn:microsoft.com/office/officeart/2005/8/layout/cycle2"/>
    <dgm:cxn modelId="{1B7EC927-20E8-4571-8ED0-6D727B4EBBAD}" type="presParOf" srcId="{F8AF0E23-F4AB-4B22-93A2-64EDDCAF3E7E}" destId="{E2C0DE48-FB2E-4902-9CD5-E59A1930510A}" srcOrd="0" destOrd="0" presId="urn:microsoft.com/office/officeart/2005/8/layout/cycle2"/>
    <dgm:cxn modelId="{03AEBDE4-71D1-4FD4-B9C8-CC19181EA131}" type="presParOf" srcId="{C02C60C1-06FC-4F49-A68C-5F3C490AAB5C}" destId="{5AC06EA3-1487-4878-8E60-73BC78C506B2}" srcOrd="8" destOrd="0" presId="urn:microsoft.com/office/officeart/2005/8/layout/cycle2"/>
    <dgm:cxn modelId="{193519DC-4ED2-4385-A854-980AFEB042BF}" type="presParOf" srcId="{C02C60C1-06FC-4F49-A68C-5F3C490AAB5C}" destId="{461F6849-4FCE-49EE-9AB8-2EA110D7E1CF}" srcOrd="9" destOrd="0" presId="urn:microsoft.com/office/officeart/2005/8/layout/cycle2"/>
    <dgm:cxn modelId="{85EDB6BB-3309-4FF2-B78C-ECEF52E2731D}" type="presParOf" srcId="{461F6849-4FCE-49EE-9AB8-2EA110D7E1CF}" destId="{C6172BA1-E4A3-4B80-8442-5E4D51311285}" srcOrd="0" destOrd="0" presId="urn:microsoft.com/office/officeart/2005/8/layout/cycle2"/>
    <dgm:cxn modelId="{D3E5EA97-C986-42E3-8D9F-469289A70CB7}" type="presParOf" srcId="{C02C60C1-06FC-4F49-A68C-5F3C490AAB5C}" destId="{94FA9188-7ACD-46A3-9671-54526483B058}" srcOrd="10" destOrd="0" presId="urn:microsoft.com/office/officeart/2005/8/layout/cycle2"/>
    <dgm:cxn modelId="{9EB3B7DB-61C8-46FB-8F75-B18C7330FEDA}" type="presParOf" srcId="{C02C60C1-06FC-4F49-A68C-5F3C490AAB5C}" destId="{0226906C-6F8A-490E-827A-2C59B35F2BD9}" srcOrd="11" destOrd="0" presId="urn:microsoft.com/office/officeart/2005/8/layout/cycle2"/>
    <dgm:cxn modelId="{09C9B58E-CCB8-4CF1-BE0A-49451D4F3F93}" type="presParOf" srcId="{0226906C-6F8A-490E-827A-2C59B35F2BD9}" destId="{4886F224-0834-4F06-9A78-FD2F2BCFA2DC}" srcOrd="0" destOrd="0" presId="urn:microsoft.com/office/officeart/2005/8/layout/cycle2"/>
    <dgm:cxn modelId="{1EFAAE60-9058-4266-BC8D-7103A0798888}" type="presParOf" srcId="{C02C60C1-06FC-4F49-A68C-5F3C490AAB5C}" destId="{D179AB51-579D-48F7-90A3-A3BCDCE0574A}" srcOrd="12" destOrd="0" presId="urn:microsoft.com/office/officeart/2005/8/layout/cycle2"/>
    <dgm:cxn modelId="{92E8F395-A931-4F8B-864E-1948EEF9155D}" type="presParOf" srcId="{C02C60C1-06FC-4F49-A68C-5F3C490AAB5C}" destId="{BEDB3ACA-9105-4436-A6A8-D353E9A71C08}" srcOrd="13" destOrd="0" presId="urn:microsoft.com/office/officeart/2005/8/layout/cycle2"/>
    <dgm:cxn modelId="{DB18B73C-F4EF-4812-B650-B23FDEE12FCB}" type="presParOf" srcId="{BEDB3ACA-9105-4436-A6A8-D353E9A71C08}" destId="{5F6E0688-7073-4496-8AD7-1FED22E81771}" srcOrd="0" destOrd="0" presId="urn:microsoft.com/office/officeart/2005/8/layout/cycle2"/>
    <dgm:cxn modelId="{13FA9FBD-8395-41F3-B097-60A9324C51A4}" type="presParOf" srcId="{C02C60C1-06FC-4F49-A68C-5F3C490AAB5C}" destId="{0BCD4322-3D00-4B0F-B247-E2F3D69804BC}" srcOrd="14" destOrd="0" presId="urn:microsoft.com/office/officeart/2005/8/layout/cycle2"/>
    <dgm:cxn modelId="{D1762B0D-6683-4C3D-B42A-35425DFEE29B}" type="presParOf" srcId="{C02C60C1-06FC-4F49-A68C-5F3C490AAB5C}" destId="{315666E4-D604-4B68-BABD-CB75609091A1}" srcOrd="15" destOrd="0" presId="urn:microsoft.com/office/officeart/2005/8/layout/cycle2"/>
    <dgm:cxn modelId="{2FED15B3-049A-45BD-80C5-02E0158E3EEF}" type="presParOf" srcId="{315666E4-D604-4B68-BABD-CB75609091A1}" destId="{8DA36061-2773-445B-99FA-37932372FB10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631E0A1-A182-4A4C-92D8-28D197EE148E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cs-CZ"/>
        </a:p>
      </dgm:t>
    </dgm:pt>
    <dgm:pt modelId="{EAFD7254-0AE1-425F-9354-786EB5D192FD}">
      <dgm:prSet phldrT="[Text]" custT="1"/>
      <dgm:spPr>
        <a:solidFill>
          <a:srgbClr val="FFFF00"/>
        </a:solidFill>
        <a:ln>
          <a:solidFill>
            <a:schemeClr val="tx1"/>
          </a:solidFill>
        </a:ln>
      </dgm:spPr>
      <dgm:t>
        <a:bodyPr/>
        <a:lstStyle/>
        <a:p>
          <a:r>
            <a:rPr lang="cs-CZ" sz="2800" b="1" dirty="0">
              <a:solidFill>
                <a:schemeClr val="tx1"/>
              </a:solidFill>
              <a:latin typeface="Consolas" panose="020B0609020204030204" pitchFamily="49" charset="0"/>
            </a:rPr>
            <a:t>000</a:t>
          </a:r>
        </a:p>
      </dgm:t>
    </dgm:pt>
    <dgm:pt modelId="{A2F5E0A8-0F58-4D23-9F51-DA2750A4AEA8}" type="parTrans" cxnId="{244F0D5F-4DD9-4AEF-AD91-30D17129584E}">
      <dgm:prSet/>
      <dgm:spPr/>
      <dgm:t>
        <a:bodyPr/>
        <a:lstStyle/>
        <a:p>
          <a:endParaRPr lang="cs-CZ" sz="2800">
            <a:latin typeface="Consolas" panose="020B0609020204030204" pitchFamily="49" charset="0"/>
          </a:endParaRPr>
        </a:p>
      </dgm:t>
    </dgm:pt>
    <dgm:pt modelId="{1ABA2B98-FF35-4E0E-9736-C9D45242A2AD}" type="sibTrans" cxnId="{244F0D5F-4DD9-4AEF-AD91-30D17129584E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endParaRPr lang="cs-CZ" sz="2800">
            <a:latin typeface="Consolas" panose="020B0609020204030204" pitchFamily="49" charset="0"/>
          </a:endParaRPr>
        </a:p>
      </dgm:t>
    </dgm:pt>
    <dgm:pt modelId="{FD4E5AE3-E399-4636-8AA5-47D859CCE7EC}">
      <dgm:prSet phldrT="[Text]" custT="1"/>
      <dgm:spPr>
        <a:solidFill>
          <a:srgbClr val="FFFF00"/>
        </a:solidFill>
        <a:ln>
          <a:solidFill>
            <a:schemeClr val="tx1"/>
          </a:solidFill>
        </a:ln>
      </dgm:spPr>
      <dgm:t>
        <a:bodyPr/>
        <a:lstStyle/>
        <a:p>
          <a:r>
            <a:rPr lang="cs-CZ" sz="2800" b="1" dirty="0">
              <a:solidFill>
                <a:schemeClr val="tx1"/>
              </a:solidFill>
              <a:latin typeface="Consolas" panose="020B0609020204030204" pitchFamily="49" charset="0"/>
            </a:rPr>
            <a:t>001</a:t>
          </a:r>
        </a:p>
      </dgm:t>
    </dgm:pt>
    <dgm:pt modelId="{907E5737-4B4C-4897-B831-0F7428466F8E}" type="parTrans" cxnId="{3C0BF9FA-DD49-47FA-9F4D-AE41A7A2DBD3}">
      <dgm:prSet/>
      <dgm:spPr/>
      <dgm:t>
        <a:bodyPr/>
        <a:lstStyle/>
        <a:p>
          <a:endParaRPr lang="cs-CZ" sz="2800">
            <a:latin typeface="Consolas" panose="020B0609020204030204" pitchFamily="49" charset="0"/>
          </a:endParaRPr>
        </a:p>
      </dgm:t>
    </dgm:pt>
    <dgm:pt modelId="{4B461DA2-9381-40C4-9FFE-8A4219056576}" type="sibTrans" cxnId="{3C0BF9FA-DD49-47FA-9F4D-AE41A7A2DBD3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endParaRPr lang="cs-CZ" sz="2800">
            <a:latin typeface="Consolas" panose="020B0609020204030204" pitchFamily="49" charset="0"/>
          </a:endParaRPr>
        </a:p>
      </dgm:t>
    </dgm:pt>
    <dgm:pt modelId="{E3507BB8-F812-450E-B34B-F8F1B45E4A2F}">
      <dgm:prSet phldrT="[Text]" custT="1"/>
      <dgm:spPr>
        <a:solidFill>
          <a:srgbClr val="FFFF00"/>
        </a:solidFill>
        <a:ln>
          <a:solidFill>
            <a:schemeClr val="tx1"/>
          </a:solidFill>
        </a:ln>
      </dgm:spPr>
      <dgm:t>
        <a:bodyPr/>
        <a:lstStyle/>
        <a:p>
          <a:r>
            <a:rPr lang="cs-CZ" sz="2800" b="1" dirty="0">
              <a:solidFill>
                <a:schemeClr val="tx1"/>
              </a:solidFill>
              <a:latin typeface="Consolas" panose="020B0609020204030204" pitchFamily="49" charset="0"/>
            </a:rPr>
            <a:t>010</a:t>
          </a:r>
        </a:p>
      </dgm:t>
    </dgm:pt>
    <dgm:pt modelId="{71D20085-390C-4C80-A5B2-194E99575D34}" type="parTrans" cxnId="{0DFE8352-0EF0-4D2D-9705-E297387B1E4B}">
      <dgm:prSet/>
      <dgm:spPr/>
      <dgm:t>
        <a:bodyPr/>
        <a:lstStyle/>
        <a:p>
          <a:endParaRPr lang="cs-CZ" sz="2800">
            <a:latin typeface="Consolas" panose="020B0609020204030204" pitchFamily="49" charset="0"/>
          </a:endParaRPr>
        </a:p>
      </dgm:t>
    </dgm:pt>
    <dgm:pt modelId="{24FBD762-40CB-401B-8C73-6B569C0912DA}" type="sibTrans" cxnId="{0DFE8352-0EF0-4D2D-9705-E297387B1E4B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endParaRPr lang="cs-CZ" sz="2800">
            <a:latin typeface="Consolas" panose="020B0609020204030204" pitchFamily="49" charset="0"/>
          </a:endParaRPr>
        </a:p>
      </dgm:t>
    </dgm:pt>
    <dgm:pt modelId="{90C7FF67-C3DF-4EB4-9CE8-4E75690D2F65}">
      <dgm:prSet phldrT="[Text]" custT="1"/>
      <dgm:spPr>
        <a:solidFill>
          <a:srgbClr val="FFFF00"/>
        </a:solidFill>
        <a:ln>
          <a:solidFill>
            <a:schemeClr val="tx1"/>
          </a:solidFill>
        </a:ln>
      </dgm:spPr>
      <dgm:t>
        <a:bodyPr/>
        <a:lstStyle/>
        <a:p>
          <a:r>
            <a:rPr lang="cs-CZ" sz="2800" b="1" dirty="0">
              <a:solidFill>
                <a:schemeClr val="tx1"/>
              </a:solidFill>
              <a:latin typeface="Consolas" panose="020B0609020204030204" pitchFamily="49" charset="0"/>
            </a:rPr>
            <a:t>011</a:t>
          </a:r>
        </a:p>
      </dgm:t>
    </dgm:pt>
    <dgm:pt modelId="{BC71018D-6EED-428C-94F0-F7025D06747A}" type="parTrans" cxnId="{DEA98A39-1D0F-417A-9D60-41C540D8AB95}">
      <dgm:prSet/>
      <dgm:spPr/>
      <dgm:t>
        <a:bodyPr/>
        <a:lstStyle/>
        <a:p>
          <a:endParaRPr lang="cs-CZ" sz="2800">
            <a:latin typeface="Consolas" panose="020B0609020204030204" pitchFamily="49" charset="0"/>
          </a:endParaRPr>
        </a:p>
      </dgm:t>
    </dgm:pt>
    <dgm:pt modelId="{77A882BC-9F8B-4009-B34E-D11B4FC92D47}" type="sibTrans" cxnId="{DEA98A39-1D0F-417A-9D60-41C540D8AB95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endParaRPr lang="cs-CZ" sz="2800">
            <a:latin typeface="Consolas" panose="020B0609020204030204" pitchFamily="49" charset="0"/>
          </a:endParaRPr>
        </a:p>
      </dgm:t>
    </dgm:pt>
    <dgm:pt modelId="{3F54CE9F-7CAC-4A59-B171-58292F2C2226}">
      <dgm:prSet phldrT="[Text]" custT="1"/>
      <dgm:spPr>
        <a:solidFill>
          <a:srgbClr val="FFFF00"/>
        </a:solidFill>
        <a:ln>
          <a:solidFill>
            <a:schemeClr val="tx1"/>
          </a:solidFill>
        </a:ln>
      </dgm:spPr>
      <dgm:t>
        <a:bodyPr/>
        <a:lstStyle/>
        <a:p>
          <a:r>
            <a:rPr lang="cs-CZ" sz="2800" b="1" dirty="0">
              <a:solidFill>
                <a:schemeClr val="tx1"/>
              </a:solidFill>
              <a:latin typeface="Consolas" panose="020B0609020204030204" pitchFamily="49" charset="0"/>
            </a:rPr>
            <a:t>100</a:t>
          </a:r>
        </a:p>
      </dgm:t>
    </dgm:pt>
    <dgm:pt modelId="{51DAD242-CE84-4F90-9834-1F6227ABD20D}" type="parTrans" cxnId="{0CD859FE-9AFE-4FD7-88E4-9A3DF8E8020D}">
      <dgm:prSet/>
      <dgm:spPr/>
      <dgm:t>
        <a:bodyPr/>
        <a:lstStyle/>
        <a:p>
          <a:endParaRPr lang="cs-CZ" sz="2800">
            <a:latin typeface="Consolas" panose="020B0609020204030204" pitchFamily="49" charset="0"/>
          </a:endParaRPr>
        </a:p>
      </dgm:t>
    </dgm:pt>
    <dgm:pt modelId="{03499D24-691A-4B6D-99CE-01C65C9CD44E}" type="sibTrans" cxnId="{0CD859FE-9AFE-4FD7-88E4-9A3DF8E8020D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endParaRPr lang="cs-CZ" sz="2800">
            <a:latin typeface="Consolas" panose="020B0609020204030204" pitchFamily="49" charset="0"/>
          </a:endParaRPr>
        </a:p>
      </dgm:t>
    </dgm:pt>
    <dgm:pt modelId="{0F6F5DF9-E58F-4794-9B1B-32DC31867727}">
      <dgm:prSet phldrT="[Text]" custT="1"/>
      <dgm:spPr>
        <a:solidFill>
          <a:srgbClr val="FFFF00"/>
        </a:solidFill>
        <a:ln>
          <a:solidFill>
            <a:schemeClr val="tx1"/>
          </a:solidFill>
        </a:ln>
      </dgm:spPr>
      <dgm:t>
        <a:bodyPr/>
        <a:lstStyle/>
        <a:p>
          <a:r>
            <a:rPr lang="cs-CZ" sz="2800" b="1" dirty="0">
              <a:solidFill>
                <a:schemeClr val="tx1"/>
              </a:solidFill>
              <a:latin typeface="Consolas" panose="020B0609020204030204" pitchFamily="49" charset="0"/>
            </a:rPr>
            <a:t>101</a:t>
          </a:r>
        </a:p>
      </dgm:t>
    </dgm:pt>
    <dgm:pt modelId="{50B5F6BF-4C16-4E87-863F-E846E6B043EB}" type="parTrans" cxnId="{1B841621-57A5-4379-8E62-E096F774706C}">
      <dgm:prSet/>
      <dgm:spPr/>
      <dgm:t>
        <a:bodyPr/>
        <a:lstStyle/>
        <a:p>
          <a:endParaRPr lang="cs-CZ" sz="2800">
            <a:latin typeface="Consolas" panose="020B0609020204030204" pitchFamily="49" charset="0"/>
          </a:endParaRPr>
        </a:p>
      </dgm:t>
    </dgm:pt>
    <dgm:pt modelId="{05C3D9DE-9DA9-4370-B99E-C57B24EFBFBC}" type="sibTrans" cxnId="{1B841621-57A5-4379-8E62-E096F774706C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endParaRPr lang="cs-CZ" sz="2800">
            <a:latin typeface="Consolas" panose="020B0609020204030204" pitchFamily="49" charset="0"/>
          </a:endParaRPr>
        </a:p>
      </dgm:t>
    </dgm:pt>
    <dgm:pt modelId="{C52E2859-30ED-4BC2-BC61-EF6B50EDD3FF}">
      <dgm:prSet phldrT="[Text]" custT="1"/>
      <dgm:spPr>
        <a:solidFill>
          <a:srgbClr val="FFFF00"/>
        </a:solidFill>
        <a:ln>
          <a:solidFill>
            <a:schemeClr val="tx1"/>
          </a:solidFill>
        </a:ln>
      </dgm:spPr>
      <dgm:t>
        <a:bodyPr/>
        <a:lstStyle/>
        <a:p>
          <a:r>
            <a:rPr lang="cs-CZ" sz="2800" b="1" dirty="0">
              <a:solidFill>
                <a:schemeClr val="tx1"/>
              </a:solidFill>
              <a:latin typeface="Consolas" panose="020B0609020204030204" pitchFamily="49" charset="0"/>
            </a:rPr>
            <a:t>110</a:t>
          </a:r>
        </a:p>
      </dgm:t>
    </dgm:pt>
    <dgm:pt modelId="{CBE65E9E-5205-4A27-9862-35581C6FB5AE}" type="parTrans" cxnId="{6AB6BD26-01F2-40F5-85F3-10FDF17F2B98}">
      <dgm:prSet/>
      <dgm:spPr/>
      <dgm:t>
        <a:bodyPr/>
        <a:lstStyle/>
        <a:p>
          <a:endParaRPr lang="cs-CZ" sz="2800">
            <a:latin typeface="Consolas" panose="020B0609020204030204" pitchFamily="49" charset="0"/>
          </a:endParaRPr>
        </a:p>
      </dgm:t>
    </dgm:pt>
    <dgm:pt modelId="{789BB7F5-B7CF-4FDA-8B1D-7ED339840F7A}" type="sibTrans" cxnId="{6AB6BD26-01F2-40F5-85F3-10FDF17F2B98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endParaRPr lang="cs-CZ" sz="2800">
            <a:latin typeface="Consolas" panose="020B0609020204030204" pitchFamily="49" charset="0"/>
          </a:endParaRPr>
        </a:p>
      </dgm:t>
    </dgm:pt>
    <dgm:pt modelId="{000D9BFF-2FB5-4946-B88C-0824BDB84F2B}">
      <dgm:prSet phldrT="[Text]" custT="1"/>
      <dgm:spPr>
        <a:solidFill>
          <a:srgbClr val="FFFF00"/>
        </a:solidFill>
        <a:ln>
          <a:solidFill>
            <a:schemeClr val="tx1"/>
          </a:solidFill>
        </a:ln>
      </dgm:spPr>
      <dgm:t>
        <a:bodyPr/>
        <a:lstStyle/>
        <a:p>
          <a:r>
            <a:rPr lang="cs-CZ" sz="2800" b="1" dirty="0">
              <a:solidFill>
                <a:schemeClr val="tx1"/>
              </a:solidFill>
              <a:latin typeface="Consolas" panose="020B0609020204030204" pitchFamily="49" charset="0"/>
            </a:rPr>
            <a:t>111</a:t>
          </a:r>
        </a:p>
      </dgm:t>
    </dgm:pt>
    <dgm:pt modelId="{495C43FE-9022-4B30-89F1-18F9BB473E8D}" type="parTrans" cxnId="{6758EF48-0C05-4A3E-8A13-08A021886BDA}">
      <dgm:prSet/>
      <dgm:spPr/>
      <dgm:t>
        <a:bodyPr/>
        <a:lstStyle/>
        <a:p>
          <a:endParaRPr lang="cs-CZ" sz="2800">
            <a:latin typeface="Consolas" panose="020B0609020204030204" pitchFamily="49" charset="0"/>
          </a:endParaRPr>
        </a:p>
      </dgm:t>
    </dgm:pt>
    <dgm:pt modelId="{40E87195-2157-49C9-9489-8CD35C1F4DDF}" type="sibTrans" cxnId="{6758EF48-0C05-4A3E-8A13-08A021886BDA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endParaRPr lang="cs-CZ" sz="2800">
            <a:latin typeface="Consolas" panose="020B0609020204030204" pitchFamily="49" charset="0"/>
          </a:endParaRPr>
        </a:p>
      </dgm:t>
    </dgm:pt>
    <dgm:pt modelId="{C02C60C1-06FC-4F49-A68C-5F3C490AAB5C}" type="pres">
      <dgm:prSet presAssocID="{6631E0A1-A182-4A4C-92D8-28D197EE148E}" presName="cycle" presStyleCnt="0">
        <dgm:presLayoutVars>
          <dgm:dir/>
          <dgm:resizeHandles val="exact"/>
        </dgm:presLayoutVars>
      </dgm:prSet>
      <dgm:spPr/>
    </dgm:pt>
    <dgm:pt modelId="{600CEE48-9058-48EC-A7B5-F5E02AB79E7E}" type="pres">
      <dgm:prSet presAssocID="{EAFD7254-0AE1-425F-9354-786EB5D192FD}" presName="node" presStyleLbl="node1" presStyleIdx="0" presStyleCnt="8" custRadScaleRad="98776" custRadScaleInc="-150">
        <dgm:presLayoutVars>
          <dgm:bulletEnabled val="1"/>
        </dgm:presLayoutVars>
      </dgm:prSet>
      <dgm:spPr/>
    </dgm:pt>
    <dgm:pt modelId="{B450A715-FA4B-4EB0-92AC-2D625DFBCE0D}" type="pres">
      <dgm:prSet presAssocID="{1ABA2B98-FF35-4E0E-9736-C9D45242A2AD}" presName="sibTrans" presStyleLbl="sibTrans2D1" presStyleIdx="0" presStyleCnt="8"/>
      <dgm:spPr/>
    </dgm:pt>
    <dgm:pt modelId="{458D70DC-6427-4EA8-81AD-D1184B8421A4}" type="pres">
      <dgm:prSet presAssocID="{1ABA2B98-FF35-4E0E-9736-C9D45242A2AD}" presName="connectorText" presStyleLbl="sibTrans2D1" presStyleIdx="0" presStyleCnt="8"/>
      <dgm:spPr/>
    </dgm:pt>
    <dgm:pt modelId="{94F15D60-A6E8-448C-AB5D-AA4FE65A1EE0}" type="pres">
      <dgm:prSet presAssocID="{FD4E5AE3-E399-4636-8AA5-47D859CCE7EC}" presName="node" presStyleLbl="node1" presStyleIdx="1" presStyleCnt="8" custRadScaleRad="100259" custRadScaleInc="-4998">
        <dgm:presLayoutVars>
          <dgm:bulletEnabled val="1"/>
        </dgm:presLayoutVars>
      </dgm:prSet>
      <dgm:spPr/>
    </dgm:pt>
    <dgm:pt modelId="{B6E0A313-4639-426A-B195-1175A3144FF9}" type="pres">
      <dgm:prSet presAssocID="{4B461DA2-9381-40C4-9FFE-8A4219056576}" presName="sibTrans" presStyleLbl="sibTrans2D1" presStyleIdx="1" presStyleCnt="8"/>
      <dgm:spPr/>
    </dgm:pt>
    <dgm:pt modelId="{8574930B-BD5F-440C-9448-BED77C4B1A0A}" type="pres">
      <dgm:prSet presAssocID="{4B461DA2-9381-40C4-9FFE-8A4219056576}" presName="connectorText" presStyleLbl="sibTrans2D1" presStyleIdx="1" presStyleCnt="8"/>
      <dgm:spPr/>
    </dgm:pt>
    <dgm:pt modelId="{7F4E22F4-4541-4313-9429-8652381E2430}" type="pres">
      <dgm:prSet presAssocID="{E3507BB8-F812-450E-B34B-F8F1B45E4A2F}" presName="node" presStyleLbl="node1" presStyleIdx="2" presStyleCnt="8" custRadScaleRad="99863" custRadScaleInc="-5132">
        <dgm:presLayoutVars>
          <dgm:bulletEnabled val="1"/>
        </dgm:presLayoutVars>
      </dgm:prSet>
      <dgm:spPr/>
    </dgm:pt>
    <dgm:pt modelId="{930C1C10-B7D9-4063-97DF-451520631F5C}" type="pres">
      <dgm:prSet presAssocID="{24FBD762-40CB-401B-8C73-6B569C0912DA}" presName="sibTrans" presStyleLbl="sibTrans2D1" presStyleIdx="2" presStyleCnt="8"/>
      <dgm:spPr/>
    </dgm:pt>
    <dgm:pt modelId="{5E147015-B94C-4CBB-B758-E6ACF0E35DE6}" type="pres">
      <dgm:prSet presAssocID="{24FBD762-40CB-401B-8C73-6B569C0912DA}" presName="connectorText" presStyleLbl="sibTrans2D1" presStyleIdx="2" presStyleCnt="8"/>
      <dgm:spPr/>
    </dgm:pt>
    <dgm:pt modelId="{4253F2A0-3C4D-41E0-8F8F-602B835DE00E}" type="pres">
      <dgm:prSet presAssocID="{90C7FF67-C3DF-4EB4-9CE8-4E75690D2F65}" presName="node" presStyleLbl="node1" presStyleIdx="3" presStyleCnt="8" custRadScaleRad="99488" custRadScaleInc="-4481">
        <dgm:presLayoutVars>
          <dgm:bulletEnabled val="1"/>
        </dgm:presLayoutVars>
      </dgm:prSet>
      <dgm:spPr/>
    </dgm:pt>
    <dgm:pt modelId="{F8AF0E23-F4AB-4B22-93A2-64EDDCAF3E7E}" type="pres">
      <dgm:prSet presAssocID="{77A882BC-9F8B-4009-B34E-D11B4FC92D47}" presName="sibTrans" presStyleLbl="sibTrans2D1" presStyleIdx="3" presStyleCnt="8"/>
      <dgm:spPr/>
    </dgm:pt>
    <dgm:pt modelId="{E2C0DE48-FB2E-4902-9CD5-E59A1930510A}" type="pres">
      <dgm:prSet presAssocID="{77A882BC-9F8B-4009-B34E-D11B4FC92D47}" presName="connectorText" presStyleLbl="sibTrans2D1" presStyleIdx="3" presStyleCnt="8"/>
      <dgm:spPr/>
    </dgm:pt>
    <dgm:pt modelId="{5AC06EA3-1487-4878-8E60-73BC78C506B2}" type="pres">
      <dgm:prSet presAssocID="{3F54CE9F-7CAC-4A59-B171-58292F2C2226}" presName="node" presStyleLbl="node1" presStyleIdx="4" presStyleCnt="8" custRadScaleRad="99190" custRadScaleInc="-3139">
        <dgm:presLayoutVars>
          <dgm:bulletEnabled val="1"/>
        </dgm:presLayoutVars>
      </dgm:prSet>
      <dgm:spPr/>
    </dgm:pt>
    <dgm:pt modelId="{461F6849-4FCE-49EE-9AB8-2EA110D7E1CF}" type="pres">
      <dgm:prSet presAssocID="{03499D24-691A-4B6D-99CE-01C65C9CD44E}" presName="sibTrans" presStyleLbl="sibTrans2D1" presStyleIdx="4" presStyleCnt="8"/>
      <dgm:spPr/>
    </dgm:pt>
    <dgm:pt modelId="{C6172BA1-E4A3-4B80-8442-5E4D51311285}" type="pres">
      <dgm:prSet presAssocID="{03499D24-691A-4B6D-99CE-01C65C9CD44E}" presName="connectorText" presStyleLbl="sibTrans2D1" presStyleIdx="4" presStyleCnt="8"/>
      <dgm:spPr/>
    </dgm:pt>
    <dgm:pt modelId="{94FA9188-7ACD-46A3-9671-54526483B058}" type="pres">
      <dgm:prSet presAssocID="{0F6F5DF9-E58F-4794-9B1B-32DC31867727}" presName="node" presStyleLbl="node1" presStyleIdx="5" presStyleCnt="8" custRadScaleRad="99017" custRadScaleInc="-1308">
        <dgm:presLayoutVars>
          <dgm:bulletEnabled val="1"/>
        </dgm:presLayoutVars>
      </dgm:prSet>
      <dgm:spPr/>
    </dgm:pt>
    <dgm:pt modelId="{0226906C-6F8A-490E-827A-2C59B35F2BD9}" type="pres">
      <dgm:prSet presAssocID="{05C3D9DE-9DA9-4370-B99E-C57B24EFBFBC}" presName="sibTrans" presStyleLbl="sibTrans2D1" presStyleIdx="5" presStyleCnt="8"/>
      <dgm:spPr/>
    </dgm:pt>
    <dgm:pt modelId="{4886F224-0834-4F06-9A78-FD2F2BCFA2DC}" type="pres">
      <dgm:prSet presAssocID="{05C3D9DE-9DA9-4370-B99E-C57B24EFBFBC}" presName="connectorText" presStyleLbl="sibTrans2D1" presStyleIdx="5" presStyleCnt="8"/>
      <dgm:spPr/>
    </dgm:pt>
    <dgm:pt modelId="{D179AB51-579D-48F7-90A3-A3BCDCE0574A}" type="pres">
      <dgm:prSet presAssocID="{C52E2859-30ED-4BC2-BC61-EF6B50EDD3FF}" presName="node" presStyleLbl="node1" presStyleIdx="6" presStyleCnt="8" custRadScaleRad="98994" custRadScaleInc="729">
        <dgm:presLayoutVars>
          <dgm:bulletEnabled val="1"/>
        </dgm:presLayoutVars>
      </dgm:prSet>
      <dgm:spPr/>
    </dgm:pt>
    <dgm:pt modelId="{BEDB3ACA-9105-4436-A6A8-D353E9A71C08}" type="pres">
      <dgm:prSet presAssocID="{789BB7F5-B7CF-4FDA-8B1D-7ED339840F7A}" presName="sibTrans" presStyleLbl="sibTrans2D1" presStyleIdx="6" presStyleCnt="8"/>
      <dgm:spPr/>
    </dgm:pt>
    <dgm:pt modelId="{5F6E0688-7073-4496-8AD7-1FED22E81771}" type="pres">
      <dgm:prSet presAssocID="{789BB7F5-B7CF-4FDA-8B1D-7ED339840F7A}" presName="connectorText" presStyleLbl="sibTrans2D1" presStyleIdx="6" presStyleCnt="8"/>
      <dgm:spPr/>
    </dgm:pt>
    <dgm:pt modelId="{0BCD4322-3D00-4B0F-B247-E2F3D69804BC}" type="pres">
      <dgm:prSet presAssocID="{000D9BFF-2FB5-4946-B88C-0824BDB84F2B}" presName="node" presStyleLbl="node1" presStyleIdx="7" presStyleCnt="8" custRadScaleRad="99126" custRadScaleInc="2651">
        <dgm:presLayoutVars>
          <dgm:bulletEnabled val="1"/>
        </dgm:presLayoutVars>
      </dgm:prSet>
      <dgm:spPr/>
    </dgm:pt>
    <dgm:pt modelId="{315666E4-D604-4B68-BABD-CB75609091A1}" type="pres">
      <dgm:prSet presAssocID="{40E87195-2157-49C9-9489-8CD35C1F4DDF}" presName="sibTrans" presStyleLbl="sibTrans2D1" presStyleIdx="7" presStyleCnt="8"/>
      <dgm:spPr/>
    </dgm:pt>
    <dgm:pt modelId="{8DA36061-2773-445B-99FA-37932372FB10}" type="pres">
      <dgm:prSet presAssocID="{40E87195-2157-49C9-9489-8CD35C1F4DDF}" presName="connectorText" presStyleLbl="sibTrans2D1" presStyleIdx="7" presStyleCnt="8"/>
      <dgm:spPr/>
    </dgm:pt>
  </dgm:ptLst>
  <dgm:cxnLst>
    <dgm:cxn modelId="{EA8FD102-CBB0-4A68-A7AA-FEE41028F452}" type="presOf" srcId="{1ABA2B98-FF35-4E0E-9736-C9D45242A2AD}" destId="{B450A715-FA4B-4EB0-92AC-2D625DFBCE0D}" srcOrd="0" destOrd="0" presId="urn:microsoft.com/office/officeart/2005/8/layout/cycle2"/>
    <dgm:cxn modelId="{4947D402-94F2-40A5-8E91-01669C8BBC24}" type="presOf" srcId="{4B461DA2-9381-40C4-9FFE-8A4219056576}" destId="{8574930B-BD5F-440C-9448-BED77C4B1A0A}" srcOrd="1" destOrd="0" presId="urn:microsoft.com/office/officeart/2005/8/layout/cycle2"/>
    <dgm:cxn modelId="{F1604D09-7035-4E5A-BCF1-F2855F757BE1}" type="presOf" srcId="{3F54CE9F-7CAC-4A59-B171-58292F2C2226}" destId="{5AC06EA3-1487-4878-8E60-73BC78C506B2}" srcOrd="0" destOrd="0" presId="urn:microsoft.com/office/officeart/2005/8/layout/cycle2"/>
    <dgm:cxn modelId="{DA4DCC0A-34F1-41CC-841E-9CF2488D90C9}" type="presOf" srcId="{05C3D9DE-9DA9-4370-B99E-C57B24EFBFBC}" destId="{4886F224-0834-4F06-9A78-FD2F2BCFA2DC}" srcOrd="1" destOrd="0" presId="urn:microsoft.com/office/officeart/2005/8/layout/cycle2"/>
    <dgm:cxn modelId="{0398B813-9AD2-4B60-AB76-E66C4E9E0972}" type="presOf" srcId="{000D9BFF-2FB5-4946-B88C-0824BDB84F2B}" destId="{0BCD4322-3D00-4B0F-B247-E2F3D69804BC}" srcOrd="0" destOrd="0" presId="urn:microsoft.com/office/officeart/2005/8/layout/cycle2"/>
    <dgm:cxn modelId="{1B841621-57A5-4379-8E62-E096F774706C}" srcId="{6631E0A1-A182-4A4C-92D8-28D197EE148E}" destId="{0F6F5DF9-E58F-4794-9B1B-32DC31867727}" srcOrd="5" destOrd="0" parTransId="{50B5F6BF-4C16-4E87-863F-E846E6B043EB}" sibTransId="{05C3D9DE-9DA9-4370-B99E-C57B24EFBFBC}"/>
    <dgm:cxn modelId="{4DAABE21-19CD-46C0-A8A5-557107E41E9F}" type="presOf" srcId="{E3507BB8-F812-450E-B34B-F8F1B45E4A2F}" destId="{7F4E22F4-4541-4313-9429-8652381E2430}" srcOrd="0" destOrd="0" presId="urn:microsoft.com/office/officeart/2005/8/layout/cycle2"/>
    <dgm:cxn modelId="{E8F80E24-4FFE-4556-8E28-4646B78F0B3C}" type="presOf" srcId="{03499D24-691A-4B6D-99CE-01C65C9CD44E}" destId="{461F6849-4FCE-49EE-9AB8-2EA110D7E1CF}" srcOrd="0" destOrd="0" presId="urn:microsoft.com/office/officeart/2005/8/layout/cycle2"/>
    <dgm:cxn modelId="{6AB6BD26-01F2-40F5-85F3-10FDF17F2B98}" srcId="{6631E0A1-A182-4A4C-92D8-28D197EE148E}" destId="{C52E2859-30ED-4BC2-BC61-EF6B50EDD3FF}" srcOrd="6" destOrd="0" parTransId="{CBE65E9E-5205-4A27-9862-35581C6FB5AE}" sibTransId="{789BB7F5-B7CF-4FDA-8B1D-7ED339840F7A}"/>
    <dgm:cxn modelId="{BBD06D29-8943-45F5-BC01-08892DE629FC}" type="presOf" srcId="{EAFD7254-0AE1-425F-9354-786EB5D192FD}" destId="{600CEE48-9058-48EC-A7B5-F5E02AB79E7E}" srcOrd="0" destOrd="0" presId="urn:microsoft.com/office/officeart/2005/8/layout/cycle2"/>
    <dgm:cxn modelId="{7FCB8030-12EA-416C-A314-0ED2EDD17E67}" type="presOf" srcId="{40E87195-2157-49C9-9489-8CD35C1F4DDF}" destId="{8DA36061-2773-445B-99FA-37932372FB10}" srcOrd="1" destOrd="0" presId="urn:microsoft.com/office/officeart/2005/8/layout/cycle2"/>
    <dgm:cxn modelId="{DEA98A39-1D0F-417A-9D60-41C540D8AB95}" srcId="{6631E0A1-A182-4A4C-92D8-28D197EE148E}" destId="{90C7FF67-C3DF-4EB4-9CE8-4E75690D2F65}" srcOrd="3" destOrd="0" parTransId="{BC71018D-6EED-428C-94F0-F7025D06747A}" sibTransId="{77A882BC-9F8B-4009-B34E-D11B4FC92D47}"/>
    <dgm:cxn modelId="{945FEA5E-0F44-40B9-80FB-2C19C3E4C6D8}" type="presOf" srcId="{05C3D9DE-9DA9-4370-B99E-C57B24EFBFBC}" destId="{0226906C-6F8A-490E-827A-2C59B35F2BD9}" srcOrd="0" destOrd="0" presId="urn:microsoft.com/office/officeart/2005/8/layout/cycle2"/>
    <dgm:cxn modelId="{244F0D5F-4DD9-4AEF-AD91-30D17129584E}" srcId="{6631E0A1-A182-4A4C-92D8-28D197EE148E}" destId="{EAFD7254-0AE1-425F-9354-786EB5D192FD}" srcOrd="0" destOrd="0" parTransId="{A2F5E0A8-0F58-4D23-9F51-DA2750A4AEA8}" sibTransId="{1ABA2B98-FF35-4E0E-9736-C9D45242A2AD}"/>
    <dgm:cxn modelId="{508C6742-CC8B-47B0-99B4-7EEC51635839}" type="presOf" srcId="{90C7FF67-C3DF-4EB4-9CE8-4E75690D2F65}" destId="{4253F2A0-3C4D-41E0-8F8F-602B835DE00E}" srcOrd="0" destOrd="0" presId="urn:microsoft.com/office/officeart/2005/8/layout/cycle2"/>
    <dgm:cxn modelId="{CB869846-2D98-4E55-82C0-186E83EE5ECB}" type="presOf" srcId="{77A882BC-9F8B-4009-B34E-D11B4FC92D47}" destId="{E2C0DE48-FB2E-4902-9CD5-E59A1930510A}" srcOrd="1" destOrd="0" presId="urn:microsoft.com/office/officeart/2005/8/layout/cycle2"/>
    <dgm:cxn modelId="{DD470D48-CE63-4AA1-9ADD-E001D27B77DC}" type="presOf" srcId="{4B461DA2-9381-40C4-9FFE-8A4219056576}" destId="{B6E0A313-4639-426A-B195-1175A3144FF9}" srcOrd="0" destOrd="0" presId="urn:microsoft.com/office/officeart/2005/8/layout/cycle2"/>
    <dgm:cxn modelId="{6758EF48-0C05-4A3E-8A13-08A021886BDA}" srcId="{6631E0A1-A182-4A4C-92D8-28D197EE148E}" destId="{000D9BFF-2FB5-4946-B88C-0824BDB84F2B}" srcOrd="7" destOrd="0" parTransId="{495C43FE-9022-4B30-89F1-18F9BB473E8D}" sibTransId="{40E87195-2157-49C9-9489-8CD35C1F4DDF}"/>
    <dgm:cxn modelId="{0507866A-4871-47BD-ABE7-D4C98D7877A5}" type="presOf" srcId="{FD4E5AE3-E399-4636-8AA5-47D859CCE7EC}" destId="{94F15D60-A6E8-448C-AB5D-AA4FE65A1EE0}" srcOrd="0" destOrd="0" presId="urn:microsoft.com/office/officeart/2005/8/layout/cycle2"/>
    <dgm:cxn modelId="{0DFE8352-0EF0-4D2D-9705-E297387B1E4B}" srcId="{6631E0A1-A182-4A4C-92D8-28D197EE148E}" destId="{E3507BB8-F812-450E-B34B-F8F1B45E4A2F}" srcOrd="2" destOrd="0" parTransId="{71D20085-390C-4C80-A5B2-194E99575D34}" sibTransId="{24FBD762-40CB-401B-8C73-6B569C0912DA}"/>
    <dgm:cxn modelId="{5D66E259-42F9-487C-839E-93681D2D80F2}" type="presOf" srcId="{0F6F5DF9-E58F-4794-9B1B-32DC31867727}" destId="{94FA9188-7ACD-46A3-9671-54526483B058}" srcOrd="0" destOrd="0" presId="urn:microsoft.com/office/officeart/2005/8/layout/cycle2"/>
    <dgm:cxn modelId="{91775688-CC91-438C-A8E1-EB5F0BD9B0C7}" type="presOf" srcId="{789BB7F5-B7CF-4FDA-8B1D-7ED339840F7A}" destId="{5F6E0688-7073-4496-8AD7-1FED22E81771}" srcOrd="1" destOrd="0" presId="urn:microsoft.com/office/officeart/2005/8/layout/cycle2"/>
    <dgm:cxn modelId="{6A7E3B90-5F35-4570-8DD9-40BFB0BDB979}" type="presOf" srcId="{24FBD762-40CB-401B-8C73-6B569C0912DA}" destId="{5E147015-B94C-4CBB-B758-E6ACF0E35DE6}" srcOrd="1" destOrd="0" presId="urn:microsoft.com/office/officeart/2005/8/layout/cycle2"/>
    <dgm:cxn modelId="{CE68C291-5BE4-4B92-A50E-14D7E42A309F}" type="presOf" srcId="{1ABA2B98-FF35-4E0E-9736-C9D45242A2AD}" destId="{458D70DC-6427-4EA8-81AD-D1184B8421A4}" srcOrd="1" destOrd="0" presId="urn:microsoft.com/office/officeart/2005/8/layout/cycle2"/>
    <dgm:cxn modelId="{08D95E9B-7BF0-4ADF-8B69-E61D50C2EA24}" type="presOf" srcId="{40E87195-2157-49C9-9489-8CD35C1F4DDF}" destId="{315666E4-D604-4B68-BABD-CB75609091A1}" srcOrd="0" destOrd="0" presId="urn:microsoft.com/office/officeart/2005/8/layout/cycle2"/>
    <dgm:cxn modelId="{7A11F6A2-255D-4B6C-9DBD-842147AEBE7B}" type="presOf" srcId="{24FBD762-40CB-401B-8C73-6B569C0912DA}" destId="{930C1C10-B7D9-4063-97DF-451520631F5C}" srcOrd="0" destOrd="0" presId="urn:microsoft.com/office/officeart/2005/8/layout/cycle2"/>
    <dgm:cxn modelId="{C926EEA9-46F4-45A3-9FAA-8D9AAFE30C60}" type="presOf" srcId="{6631E0A1-A182-4A4C-92D8-28D197EE148E}" destId="{C02C60C1-06FC-4F49-A68C-5F3C490AAB5C}" srcOrd="0" destOrd="0" presId="urn:microsoft.com/office/officeart/2005/8/layout/cycle2"/>
    <dgm:cxn modelId="{ABB1DAB7-8872-4B1E-A393-B44A763B3D0C}" type="presOf" srcId="{789BB7F5-B7CF-4FDA-8B1D-7ED339840F7A}" destId="{BEDB3ACA-9105-4436-A6A8-D353E9A71C08}" srcOrd="0" destOrd="0" presId="urn:microsoft.com/office/officeart/2005/8/layout/cycle2"/>
    <dgm:cxn modelId="{B31BF4BB-FC79-47FF-BF99-7A0E4978E333}" type="presOf" srcId="{03499D24-691A-4B6D-99CE-01C65C9CD44E}" destId="{C6172BA1-E4A3-4B80-8442-5E4D51311285}" srcOrd="1" destOrd="0" presId="urn:microsoft.com/office/officeart/2005/8/layout/cycle2"/>
    <dgm:cxn modelId="{49DCACC8-7CBF-465C-9D46-20C7A39BFE96}" type="presOf" srcId="{C52E2859-30ED-4BC2-BC61-EF6B50EDD3FF}" destId="{D179AB51-579D-48F7-90A3-A3BCDCE0574A}" srcOrd="0" destOrd="0" presId="urn:microsoft.com/office/officeart/2005/8/layout/cycle2"/>
    <dgm:cxn modelId="{A30018FA-5C04-419E-82A2-DFB604FFB212}" type="presOf" srcId="{77A882BC-9F8B-4009-B34E-D11B4FC92D47}" destId="{F8AF0E23-F4AB-4B22-93A2-64EDDCAF3E7E}" srcOrd="0" destOrd="0" presId="urn:microsoft.com/office/officeart/2005/8/layout/cycle2"/>
    <dgm:cxn modelId="{3C0BF9FA-DD49-47FA-9F4D-AE41A7A2DBD3}" srcId="{6631E0A1-A182-4A4C-92D8-28D197EE148E}" destId="{FD4E5AE3-E399-4636-8AA5-47D859CCE7EC}" srcOrd="1" destOrd="0" parTransId="{907E5737-4B4C-4897-B831-0F7428466F8E}" sibTransId="{4B461DA2-9381-40C4-9FFE-8A4219056576}"/>
    <dgm:cxn modelId="{0CD859FE-9AFE-4FD7-88E4-9A3DF8E8020D}" srcId="{6631E0A1-A182-4A4C-92D8-28D197EE148E}" destId="{3F54CE9F-7CAC-4A59-B171-58292F2C2226}" srcOrd="4" destOrd="0" parTransId="{51DAD242-CE84-4F90-9834-1F6227ABD20D}" sibTransId="{03499D24-691A-4B6D-99CE-01C65C9CD44E}"/>
    <dgm:cxn modelId="{8610AC01-F21E-422A-BFF1-8F1A734E0642}" type="presParOf" srcId="{C02C60C1-06FC-4F49-A68C-5F3C490AAB5C}" destId="{600CEE48-9058-48EC-A7B5-F5E02AB79E7E}" srcOrd="0" destOrd="0" presId="urn:microsoft.com/office/officeart/2005/8/layout/cycle2"/>
    <dgm:cxn modelId="{B6A621FB-5A8E-46FA-8A4C-77A93D11EFDA}" type="presParOf" srcId="{C02C60C1-06FC-4F49-A68C-5F3C490AAB5C}" destId="{B450A715-FA4B-4EB0-92AC-2D625DFBCE0D}" srcOrd="1" destOrd="0" presId="urn:microsoft.com/office/officeart/2005/8/layout/cycle2"/>
    <dgm:cxn modelId="{2FF4E1F4-B199-470B-9562-A1B2A5105CFD}" type="presParOf" srcId="{B450A715-FA4B-4EB0-92AC-2D625DFBCE0D}" destId="{458D70DC-6427-4EA8-81AD-D1184B8421A4}" srcOrd="0" destOrd="0" presId="urn:microsoft.com/office/officeart/2005/8/layout/cycle2"/>
    <dgm:cxn modelId="{CE723E8E-2BB9-4F8F-AC68-5D0D0AA629D3}" type="presParOf" srcId="{C02C60C1-06FC-4F49-A68C-5F3C490AAB5C}" destId="{94F15D60-A6E8-448C-AB5D-AA4FE65A1EE0}" srcOrd="2" destOrd="0" presId="urn:microsoft.com/office/officeart/2005/8/layout/cycle2"/>
    <dgm:cxn modelId="{45AEDBD8-3C1C-4F6B-8388-291610EF7644}" type="presParOf" srcId="{C02C60C1-06FC-4F49-A68C-5F3C490AAB5C}" destId="{B6E0A313-4639-426A-B195-1175A3144FF9}" srcOrd="3" destOrd="0" presId="urn:microsoft.com/office/officeart/2005/8/layout/cycle2"/>
    <dgm:cxn modelId="{A6E320DD-3AD0-46CB-9E1C-6AC2C720B8E7}" type="presParOf" srcId="{B6E0A313-4639-426A-B195-1175A3144FF9}" destId="{8574930B-BD5F-440C-9448-BED77C4B1A0A}" srcOrd="0" destOrd="0" presId="urn:microsoft.com/office/officeart/2005/8/layout/cycle2"/>
    <dgm:cxn modelId="{C30A5594-23C1-4E6D-AE96-C6327A4C1C8C}" type="presParOf" srcId="{C02C60C1-06FC-4F49-A68C-5F3C490AAB5C}" destId="{7F4E22F4-4541-4313-9429-8652381E2430}" srcOrd="4" destOrd="0" presId="urn:microsoft.com/office/officeart/2005/8/layout/cycle2"/>
    <dgm:cxn modelId="{FB5ED763-F74B-4631-BAF3-3B38174A80EA}" type="presParOf" srcId="{C02C60C1-06FC-4F49-A68C-5F3C490AAB5C}" destId="{930C1C10-B7D9-4063-97DF-451520631F5C}" srcOrd="5" destOrd="0" presId="urn:microsoft.com/office/officeart/2005/8/layout/cycle2"/>
    <dgm:cxn modelId="{EB52C456-7614-45F7-A624-722F66B6D66E}" type="presParOf" srcId="{930C1C10-B7D9-4063-97DF-451520631F5C}" destId="{5E147015-B94C-4CBB-B758-E6ACF0E35DE6}" srcOrd="0" destOrd="0" presId="urn:microsoft.com/office/officeart/2005/8/layout/cycle2"/>
    <dgm:cxn modelId="{611175BB-C2AC-42E3-8267-B308CC6C5FE5}" type="presParOf" srcId="{C02C60C1-06FC-4F49-A68C-5F3C490AAB5C}" destId="{4253F2A0-3C4D-41E0-8F8F-602B835DE00E}" srcOrd="6" destOrd="0" presId="urn:microsoft.com/office/officeart/2005/8/layout/cycle2"/>
    <dgm:cxn modelId="{F282FA50-D5C8-4412-B3C0-608A6A1AE34B}" type="presParOf" srcId="{C02C60C1-06FC-4F49-A68C-5F3C490AAB5C}" destId="{F8AF0E23-F4AB-4B22-93A2-64EDDCAF3E7E}" srcOrd="7" destOrd="0" presId="urn:microsoft.com/office/officeart/2005/8/layout/cycle2"/>
    <dgm:cxn modelId="{11CA3BFA-E467-4463-8D55-E04B500BFB2A}" type="presParOf" srcId="{F8AF0E23-F4AB-4B22-93A2-64EDDCAF3E7E}" destId="{E2C0DE48-FB2E-4902-9CD5-E59A1930510A}" srcOrd="0" destOrd="0" presId="urn:microsoft.com/office/officeart/2005/8/layout/cycle2"/>
    <dgm:cxn modelId="{EB2223BF-F18E-49A8-99D8-EC5C536F68E2}" type="presParOf" srcId="{C02C60C1-06FC-4F49-A68C-5F3C490AAB5C}" destId="{5AC06EA3-1487-4878-8E60-73BC78C506B2}" srcOrd="8" destOrd="0" presId="urn:microsoft.com/office/officeart/2005/8/layout/cycle2"/>
    <dgm:cxn modelId="{3E7ADA27-F032-4388-9630-829EE271CBA0}" type="presParOf" srcId="{C02C60C1-06FC-4F49-A68C-5F3C490AAB5C}" destId="{461F6849-4FCE-49EE-9AB8-2EA110D7E1CF}" srcOrd="9" destOrd="0" presId="urn:microsoft.com/office/officeart/2005/8/layout/cycle2"/>
    <dgm:cxn modelId="{CD9AFFF8-84F1-4581-AA6E-3BA0123D5404}" type="presParOf" srcId="{461F6849-4FCE-49EE-9AB8-2EA110D7E1CF}" destId="{C6172BA1-E4A3-4B80-8442-5E4D51311285}" srcOrd="0" destOrd="0" presId="urn:microsoft.com/office/officeart/2005/8/layout/cycle2"/>
    <dgm:cxn modelId="{579431A7-83DC-4D6A-9F02-E6AC17B3CB8F}" type="presParOf" srcId="{C02C60C1-06FC-4F49-A68C-5F3C490AAB5C}" destId="{94FA9188-7ACD-46A3-9671-54526483B058}" srcOrd="10" destOrd="0" presId="urn:microsoft.com/office/officeart/2005/8/layout/cycle2"/>
    <dgm:cxn modelId="{FA24FA2F-C5BD-4633-A818-2BA4AB45A037}" type="presParOf" srcId="{C02C60C1-06FC-4F49-A68C-5F3C490AAB5C}" destId="{0226906C-6F8A-490E-827A-2C59B35F2BD9}" srcOrd="11" destOrd="0" presId="urn:microsoft.com/office/officeart/2005/8/layout/cycle2"/>
    <dgm:cxn modelId="{E5445457-4FA6-4F21-AA27-DB815DF22D99}" type="presParOf" srcId="{0226906C-6F8A-490E-827A-2C59B35F2BD9}" destId="{4886F224-0834-4F06-9A78-FD2F2BCFA2DC}" srcOrd="0" destOrd="0" presId="urn:microsoft.com/office/officeart/2005/8/layout/cycle2"/>
    <dgm:cxn modelId="{0CC77333-39C0-487A-8F44-932655E34354}" type="presParOf" srcId="{C02C60C1-06FC-4F49-A68C-5F3C490AAB5C}" destId="{D179AB51-579D-48F7-90A3-A3BCDCE0574A}" srcOrd="12" destOrd="0" presId="urn:microsoft.com/office/officeart/2005/8/layout/cycle2"/>
    <dgm:cxn modelId="{00A3CA4F-2713-454A-8664-7E401153F817}" type="presParOf" srcId="{C02C60C1-06FC-4F49-A68C-5F3C490AAB5C}" destId="{BEDB3ACA-9105-4436-A6A8-D353E9A71C08}" srcOrd="13" destOrd="0" presId="urn:microsoft.com/office/officeart/2005/8/layout/cycle2"/>
    <dgm:cxn modelId="{FD85D521-92DB-4CC1-A83F-09178710AE9D}" type="presParOf" srcId="{BEDB3ACA-9105-4436-A6A8-D353E9A71C08}" destId="{5F6E0688-7073-4496-8AD7-1FED22E81771}" srcOrd="0" destOrd="0" presId="urn:microsoft.com/office/officeart/2005/8/layout/cycle2"/>
    <dgm:cxn modelId="{39EFED2D-4353-487F-9988-5174E401CCE7}" type="presParOf" srcId="{C02C60C1-06FC-4F49-A68C-5F3C490AAB5C}" destId="{0BCD4322-3D00-4B0F-B247-E2F3D69804BC}" srcOrd="14" destOrd="0" presId="urn:microsoft.com/office/officeart/2005/8/layout/cycle2"/>
    <dgm:cxn modelId="{84B6C088-ED85-4323-A7E6-D4F722E2FEA9}" type="presParOf" srcId="{C02C60C1-06FC-4F49-A68C-5F3C490AAB5C}" destId="{315666E4-D604-4B68-BABD-CB75609091A1}" srcOrd="15" destOrd="0" presId="urn:microsoft.com/office/officeart/2005/8/layout/cycle2"/>
    <dgm:cxn modelId="{CFD06536-0C95-4E60-9449-411FC14A3FD2}" type="presParOf" srcId="{315666E4-D604-4B68-BABD-CB75609091A1}" destId="{8DA36061-2773-445B-99FA-37932372FB10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631E0A1-A182-4A4C-92D8-28D197EE148E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cs-CZ"/>
        </a:p>
      </dgm:t>
    </dgm:pt>
    <dgm:pt modelId="{EAFD7254-0AE1-425F-9354-786EB5D192FD}">
      <dgm:prSet phldrT="[Text]"/>
      <dgm:spPr>
        <a:solidFill>
          <a:srgbClr val="FFFF00"/>
        </a:solidFill>
        <a:ln>
          <a:solidFill>
            <a:schemeClr val="tx1"/>
          </a:solidFill>
        </a:ln>
      </dgm:spPr>
      <dgm:t>
        <a:bodyPr/>
        <a:lstStyle/>
        <a:p>
          <a:r>
            <a:rPr lang="cs-CZ" b="1" dirty="0">
              <a:solidFill>
                <a:schemeClr val="tx1"/>
              </a:solidFill>
              <a:latin typeface="Consolas" panose="020B0609020204030204" pitchFamily="49" charset="0"/>
            </a:rPr>
            <a:t>000</a:t>
          </a:r>
        </a:p>
      </dgm:t>
    </dgm:pt>
    <dgm:pt modelId="{A2F5E0A8-0F58-4D23-9F51-DA2750A4AEA8}" type="parTrans" cxnId="{244F0D5F-4DD9-4AEF-AD91-30D17129584E}">
      <dgm:prSet/>
      <dgm:spPr/>
      <dgm:t>
        <a:bodyPr/>
        <a:lstStyle/>
        <a:p>
          <a:endParaRPr lang="cs-CZ">
            <a:latin typeface="Consolas" panose="020B0609020204030204" pitchFamily="49" charset="0"/>
          </a:endParaRPr>
        </a:p>
      </dgm:t>
    </dgm:pt>
    <dgm:pt modelId="{1ABA2B98-FF35-4E0E-9736-C9D45242A2AD}" type="sibTrans" cxnId="{244F0D5F-4DD9-4AEF-AD91-30D17129584E}">
      <dgm:prSet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endParaRPr lang="cs-CZ">
            <a:latin typeface="Consolas" panose="020B0609020204030204" pitchFamily="49" charset="0"/>
          </a:endParaRPr>
        </a:p>
      </dgm:t>
    </dgm:pt>
    <dgm:pt modelId="{FD4E5AE3-E399-4636-8AA5-47D859CCE7EC}">
      <dgm:prSet phldrT="[Text]"/>
      <dgm:spPr>
        <a:solidFill>
          <a:srgbClr val="FFFF00"/>
        </a:solidFill>
        <a:ln>
          <a:solidFill>
            <a:schemeClr val="tx1"/>
          </a:solidFill>
        </a:ln>
      </dgm:spPr>
      <dgm:t>
        <a:bodyPr/>
        <a:lstStyle/>
        <a:p>
          <a:r>
            <a:rPr lang="cs-CZ" b="1" dirty="0">
              <a:solidFill>
                <a:schemeClr val="tx1"/>
              </a:solidFill>
              <a:latin typeface="Consolas" panose="020B0609020204030204" pitchFamily="49" charset="0"/>
            </a:rPr>
            <a:t>001</a:t>
          </a:r>
        </a:p>
      </dgm:t>
    </dgm:pt>
    <dgm:pt modelId="{907E5737-4B4C-4897-B831-0F7428466F8E}" type="parTrans" cxnId="{3C0BF9FA-DD49-47FA-9F4D-AE41A7A2DBD3}">
      <dgm:prSet/>
      <dgm:spPr/>
      <dgm:t>
        <a:bodyPr/>
        <a:lstStyle/>
        <a:p>
          <a:endParaRPr lang="cs-CZ">
            <a:latin typeface="Consolas" panose="020B0609020204030204" pitchFamily="49" charset="0"/>
          </a:endParaRPr>
        </a:p>
      </dgm:t>
    </dgm:pt>
    <dgm:pt modelId="{4B461DA2-9381-40C4-9FFE-8A4219056576}" type="sibTrans" cxnId="{3C0BF9FA-DD49-47FA-9F4D-AE41A7A2DBD3}">
      <dgm:prSet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endParaRPr lang="cs-CZ">
            <a:latin typeface="Consolas" panose="020B0609020204030204" pitchFamily="49" charset="0"/>
          </a:endParaRPr>
        </a:p>
      </dgm:t>
    </dgm:pt>
    <dgm:pt modelId="{E3507BB8-F812-450E-B34B-F8F1B45E4A2F}">
      <dgm:prSet phldrT="[Text]"/>
      <dgm:spPr>
        <a:solidFill>
          <a:srgbClr val="FFFF00"/>
        </a:solidFill>
        <a:ln>
          <a:solidFill>
            <a:schemeClr val="tx1"/>
          </a:solidFill>
        </a:ln>
      </dgm:spPr>
      <dgm:t>
        <a:bodyPr/>
        <a:lstStyle/>
        <a:p>
          <a:r>
            <a:rPr lang="cs-CZ" b="1" dirty="0">
              <a:solidFill>
                <a:schemeClr val="tx1"/>
              </a:solidFill>
              <a:latin typeface="Consolas" panose="020B0609020204030204" pitchFamily="49" charset="0"/>
            </a:rPr>
            <a:t>010</a:t>
          </a:r>
        </a:p>
      </dgm:t>
    </dgm:pt>
    <dgm:pt modelId="{71D20085-390C-4C80-A5B2-194E99575D34}" type="parTrans" cxnId="{0DFE8352-0EF0-4D2D-9705-E297387B1E4B}">
      <dgm:prSet/>
      <dgm:spPr/>
      <dgm:t>
        <a:bodyPr/>
        <a:lstStyle/>
        <a:p>
          <a:endParaRPr lang="cs-CZ">
            <a:latin typeface="Consolas" panose="020B0609020204030204" pitchFamily="49" charset="0"/>
          </a:endParaRPr>
        </a:p>
      </dgm:t>
    </dgm:pt>
    <dgm:pt modelId="{24FBD762-40CB-401B-8C73-6B569C0912DA}" type="sibTrans" cxnId="{0DFE8352-0EF0-4D2D-9705-E297387B1E4B}">
      <dgm:prSet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endParaRPr lang="cs-CZ">
            <a:latin typeface="Consolas" panose="020B0609020204030204" pitchFamily="49" charset="0"/>
          </a:endParaRPr>
        </a:p>
      </dgm:t>
    </dgm:pt>
    <dgm:pt modelId="{90C7FF67-C3DF-4EB4-9CE8-4E75690D2F65}">
      <dgm:prSet phldrT="[Text]"/>
      <dgm:spPr>
        <a:solidFill>
          <a:srgbClr val="FFFF00"/>
        </a:solidFill>
        <a:ln>
          <a:solidFill>
            <a:schemeClr val="tx1"/>
          </a:solidFill>
        </a:ln>
      </dgm:spPr>
      <dgm:t>
        <a:bodyPr/>
        <a:lstStyle/>
        <a:p>
          <a:r>
            <a:rPr lang="cs-CZ" b="1" dirty="0">
              <a:solidFill>
                <a:schemeClr val="tx1"/>
              </a:solidFill>
              <a:latin typeface="Consolas" panose="020B0609020204030204" pitchFamily="49" charset="0"/>
            </a:rPr>
            <a:t>011</a:t>
          </a:r>
        </a:p>
      </dgm:t>
    </dgm:pt>
    <dgm:pt modelId="{BC71018D-6EED-428C-94F0-F7025D06747A}" type="parTrans" cxnId="{DEA98A39-1D0F-417A-9D60-41C540D8AB95}">
      <dgm:prSet/>
      <dgm:spPr/>
      <dgm:t>
        <a:bodyPr/>
        <a:lstStyle/>
        <a:p>
          <a:endParaRPr lang="cs-CZ">
            <a:latin typeface="Consolas" panose="020B0609020204030204" pitchFamily="49" charset="0"/>
          </a:endParaRPr>
        </a:p>
      </dgm:t>
    </dgm:pt>
    <dgm:pt modelId="{77A882BC-9F8B-4009-B34E-D11B4FC92D47}" type="sibTrans" cxnId="{DEA98A39-1D0F-417A-9D60-41C540D8AB95}">
      <dgm:prSet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endParaRPr lang="cs-CZ">
            <a:latin typeface="Consolas" panose="020B0609020204030204" pitchFamily="49" charset="0"/>
          </a:endParaRPr>
        </a:p>
      </dgm:t>
    </dgm:pt>
    <dgm:pt modelId="{3F54CE9F-7CAC-4A59-B171-58292F2C2226}">
      <dgm:prSet phldrT="[Text]"/>
      <dgm:spPr>
        <a:solidFill>
          <a:srgbClr val="FFFF00"/>
        </a:solidFill>
        <a:ln>
          <a:solidFill>
            <a:schemeClr val="tx1"/>
          </a:solidFill>
        </a:ln>
      </dgm:spPr>
      <dgm:t>
        <a:bodyPr/>
        <a:lstStyle/>
        <a:p>
          <a:r>
            <a:rPr lang="cs-CZ" b="1" dirty="0">
              <a:solidFill>
                <a:schemeClr val="tx1"/>
              </a:solidFill>
              <a:latin typeface="Consolas" panose="020B0609020204030204" pitchFamily="49" charset="0"/>
            </a:rPr>
            <a:t>100</a:t>
          </a:r>
        </a:p>
      </dgm:t>
    </dgm:pt>
    <dgm:pt modelId="{51DAD242-CE84-4F90-9834-1F6227ABD20D}" type="parTrans" cxnId="{0CD859FE-9AFE-4FD7-88E4-9A3DF8E8020D}">
      <dgm:prSet/>
      <dgm:spPr/>
      <dgm:t>
        <a:bodyPr/>
        <a:lstStyle/>
        <a:p>
          <a:endParaRPr lang="cs-CZ">
            <a:latin typeface="Consolas" panose="020B0609020204030204" pitchFamily="49" charset="0"/>
          </a:endParaRPr>
        </a:p>
      </dgm:t>
    </dgm:pt>
    <dgm:pt modelId="{03499D24-691A-4B6D-99CE-01C65C9CD44E}" type="sibTrans" cxnId="{0CD859FE-9AFE-4FD7-88E4-9A3DF8E8020D}">
      <dgm:prSet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endParaRPr lang="cs-CZ">
            <a:latin typeface="Consolas" panose="020B0609020204030204" pitchFamily="49" charset="0"/>
          </a:endParaRPr>
        </a:p>
      </dgm:t>
    </dgm:pt>
    <dgm:pt modelId="{0F6F5DF9-E58F-4794-9B1B-32DC31867727}">
      <dgm:prSet phldrT="[Text]"/>
      <dgm:spPr>
        <a:solidFill>
          <a:srgbClr val="FFFF00"/>
        </a:solidFill>
        <a:ln>
          <a:solidFill>
            <a:schemeClr val="tx1"/>
          </a:solidFill>
        </a:ln>
      </dgm:spPr>
      <dgm:t>
        <a:bodyPr/>
        <a:lstStyle/>
        <a:p>
          <a:r>
            <a:rPr lang="cs-CZ" b="1" dirty="0">
              <a:solidFill>
                <a:schemeClr val="tx1"/>
              </a:solidFill>
              <a:latin typeface="Consolas" panose="020B0609020204030204" pitchFamily="49" charset="0"/>
            </a:rPr>
            <a:t>101</a:t>
          </a:r>
        </a:p>
      </dgm:t>
    </dgm:pt>
    <dgm:pt modelId="{50B5F6BF-4C16-4E87-863F-E846E6B043EB}" type="parTrans" cxnId="{1B841621-57A5-4379-8E62-E096F774706C}">
      <dgm:prSet/>
      <dgm:spPr/>
      <dgm:t>
        <a:bodyPr/>
        <a:lstStyle/>
        <a:p>
          <a:endParaRPr lang="cs-CZ">
            <a:latin typeface="Consolas" panose="020B0609020204030204" pitchFamily="49" charset="0"/>
          </a:endParaRPr>
        </a:p>
      </dgm:t>
    </dgm:pt>
    <dgm:pt modelId="{05C3D9DE-9DA9-4370-B99E-C57B24EFBFBC}" type="sibTrans" cxnId="{1B841621-57A5-4379-8E62-E096F774706C}">
      <dgm:prSet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endParaRPr lang="cs-CZ">
            <a:latin typeface="Consolas" panose="020B0609020204030204" pitchFamily="49" charset="0"/>
          </a:endParaRPr>
        </a:p>
      </dgm:t>
    </dgm:pt>
    <dgm:pt modelId="{C9255F8A-05C5-41DA-AAF8-CBB9E836B0F7}">
      <dgm:prSet phldrT="[Text]"/>
      <dgm:spPr>
        <a:solidFill>
          <a:srgbClr val="FFFF00"/>
        </a:solidFill>
        <a:ln>
          <a:solidFill>
            <a:schemeClr val="tx1"/>
          </a:solidFill>
        </a:ln>
      </dgm:spPr>
      <dgm:t>
        <a:bodyPr/>
        <a:lstStyle/>
        <a:p>
          <a:r>
            <a:rPr lang="cs-CZ" b="1" dirty="0">
              <a:solidFill>
                <a:schemeClr val="tx1"/>
              </a:solidFill>
              <a:latin typeface="Consolas" panose="020B0609020204030204" pitchFamily="49" charset="0"/>
            </a:rPr>
            <a:t>110</a:t>
          </a:r>
        </a:p>
      </dgm:t>
    </dgm:pt>
    <dgm:pt modelId="{2A3F2396-141E-49FA-B360-AEAA4E66609B}" type="parTrans" cxnId="{BD5DDB40-EE9F-4E77-87AA-2B88197200AB}">
      <dgm:prSet/>
      <dgm:spPr/>
      <dgm:t>
        <a:bodyPr/>
        <a:lstStyle/>
        <a:p>
          <a:endParaRPr lang="cs-CZ">
            <a:latin typeface="Consolas" panose="020B0609020204030204" pitchFamily="49" charset="0"/>
          </a:endParaRPr>
        </a:p>
      </dgm:t>
    </dgm:pt>
    <dgm:pt modelId="{243CC5F1-65E9-4CBB-955D-292E1A07FB7B}" type="sibTrans" cxnId="{BD5DDB40-EE9F-4E77-87AA-2B88197200AB}">
      <dgm:prSet/>
      <dgm:spPr>
        <a:solidFill>
          <a:schemeClr val="tx1"/>
        </a:solidFill>
      </dgm:spPr>
      <dgm:t>
        <a:bodyPr/>
        <a:lstStyle/>
        <a:p>
          <a:endParaRPr lang="cs-CZ">
            <a:latin typeface="Consolas" panose="020B0609020204030204" pitchFamily="49" charset="0"/>
          </a:endParaRPr>
        </a:p>
      </dgm:t>
    </dgm:pt>
    <dgm:pt modelId="{D61A2587-2DC8-4726-855E-23BA9DDAD18F}">
      <dgm:prSet phldrT="[Text]"/>
      <dgm:spPr>
        <a:solidFill>
          <a:srgbClr val="FFFF00"/>
        </a:solidFill>
        <a:ln>
          <a:solidFill>
            <a:schemeClr val="tx1"/>
          </a:solidFill>
        </a:ln>
      </dgm:spPr>
      <dgm:t>
        <a:bodyPr/>
        <a:lstStyle/>
        <a:p>
          <a:r>
            <a:rPr lang="cs-CZ" b="1" dirty="0">
              <a:solidFill>
                <a:schemeClr val="tx1"/>
              </a:solidFill>
              <a:latin typeface="Consolas" panose="020B0609020204030204" pitchFamily="49" charset="0"/>
            </a:rPr>
            <a:t>111</a:t>
          </a:r>
        </a:p>
      </dgm:t>
    </dgm:pt>
    <dgm:pt modelId="{68855A3A-FFD6-495A-AAAE-B876B2A5283A}" type="parTrans" cxnId="{DCA593B9-8BF3-47DF-BF1C-3AD06166CB4F}">
      <dgm:prSet/>
      <dgm:spPr/>
      <dgm:t>
        <a:bodyPr/>
        <a:lstStyle/>
        <a:p>
          <a:endParaRPr lang="cs-CZ">
            <a:latin typeface="Consolas" panose="020B0609020204030204" pitchFamily="49" charset="0"/>
          </a:endParaRPr>
        </a:p>
      </dgm:t>
    </dgm:pt>
    <dgm:pt modelId="{81EA9FED-0CEB-457C-801A-19C8071F792F}" type="sibTrans" cxnId="{DCA593B9-8BF3-47DF-BF1C-3AD06166CB4F}">
      <dgm:prSet/>
      <dgm:spPr>
        <a:solidFill>
          <a:schemeClr val="tx1"/>
        </a:solidFill>
      </dgm:spPr>
      <dgm:t>
        <a:bodyPr/>
        <a:lstStyle/>
        <a:p>
          <a:endParaRPr lang="cs-CZ">
            <a:latin typeface="Consolas" panose="020B0609020204030204" pitchFamily="49" charset="0"/>
          </a:endParaRPr>
        </a:p>
      </dgm:t>
    </dgm:pt>
    <dgm:pt modelId="{C02C60C1-06FC-4F49-A68C-5F3C490AAB5C}" type="pres">
      <dgm:prSet presAssocID="{6631E0A1-A182-4A4C-92D8-28D197EE148E}" presName="cycle" presStyleCnt="0">
        <dgm:presLayoutVars>
          <dgm:dir/>
          <dgm:resizeHandles val="exact"/>
        </dgm:presLayoutVars>
      </dgm:prSet>
      <dgm:spPr/>
    </dgm:pt>
    <dgm:pt modelId="{600CEE48-9058-48EC-A7B5-F5E02AB79E7E}" type="pres">
      <dgm:prSet presAssocID="{EAFD7254-0AE1-425F-9354-786EB5D192FD}" presName="node" presStyleLbl="node1" presStyleIdx="0" presStyleCnt="8" custRadScaleRad="98776" custRadScaleInc="-150">
        <dgm:presLayoutVars>
          <dgm:bulletEnabled val="1"/>
        </dgm:presLayoutVars>
      </dgm:prSet>
      <dgm:spPr/>
    </dgm:pt>
    <dgm:pt modelId="{B450A715-FA4B-4EB0-92AC-2D625DFBCE0D}" type="pres">
      <dgm:prSet presAssocID="{1ABA2B98-FF35-4E0E-9736-C9D45242A2AD}" presName="sibTrans" presStyleLbl="sibTrans2D1" presStyleIdx="0" presStyleCnt="8" custAng="10800000"/>
      <dgm:spPr/>
    </dgm:pt>
    <dgm:pt modelId="{458D70DC-6427-4EA8-81AD-D1184B8421A4}" type="pres">
      <dgm:prSet presAssocID="{1ABA2B98-FF35-4E0E-9736-C9D45242A2AD}" presName="connectorText" presStyleLbl="sibTrans2D1" presStyleIdx="0" presStyleCnt="8"/>
      <dgm:spPr/>
    </dgm:pt>
    <dgm:pt modelId="{94F15D60-A6E8-448C-AB5D-AA4FE65A1EE0}" type="pres">
      <dgm:prSet presAssocID="{FD4E5AE3-E399-4636-8AA5-47D859CCE7EC}" presName="node" presStyleLbl="node1" presStyleIdx="1" presStyleCnt="8" custRadScaleRad="100259" custRadScaleInc="-4998">
        <dgm:presLayoutVars>
          <dgm:bulletEnabled val="1"/>
        </dgm:presLayoutVars>
      </dgm:prSet>
      <dgm:spPr/>
    </dgm:pt>
    <dgm:pt modelId="{B6E0A313-4639-426A-B195-1175A3144FF9}" type="pres">
      <dgm:prSet presAssocID="{4B461DA2-9381-40C4-9FFE-8A4219056576}" presName="sibTrans" presStyleLbl="sibTrans2D1" presStyleIdx="1" presStyleCnt="8" custAng="10800000"/>
      <dgm:spPr/>
    </dgm:pt>
    <dgm:pt modelId="{8574930B-BD5F-440C-9448-BED77C4B1A0A}" type="pres">
      <dgm:prSet presAssocID="{4B461DA2-9381-40C4-9FFE-8A4219056576}" presName="connectorText" presStyleLbl="sibTrans2D1" presStyleIdx="1" presStyleCnt="8"/>
      <dgm:spPr/>
    </dgm:pt>
    <dgm:pt modelId="{7F4E22F4-4541-4313-9429-8652381E2430}" type="pres">
      <dgm:prSet presAssocID="{E3507BB8-F812-450E-B34B-F8F1B45E4A2F}" presName="node" presStyleLbl="node1" presStyleIdx="2" presStyleCnt="8" custRadScaleRad="99863" custRadScaleInc="-5132">
        <dgm:presLayoutVars>
          <dgm:bulletEnabled val="1"/>
        </dgm:presLayoutVars>
      </dgm:prSet>
      <dgm:spPr/>
    </dgm:pt>
    <dgm:pt modelId="{930C1C10-B7D9-4063-97DF-451520631F5C}" type="pres">
      <dgm:prSet presAssocID="{24FBD762-40CB-401B-8C73-6B569C0912DA}" presName="sibTrans" presStyleLbl="sibTrans2D1" presStyleIdx="2" presStyleCnt="8" custAng="10800000"/>
      <dgm:spPr/>
    </dgm:pt>
    <dgm:pt modelId="{5E147015-B94C-4CBB-B758-E6ACF0E35DE6}" type="pres">
      <dgm:prSet presAssocID="{24FBD762-40CB-401B-8C73-6B569C0912DA}" presName="connectorText" presStyleLbl="sibTrans2D1" presStyleIdx="2" presStyleCnt="8"/>
      <dgm:spPr/>
    </dgm:pt>
    <dgm:pt modelId="{4253F2A0-3C4D-41E0-8F8F-602B835DE00E}" type="pres">
      <dgm:prSet presAssocID="{90C7FF67-C3DF-4EB4-9CE8-4E75690D2F65}" presName="node" presStyleLbl="node1" presStyleIdx="3" presStyleCnt="8" custRadScaleRad="99488" custRadScaleInc="-4481">
        <dgm:presLayoutVars>
          <dgm:bulletEnabled val="1"/>
        </dgm:presLayoutVars>
      </dgm:prSet>
      <dgm:spPr/>
    </dgm:pt>
    <dgm:pt modelId="{F8AF0E23-F4AB-4B22-93A2-64EDDCAF3E7E}" type="pres">
      <dgm:prSet presAssocID="{77A882BC-9F8B-4009-B34E-D11B4FC92D47}" presName="sibTrans" presStyleLbl="sibTrans2D1" presStyleIdx="3" presStyleCnt="8" custAng="10800000"/>
      <dgm:spPr/>
    </dgm:pt>
    <dgm:pt modelId="{E2C0DE48-FB2E-4902-9CD5-E59A1930510A}" type="pres">
      <dgm:prSet presAssocID="{77A882BC-9F8B-4009-B34E-D11B4FC92D47}" presName="connectorText" presStyleLbl="sibTrans2D1" presStyleIdx="3" presStyleCnt="8"/>
      <dgm:spPr/>
    </dgm:pt>
    <dgm:pt modelId="{5AC06EA3-1487-4878-8E60-73BC78C506B2}" type="pres">
      <dgm:prSet presAssocID="{3F54CE9F-7CAC-4A59-B171-58292F2C2226}" presName="node" presStyleLbl="node1" presStyleIdx="4" presStyleCnt="8" custRadScaleRad="99190" custRadScaleInc="-3139">
        <dgm:presLayoutVars>
          <dgm:bulletEnabled val="1"/>
        </dgm:presLayoutVars>
      </dgm:prSet>
      <dgm:spPr/>
    </dgm:pt>
    <dgm:pt modelId="{461F6849-4FCE-49EE-9AB8-2EA110D7E1CF}" type="pres">
      <dgm:prSet presAssocID="{03499D24-691A-4B6D-99CE-01C65C9CD44E}" presName="sibTrans" presStyleLbl="sibTrans2D1" presStyleIdx="4" presStyleCnt="8" custAng="10800000"/>
      <dgm:spPr/>
    </dgm:pt>
    <dgm:pt modelId="{C6172BA1-E4A3-4B80-8442-5E4D51311285}" type="pres">
      <dgm:prSet presAssocID="{03499D24-691A-4B6D-99CE-01C65C9CD44E}" presName="connectorText" presStyleLbl="sibTrans2D1" presStyleIdx="4" presStyleCnt="8"/>
      <dgm:spPr/>
    </dgm:pt>
    <dgm:pt modelId="{94FA9188-7ACD-46A3-9671-54526483B058}" type="pres">
      <dgm:prSet presAssocID="{0F6F5DF9-E58F-4794-9B1B-32DC31867727}" presName="node" presStyleLbl="node1" presStyleIdx="5" presStyleCnt="8" custRadScaleRad="99017" custRadScaleInc="-1308">
        <dgm:presLayoutVars>
          <dgm:bulletEnabled val="1"/>
        </dgm:presLayoutVars>
      </dgm:prSet>
      <dgm:spPr/>
    </dgm:pt>
    <dgm:pt modelId="{0226906C-6F8A-490E-827A-2C59B35F2BD9}" type="pres">
      <dgm:prSet presAssocID="{05C3D9DE-9DA9-4370-B99E-C57B24EFBFBC}" presName="sibTrans" presStyleLbl="sibTrans2D1" presStyleIdx="5" presStyleCnt="8" custAng="10800000"/>
      <dgm:spPr/>
    </dgm:pt>
    <dgm:pt modelId="{4886F224-0834-4F06-9A78-FD2F2BCFA2DC}" type="pres">
      <dgm:prSet presAssocID="{05C3D9DE-9DA9-4370-B99E-C57B24EFBFBC}" presName="connectorText" presStyleLbl="sibTrans2D1" presStyleIdx="5" presStyleCnt="8"/>
      <dgm:spPr/>
    </dgm:pt>
    <dgm:pt modelId="{A16066DC-2E03-4BEE-AAF9-CBA7B1A66E11}" type="pres">
      <dgm:prSet presAssocID="{C9255F8A-05C5-41DA-AAF8-CBB9E836B0F7}" presName="node" presStyleLbl="node1" presStyleIdx="6" presStyleCnt="8">
        <dgm:presLayoutVars>
          <dgm:bulletEnabled val="1"/>
        </dgm:presLayoutVars>
      </dgm:prSet>
      <dgm:spPr/>
    </dgm:pt>
    <dgm:pt modelId="{D6BD61B9-C95F-4D04-B691-17FB7D7C6243}" type="pres">
      <dgm:prSet presAssocID="{243CC5F1-65E9-4CBB-955D-292E1A07FB7B}" presName="sibTrans" presStyleLbl="sibTrans2D1" presStyleIdx="6" presStyleCnt="8" custAng="11191887"/>
      <dgm:spPr/>
    </dgm:pt>
    <dgm:pt modelId="{A56ACF2D-07CE-4770-9ABE-9FB602677702}" type="pres">
      <dgm:prSet presAssocID="{243CC5F1-65E9-4CBB-955D-292E1A07FB7B}" presName="connectorText" presStyleLbl="sibTrans2D1" presStyleIdx="6" presStyleCnt="8"/>
      <dgm:spPr/>
    </dgm:pt>
    <dgm:pt modelId="{E133A4E1-B1B9-4CA4-9F02-391DBD9FA8A4}" type="pres">
      <dgm:prSet presAssocID="{D61A2587-2DC8-4726-855E-23BA9DDAD18F}" presName="node" presStyleLbl="node1" presStyleIdx="7" presStyleCnt="8">
        <dgm:presLayoutVars>
          <dgm:bulletEnabled val="1"/>
        </dgm:presLayoutVars>
      </dgm:prSet>
      <dgm:spPr/>
    </dgm:pt>
    <dgm:pt modelId="{02030933-DF7F-4E3F-ABDD-C4146311AF1A}" type="pres">
      <dgm:prSet presAssocID="{81EA9FED-0CEB-457C-801A-19C8071F792F}" presName="sibTrans" presStyleLbl="sibTrans2D1" presStyleIdx="7" presStyleCnt="8" custAng="10487568"/>
      <dgm:spPr/>
    </dgm:pt>
    <dgm:pt modelId="{F03E59CA-BCC8-4A1B-A213-E44445F782A8}" type="pres">
      <dgm:prSet presAssocID="{81EA9FED-0CEB-457C-801A-19C8071F792F}" presName="connectorText" presStyleLbl="sibTrans2D1" presStyleIdx="7" presStyleCnt="8"/>
      <dgm:spPr/>
    </dgm:pt>
  </dgm:ptLst>
  <dgm:cxnLst>
    <dgm:cxn modelId="{419D4A00-0E97-4C9D-9CB1-FFE1EE0B3236}" type="presOf" srcId="{0F6F5DF9-E58F-4794-9B1B-32DC31867727}" destId="{94FA9188-7ACD-46A3-9671-54526483B058}" srcOrd="0" destOrd="0" presId="urn:microsoft.com/office/officeart/2005/8/layout/cycle2"/>
    <dgm:cxn modelId="{0AE34A06-6167-42B3-957D-03ED7C57747F}" type="presOf" srcId="{05C3D9DE-9DA9-4370-B99E-C57B24EFBFBC}" destId="{0226906C-6F8A-490E-827A-2C59B35F2BD9}" srcOrd="0" destOrd="0" presId="urn:microsoft.com/office/officeart/2005/8/layout/cycle2"/>
    <dgm:cxn modelId="{C193E009-0D96-41FF-9FFF-0D28DFCBAD29}" type="presOf" srcId="{EAFD7254-0AE1-425F-9354-786EB5D192FD}" destId="{600CEE48-9058-48EC-A7B5-F5E02AB79E7E}" srcOrd="0" destOrd="0" presId="urn:microsoft.com/office/officeart/2005/8/layout/cycle2"/>
    <dgm:cxn modelId="{B369C00A-A5D2-40D2-9D66-F37F54FD398F}" type="presOf" srcId="{03499D24-691A-4B6D-99CE-01C65C9CD44E}" destId="{C6172BA1-E4A3-4B80-8442-5E4D51311285}" srcOrd="1" destOrd="0" presId="urn:microsoft.com/office/officeart/2005/8/layout/cycle2"/>
    <dgm:cxn modelId="{B39A8F17-3EB3-4F33-8C2D-32046400FF42}" type="presOf" srcId="{1ABA2B98-FF35-4E0E-9736-C9D45242A2AD}" destId="{B450A715-FA4B-4EB0-92AC-2D625DFBCE0D}" srcOrd="0" destOrd="0" presId="urn:microsoft.com/office/officeart/2005/8/layout/cycle2"/>
    <dgm:cxn modelId="{57CBC817-E674-497E-ACC9-801C6CC39F8C}" type="presOf" srcId="{1ABA2B98-FF35-4E0E-9736-C9D45242A2AD}" destId="{458D70DC-6427-4EA8-81AD-D1184B8421A4}" srcOrd="1" destOrd="0" presId="urn:microsoft.com/office/officeart/2005/8/layout/cycle2"/>
    <dgm:cxn modelId="{16E44318-3B64-4AEC-A9D1-97E6A5E1950D}" type="presOf" srcId="{81EA9FED-0CEB-457C-801A-19C8071F792F}" destId="{02030933-DF7F-4E3F-ABDD-C4146311AF1A}" srcOrd="0" destOrd="0" presId="urn:microsoft.com/office/officeart/2005/8/layout/cycle2"/>
    <dgm:cxn modelId="{466EE919-2EDE-490A-92E4-70946C02D57B}" type="presOf" srcId="{24FBD762-40CB-401B-8C73-6B569C0912DA}" destId="{930C1C10-B7D9-4063-97DF-451520631F5C}" srcOrd="0" destOrd="0" presId="urn:microsoft.com/office/officeart/2005/8/layout/cycle2"/>
    <dgm:cxn modelId="{4D82AB1C-1C37-4B43-94F9-AF4649BB902A}" type="presOf" srcId="{77A882BC-9F8B-4009-B34E-D11B4FC92D47}" destId="{E2C0DE48-FB2E-4902-9CD5-E59A1930510A}" srcOrd="1" destOrd="0" presId="urn:microsoft.com/office/officeart/2005/8/layout/cycle2"/>
    <dgm:cxn modelId="{1B841621-57A5-4379-8E62-E096F774706C}" srcId="{6631E0A1-A182-4A4C-92D8-28D197EE148E}" destId="{0F6F5DF9-E58F-4794-9B1B-32DC31867727}" srcOrd="5" destOrd="0" parTransId="{50B5F6BF-4C16-4E87-863F-E846E6B043EB}" sibTransId="{05C3D9DE-9DA9-4370-B99E-C57B24EFBFBC}"/>
    <dgm:cxn modelId="{CE5C1D32-6755-425A-8239-2A11C2C27050}" type="presOf" srcId="{C9255F8A-05C5-41DA-AAF8-CBB9E836B0F7}" destId="{A16066DC-2E03-4BEE-AAF9-CBA7B1A66E11}" srcOrd="0" destOrd="0" presId="urn:microsoft.com/office/officeart/2005/8/layout/cycle2"/>
    <dgm:cxn modelId="{0FF7E835-1736-40DB-BE32-1F75971F9858}" type="presOf" srcId="{4B461DA2-9381-40C4-9FFE-8A4219056576}" destId="{B6E0A313-4639-426A-B195-1175A3144FF9}" srcOrd="0" destOrd="0" presId="urn:microsoft.com/office/officeart/2005/8/layout/cycle2"/>
    <dgm:cxn modelId="{DEA98A39-1D0F-417A-9D60-41C540D8AB95}" srcId="{6631E0A1-A182-4A4C-92D8-28D197EE148E}" destId="{90C7FF67-C3DF-4EB4-9CE8-4E75690D2F65}" srcOrd="3" destOrd="0" parTransId="{BC71018D-6EED-428C-94F0-F7025D06747A}" sibTransId="{77A882BC-9F8B-4009-B34E-D11B4FC92D47}"/>
    <dgm:cxn modelId="{BD5DDB40-EE9F-4E77-87AA-2B88197200AB}" srcId="{6631E0A1-A182-4A4C-92D8-28D197EE148E}" destId="{C9255F8A-05C5-41DA-AAF8-CBB9E836B0F7}" srcOrd="6" destOrd="0" parTransId="{2A3F2396-141E-49FA-B360-AEAA4E66609B}" sibTransId="{243CC5F1-65E9-4CBB-955D-292E1A07FB7B}"/>
    <dgm:cxn modelId="{244F0D5F-4DD9-4AEF-AD91-30D17129584E}" srcId="{6631E0A1-A182-4A4C-92D8-28D197EE148E}" destId="{EAFD7254-0AE1-425F-9354-786EB5D192FD}" srcOrd="0" destOrd="0" parTransId="{A2F5E0A8-0F58-4D23-9F51-DA2750A4AEA8}" sibTransId="{1ABA2B98-FF35-4E0E-9736-C9D45242A2AD}"/>
    <dgm:cxn modelId="{05694846-5685-4393-9247-934FB1381F8E}" type="presOf" srcId="{05C3D9DE-9DA9-4370-B99E-C57B24EFBFBC}" destId="{4886F224-0834-4F06-9A78-FD2F2BCFA2DC}" srcOrd="1" destOrd="0" presId="urn:microsoft.com/office/officeart/2005/8/layout/cycle2"/>
    <dgm:cxn modelId="{720C7A4C-FBAB-423D-BEA0-28FED7B9A91E}" type="presOf" srcId="{24FBD762-40CB-401B-8C73-6B569C0912DA}" destId="{5E147015-B94C-4CBB-B758-E6ACF0E35DE6}" srcOrd="1" destOrd="0" presId="urn:microsoft.com/office/officeart/2005/8/layout/cycle2"/>
    <dgm:cxn modelId="{0DFE8352-0EF0-4D2D-9705-E297387B1E4B}" srcId="{6631E0A1-A182-4A4C-92D8-28D197EE148E}" destId="{E3507BB8-F812-450E-B34B-F8F1B45E4A2F}" srcOrd="2" destOrd="0" parTransId="{71D20085-390C-4C80-A5B2-194E99575D34}" sibTransId="{24FBD762-40CB-401B-8C73-6B569C0912DA}"/>
    <dgm:cxn modelId="{CEC12255-8E48-465C-A407-98287650F8F0}" type="presOf" srcId="{03499D24-691A-4B6D-99CE-01C65C9CD44E}" destId="{461F6849-4FCE-49EE-9AB8-2EA110D7E1CF}" srcOrd="0" destOrd="0" presId="urn:microsoft.com/office/officeart/2005/8/layout/cycle2"/>
    <dgm:cxn modelId="{60186D7A-40EB-4AB5-8CFD-42209E0E3AA3}" type="presOf" srcId="{6631E0A1-A182-4A4C-92D8-28D197EE148E}" destId="{C02C60C1-06FC-4F49-A68C-5F3C490AAB5C}" srcOrd="0" destOrd="0" presId="urn:microsoft.com/office/officeart/2005/8/layout/cycle2"/>
    <dgm:cxn modelId="{0CB42E7F-81E0-4BBA-B807-1D1C8B97358F}" type="presOf" srcId="{81EA9FED-0CEB-457C-801A-19C8071F792F}" destId="{F03E59CA-BCC8-4A1B-A213-E44445F782A8}" srcOrd="1" destOrd="0" presId="urn:microsoft.com/office/officeart/2005/8/layout/cycle2"/>
    <dgm:cxn modelId="{66FDB782-3783-438C-B848-8366BBA40953}" type="presOf" srcId="{FD4E5AE3-E399-4636-8AA5-47D859CCE7EC}" destId="{94F15D60-A6E8-448C-AB5D-AA4FE65A1EE0}" srcOrd="0" destOrd="0" presId="urn:microsoft.com/office/officeart/2005/8/layout/cycle2"/>
    <dgm:cxn modelId="{F68D6F84-DC12-4996-B00A-FBF295CAF30A}" type="presOf" srcId="{243CC5F1-65E9-4CBB-955D-292E1A07FB7B}" destId="{A56ACF2D-07CE-4770-9ABE-9FB602677702}" srcOrd="1" destOrd="0" presId="urn:microsoft.com/office/officeart/2005/8/layout/cycle2"/>
    <dgm:cxn modelId="{402EE387-F6C0-44A3-AE52-60735EFCC539}" type="presOf" srcId="{90C7FF67-C3DF-4EB4-9CE8-4E75690D2F65}" destId="{4253F2A0-3C4D-41E0-8F8F-602B835DE00E}" srcOrd="0" destOrd="0" presId="urn:microsoft.com/office/officeart/2005/8/layout/cycle2"/>
    <dgm:cxn modelId="{DCA593B9-8BF3-47DF-BF1C-3AD06166CB4F}" srcId="{6631E0A1-A182-4A4C-92D8-28D197EE148E}" destId="{D61A2587-2DC8-4726-855E-23BA9DDAD18F}" srcOrd="7" destOrd="0" parTransId="{68855A3A-FFD6-495A-AAAE-B876B2A5283A}" sibTransId="{81EA9FED-0CEB-457C-801A-19C8071F792F}"/>
    <dgm:cxn modelId="{09AB3DBA-EA7B-4D73-A35F-E3C9ECEA3BD6}" type="presOf" srcId="{243CC5F1-65E9-4CBB-955D-292E1A07FB7B}" destId="{D6BD61B9-C95F-4D04-B691-17FB7D7C6243}" srcOrd="0" destOrd="0" presId="urn:microsoft.com/office/officeart/2005/8/layout/cycle2"/>
    <dgm:cxn modelId="{DDEB9CC0-BDB0-44CF-8ACF-29EC71760D65}" type="presOf" srcId="{4B461DA2-9381-40C4-9FFE-8A4219056576}" destId="{8574930B-BD5F-440C-9448-BED77C4B1A0A}" srcOrd="1" destOrd="0" presId="urn:microsoft.com/office/officeart/2005/8/layout/cycle2"/>
    <dgm:cxn modelId="{5AC140C3-21E3-41E8-A0B8-AFF964796478}" type="presOf" srcId="{D61A2587-2DC8-4726-855E-23BA9DDAD18F}" destId="{E133A4E1-B1B9-4CA4-9F02-391DBD9FA8A4}" srcOrd="0" destOrd="0" presId="urn:microsoft.com/office/officeart/2005/8/layout/cycle2"/>
    <dgm:cxn modelId="{BEA8AAD7-A85B-4BB5-9314-AB80AF7C01AE}" type="presOf" srcId="{E3507BB8-F812-450E-B34B-F8F1B45E4A2F}" destId="{7F4E22F4-4541-4313-9429-8652381E2430}" srcOrd="0" destOrd="0" presId="urn:microsoft.com/office/officeart/2005/8/layout/cycle2"/>
    <dgm:cxn modelId="{329BE6EC-AF91-42D8-B614-9822D0F94CB3}" type="presOf" srcId="{77A882BC-9F8B-4009-B34E-D11B4FC92D47}" destId="{F8AF0E23-F4AB-4B22-93A2-64EDDCAF3E7E}" srcOrd="0" destOrd="0" presId="urn:microsoft.com/office/officeart/2005/8/layout/cycle2"/>
    <dgm:cxn modelId="{3C0BF9FA-DD49-47FA-9F4D-AE41A7A2DBD3}" srcId="{6631E0A1-A182-4A4C-92D8-28D197EE148E}" destId="{FD4E5AE3-E399-4636-8AA5-47D859CCE7EC}" srcOrd="1" destOrd="0" parTransId="{907E5737-4B4C-4897-B831-0F7428466F8E}" sibTransId="{4B461DA2-9381-40C4-9FFE-8A4219056576}"/>
    <dgm:cxn modelId="{43228DFC-D879-477E-B981-D1972B7E1E32}" type="presOf" srcId="{3F54CE9F-7CAC-4A59-B171-58292F2C2226}" destId="{5AC06EA3-1487-4878-8E60-73BC78C506B2}" srcOrd="0" destOrd="0" presId="urn:microsoft.com/office/officeart/2005/8/layout/cycle2"/>
    <dgm:cxn modelId="{0CD859FE-9AFE-4FD7-88E4-9A3DF8E8020D}" srcId="{6631E0A1-A182-4A4C-92D8-28D197EE148E}" destId="{3F54CE9F-7CAC-4A59-B171-58292F2C2226}" srcOrd="4" destOrd="0" parTransId="{51DAD242-CE84-4F90-9834-1F6227ABD20D}" sibTransId="{03499D24-691A-4B6D-99CE-01C65C9CD44E}"/>
    <dgm:cxn modelId="{FC3D8C00-C46B-404E-B54A-99F2D65FBB95}" type="presParOf" srcId="{C02C60C1-06FC-4F49-A68C-5F3C490AAB5C}" destId="{600CEE48-9058-48EC-A7B5-F5E02AB79E7E}" srcOrd="0" destOrd="0" presId="urn:microsoft.com/office/officeart/2005/8/layout/cycle2"/>
    <dgm:cxn modelId="{DEC43071-A94F-47EE-A7D6-B05F7D38F8A3}" type="presParOf" srcId="{C02C60C1-06FC-4F49-A68C-5F3C490AAB5C}" destId="{B450A715-FA4B-4EB0-92AC-2D625DFBCE0D}" srcOrd="1" destOrd="0" presId="urn:microsoft.com/office/officeart/2005/8/layout/cycle2"/>
    <dgm:cxn modelId="{246A976E-9C37-45DB-83D9-4EA5BF3CB450}" type="presParOf" srcId="{B450A715-FA4B-4EB0-92AC-2D625DFBCE0D}" destId="{458D70DC-6427-4EA8-81AD-D1184B8421A4}" srcOrd="0" destOrd="0" presId="urn:microsoft.com/office/officeart/2005/8/layout/cycle2"/>
    <dgm:cxn modelId="{00F6823D-B6E4-415E-B861-22B4FA9E8967}" type="presParOf" srcId="{C02C60C1-06FC-4F49-A68C-5F3C490AAB5C}" destId="{94F15D60-A6E8-448C-AB5D-AA4FE65A1EE0}" srcOrd="2" destOrd="0" presId="urn:microsoft.com/office/officeart/2005/8/layout/cycle2"/>
    <dgm:cxn modelId="{11D3F6FD-26D3-4A38-97D6-2C84299BE071}" type="presParOf" srcId="{C02C60C1-06FC-4F49-A68C-5F3C490AAB5C}" destId="{B6E0A313-4639-426A-B195-1175A3144FF9}" srcOrd="3" destOrd="0" presId="urn:microsoft.com/office/officeart/2005/8/layout/cycle2"/>
    <dgm:cxn modelId="{6DA93FF9-E759-4319-B798-0353D6B30337}" type="presParOf" srcId="{B6E0A313-4639-426A-B195-1175A3144FF9}" destId="{8574930B-BD5F-440C-9448-BED77C4B1A0A}" srcOrd="0" destOrd="0" presId="urn:microsoft.com/office/officeart/2005/8/layout/cycle2"/>
    <dgm:cxn modelId="{65314669-ACB6-4E77-BE37-79D8E7D93ABF}" type="presParOf" srcId="{C02C60C1-06FC-4F49-A68C-5F3C490AAB5C}" destId="{7F4E22F4-4541-4313-9429-8652381E2430}" srcOrd="4" destOrd="0" presId="urn:microsoft.com/office/officeart/2005/8/layout/cycle2"/>
    <dgm:cxn modelId="{CA30D57E-3641-44BD-8340-CC977CFBBC41}" type="presParOf" srcId="{C02C60C1-06FC-4F49-A68C-5F3C490AAB5C}" destId="{930C1C10-B7D9-4063-97DF-451520631F5C}" srcOrd="5" destOrd="0" presId="urn:microsoft.com/office/officeart/2005/8/layout/cycle2"/>
    <dgm:cxn modelId="{D76C2DE8-405A-4300-83DC-7C06F931B6FB}" type="presParOf" srcId="{930C1C10-B7D9-4063-97DF-451520631F5C}" destId="{5E147015-B94C-4CBB-B758-E6ACF0E35DE6}" srcOrd="0" destOrd="0" presId="urn:microsoft.com/office/officeart/2005/8/layout/cycle2"/>
    <dgm:cxn modelId="{902A2722-A95F-4466-BE14-55ED3ECCD90F}" type="presParOf" srcId="{C02C60C1-06FC-4F49-A68C-5F3C490AAB5C}" destId="{4253F2A0-3C4D-41E0-8F8F-602B835DE00E}" srcOrd="6" destOrd="0" presId="urn:microsoft.com/office/officeart/2005/8/layout/cycle2"/>
    <dgm:cxn modelId="{392C3FC2-9C09-4C1D-A540-609449F7BEDF}" type="presParOf" srcId="{C02C60C1-06FC-4F49-A68C-5F3C490AAB5C}" destId="{F8AF0E23-F4AB-4B22-93A2-64EDDCAF3E7E}" srcOrd="7" destOrd="0" presId="urn:microsoft.com/office/officeart/2005/8/layout/cycle2"/>
    <dgm:cxn modelId="{B82AABCD-8CD6-43BE-AFBF-78EA9C0396D4}" type="presParOf" srcId="{F8AF0E23-F4AB-4B22-93A2-64EDDCAF3E7E}" destId="{E2C0DE48-FB2E-4902-9CD5-E59A1930510A}" srcOrd="0" destOrd="0" presId="urn:microsoft.com/office/officeart/2005/8/layout/cycle2"/>
    <dgm:cxn modelId="{65B42D2D-7313-4361-B042-508862111005}" type="presParOf" srcId="{C02C60C1-06FC-4F49-A68C-5F3C490AAB5C}" destId="{5AC06EA3-1487-4878-8E60-73BC78C506B2}" srcOrd="8" destOrd="0" presId="urn:microsoft.com/office/officeart/2005/8/layout/cycle2"/>
    <dgm:cxn modelId="{645FE4E3-0DF7-46B2-AC77-25AF9DBA55C4}" type="presParOf" srcId="{C02C60C1-06FC-4F49-A68C-5F3C490AAB5C}" destId="{461F6849-4FCE-49EE-9AB8-2EA110D7E1CF}" srcOrd="9" destOrd="0" presId="urn:microsoft.com/office/officeart/2005/8/layout/cycle2"/>
    <dgm:cxn modelId="{80C79FE9-530D-4D97-B06C-650747DBAAE8}" type="presParOf" srcId="{461F6849-4FCE-49EE-9AB8-2EA110D7E1CF}" destId="{C6172BA1-E4A3-4B80-8442-5E4D51311285}" srcOrd="0" destOrd="0" presId="urn:microsoft.com/office/officeart/2005/8/layout/cycle2"/>
    <dgm:cxn modelId="{9FD20349-7BA0-4E7D-8545-9C77F2B3FF1B}" type="presParOf" srcId="{C02C60C1-06FC-4F49-A68C-5F3C490AAB5C}" destId="{94FA9188-7ACD-46A3-9671-54526483B058}" srcOrd="10" destOrd="0" presId="urn:microsoft.com/office/officeart/2005/8/layout/cycle2"/>
    <dgm:cxn modelId="{697FCF8E-5B9A-44E1-8B24-DE53E1C9EE15}" type="presParOf" srcId="{C02C60C1-06FC-4F49-A68C-5F3C490AAB5C}" destId="{0226906C-6F8A-490E-827A-2C59B35F2BD9}" srcOrd="11" destOrd="0" presId="urn:microsoft.com/office/officeart/2005/8/layout/cycle2"/>
    <dgm:cxn modelId="{12208762-BEF4-4CC1-8669-2F54E9BECEA9}" type="presParOf" srcId="{0226906C-6F8A-490E-827A-2C59B35F2BD9}" destId="{4886F224-0834-4F06-9A78-FD2F2BCFA2DC}" srcOrd="0" destOrd="0" presId="urn:microsoft.com/office/officeart/2005/8/layout/cycle2"/>
    <dgm:cxn modelId="{475CF143-A0BC-437A-BF23-459C6404FA45}" type="presParOf" srcId="{C02C60C1-06FC-4F49-A68C-5F3C490AAB5C}" destId="{A16066DC-2E03-4BEE-AAF9-CBA7B1A66E11}" srcOrd="12" destOrd="0" presId="urn:microsoft.com/office/officeart/2005/8/layout/cycle2"/>
    <dgm:cxn modelId="{3DD14D25-B148-4461-93EC-76D04C1D9154}" type="presParOf" srcId="{C02C60C1-06FC-4F49-A68C-5F3C490AAB5C}" destId="{D6BD61B9-C95F-4D04-B691-17FB7D7C6243}" srcOrd="13" destOrd="0" presId="urn:microsoft.com/office/officeart/2005/8/layout/cycle2"/>
    <dgm:cxn modelId="{CD0F46CF-6EC0-41D0-8C15-11D2549F4099}" type="presParOf" srcId="{D6BD61B9-C95F-4D04-B691-17FB7D7C6243}" destId="{A56ACF2D-07CE-4770-9ABE-9FB602677702}" srcOrd="0" destOrd="0" presId="urn:microsoft.com/office/officeart/2005/8/layout/cycle2"/>
    <dgm:cxn modelId="{AEB039DD-E548-42B0-A644-D813359B5EB4}" type="presParOf" srcId="{C02C60C1-06FC-4F49-A68C-5F3C490AAB5C}" destId="{E133A4E1-B1B9-4CA4-9F02-391DBD9FA8A4}" srcOrd="14" destOrd="0" presId="urn:microsoft.com/office/officeart/2005/8/layout/cycle2"/>
    <dgm:cxn modelId="{8946D41C-328D-4979-8C45-225E8A28BD83}" type="presParOf" srcId="{C02C60C1-06FC-4F49-A68C-5F3C490AAB5C}" destId="{02030933-DF7F-4E3F-ABDD-C4146311AF1A}" srcOrd="15" destOrd="0" presId="urn:microsoft.com/office/officeart/2005/8/layout/cycle2"/>
    <dgm:cxn modelId="{FFF75E34-3745-42D3-9C29-B4119B96D6FA}" type="presParOf" srcId="{02030933-DF7F-4E3F-ABDD-C4146311AF1A}" destId="{F03E59CA-BCC8-4A1B-A213-E44445F782A8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631E0A1-A182-4A4C-92D8-28D197EE148E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cs-CZ"/>
        </a:p>
      </dgm:t>
    </dgm:pt>
    <dgm:pt modelId="{EAFD7254-0AE1-425F-9354-786EB5D192FD}">
      <dgm:prSet phldrT="[Text]" custT="1"/>
      <dgm:spPr>
        <a:solidFill>
          <a:srgbClr val="FFFF00"/>
        </a:solidFill>
        <a:ln>
          <a:solidFill>
            <a:schemeClr val="tx1"/>
          </a:solidFill>
        </a:ln>
      </dgm:spPr>
      <dgm:t>
        <a:bodyPr/>
        <a:lstStyle/>
        <a:p>
          <a:r>
            <a:rPr lang="cs-CZ" sz="2000" b="1" dirty="0">
              <a:solidFill>
                <a:schemeClr val="tx1"/>
              </a:solidFill>
              <a:latin typeface="Consolas" panose="020B0609020204030204" pitchFamily="49" charset="0"/>
            </a:rPr>
            <a:t>000</a:t>
          </a:r>
        </a:p>
      </dgm:t>
    </dgm:pt>
    <dgm:pt modelId="{A2F5E0A8-0F58-4D23-9F51-DA2750A4AEA8}" type="parTrans" cxnId="{244F0D5F-4DD9-4AEF-AD91-30D17129584E}">
      <dgm:prSet/>
      <dgm:spPr/>
      <dgm:t>
        <a:bodyPr/>
        <a:lstStyle/>
        <a:p>
          <a:endParaRPr lang="cs-CZ" sz="2000">
            <a:latin typeface="Consolas" panose="020B0609020204030204" pitchFamily="49" charset="0"/>
          </a:endParaRPr>
        </a:p>
      </dgm:t>
    </dgm:pt>
    <dgm:pt modelId="{1ABA2B98-FF35-4E0E-9736-C9D45242A2AD}" type="sibTrans" cxnId="{244F0D5F-4DD9-4AEF-AD91-30D17129584E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endParaRPr lang="cs-CZ" sz="2000">
            <a:latin typeface="Consolas" panose="020B0609020204030204" pitchFamily="49" charset="0"/>
          </a:endParaRPr>
        </a:p>
      </dgm:t>
    </dgm:pt>
    <dgm:pt modelId="{FD4E5AE3-E399-4636-8AA5-47D859CCE7EC}">
      <dgm:prSet phldrT="[Text]" custT="1"/>
      <dgm:spPr>
        <a:solidFill>
          <a:srgbClr val="FFFF00"/>
        </a:solidFill>
        <a:ln>
          <a:solidFill>
            <a:schemeClr val="tx1"/>
          </a:solidFill>
        </a:ln>
      </dgm:spPr>
      <dgm:t>
        <a:bodyPr/>
        <a:lstStyle/>
        <a:p>
          <a:r>
            <a:rPr lang="cs-CZ" sz="2000" b="1" dirty="0">
              <a:solidFill>
                <a:schemeClr val="tx1"/>
              </a:solidFill>
              <a:latin typeface="Consolas" panose="020B0609020204030204" pitchFamily="49" charset="0"/>
            </a:rPr>
            <a:t>001</a:t>
          </a:r>
        </a:p>
      </dgm:t>
    </dgm:pt>
    <dgm:pt modelId="{907E5737-4B4C-4897-B831-0F7428466F8E}" type="parTrans" cxnId="{3C0BF9FA-DD49-47FA-9F4D-AE41A7A2DBD3}">
      <dgm:prSet/>
      <dgm:spPr/>
      <dgm:t>
        <a:bodyPr/>
        <a:lstStyle/>
        <a:p>
          <a:endParaRPr lang="cs-CZ" sz="2000">
            <a:latin typeface="Consolas" panose="020B0609020204030204" pitchFamily="49" charset="0"/>
          </a:endParaRPr>
        </a:p>
      </dgm:t>
    </dgm:pt>
    <dgm:pt modelId="{4B461DA2-9381-40C4-9FFE-8A4219056576}" type="sibTrans" cxnId="{3C0BF9FA-DD49-47FA-9F4D-AE41A7A2DBD3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endParaRPr lang="cs-CZ" sz="2000">
            <a:latin typeface="Consolas" panose="020B0609020204030204" pitchFamily="49" charset="0"/>
          </a:endParaRPr>
        </a:p>
      </dgm:t>
    </dgm:pt>
    <dgm:pt modelId="{E3507BB8-F812-450E-B34B-F8F1B45E4A2F}">
      <dgm:prSet phldrT="[Text]" custT="1"/>
      <dgm:spPr>
        <a:solidFill>
          <a:srgbClr val="FFFF00"/>
        </a:solidFill>
        <a:ln>
          <a:solidFill>
            <a:schemeClr val="tx1"/>
          </a:solidFill>
        </a:ln>
      </dgm:spPr>
      <dgm:t>
        <a:bodyPr/>
        <a:lstStyle/>
        <a:p>
          <a:r>
            <a:rPr lang="cs-CZ" sz="2000" b="1" dirty="0">
              <a:solidFill>
                <a:schemeClr val="tx1"/>
              </a:solidFill>
              <a:latin typeface="Consolas" panose="020B0609020204030204" pitchFamily="49" charset="0"/>
            </a:rPr>
            <a:t>010</a:t>
          </a:r>
        </a:p>
      </dgm:t>
    </dgm:pt>
    <dgm:pt modelId="{71D20085-390C-4C80-A5B2-194E99575D34}" type="parTrans" cxnId="{0DFE8352-0EF0-4D2D-9705-E297387B1E4B}">
      <dgm:prSet/>
      <dgm:spPr/>
      <dgm:t>
        <a:bodyPr/>
        <a:lstStyle/>
        <a:p>
          <a:endParaRPr lang="cs-CZ" sz="2000">
            <a:latin typeface="Consolas" panose="020B0609020204030204" pitchFamily="49" charset="0"/>
          </a:endParaRPr>
        </a:p>
      </dgm:t>
    </dgm:pt>
    <dgm:pt modelId="{24FBD762-40CB-401B-8C73-6B569C0912DA}" type="sibTrans" cxnId="{0DFE8352-0EF0-4D2D-9705-E297387B1E4B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endParaRPr lang="cs-CZ" sz="2000">
            <a:latin typeface="Consolas" panose="020B0609020204030204" pitchFamily="49" charset="0"/>
          </a:endParaRPr>
        </a:p>
      </dgm:t>
    </dgm:pt>
    <dgm:pt modelId="{90C7FF67-C3DF-4EB4-9CE8-4E75690D2F65}">
      <dgm:prSet phldrT="[Text]" custT="1"/>
      <dgm:spPr>
        <a:solidFill>
          <a:srgbClr val="FFFF00"/>
        </a:solidFill>
        <a:ln>
          <a:solidFill>
            <a:schemeClr val="tx1"/>
          </a:solidFill>
        </a:ln>
      </dgm:spPr>
      <dgm:t>
        <a:bodyPr/>
        <a:lstStyle/>
        <a:p>
          <a:r>
            <a:rPr lang="cs-CZ" sz="2000" b="1" dirty="0">
              <a:solidFill>
                <a:schemeClr val="tx1"/>
              </a:solidFill>
              <a:latin typeface="Consolas" panose="020B0609020204030204" pitchFamily="49" charset="0"/>
            </a:rPr>
            <a:t>011</a:t>
          </a:r>
        </a:p>
      </dgm:t>
    </dgm:pt>
    <dgm:pt modelId="{BC71018D-6EED-428C-94F0-F7025D06747A}" type="parTrans" cxnId="{DEA98A39-1D0F-417A-9D60-41C540D8AB95}">
      <dgm:prSet/>
      <dgm:spPr/>
      <dgm:t>
        <a:bodyPr/>
        <a:lstStyle/>
        <a:p>
          <a:endParaRPr lang="cs-CZ" sz="2000">
            <a:latin typeface="Consolas" panose="020B0609020204030204" pitchFamily="49" charset="0"/>
          </a:endParaRPr>
        </a:p>
      </dgm:t>
    </dgm:pt>
    <dgm:pt modelId="{77A882BC-9F8B-4009-B34E-D11B4FC92D47}" type="sibTrans" cxnId="{DEA98A39-1D0F-417A-9D60-41C540D8AB95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endParaRPr lang="cs-CZ" sz="2000">
            <a:latin typeface="Consolas" panose="020B0609020204030204" pitchFamily="49" charset="0"/>
          </a:endParaRPr>
        </a:p>
      </dgm:t>
    </dgm:pt>
    <dgm:pt modelId="{3F54CE9F-7CAC-4A59-B171-58292F2C2226}">
      <dgm:prSet phldrT="[Text]" custT="1"/>
      <dgm:spPr>
        <a:solidFill>
          <a:srgbClr val="FFFF00"/>
        </a:solidFill>
        <a:ln>
          <a:solidFill>
            <a:schemeClr val="tx1"/>
          </a:solidFill>
        </a:ln>
      </dgm:spPr>
      <dgm:t>
        <a:bodyPr/>
        <a:lstStyle/>
        <a:p>
          <a:r>
            <a:rPr lang="cs-CZ" sz="2000" b="1" dirty="0">
              <a:solidFill>
                <a:schemeClr val="tx1"/>
              </a:solidFill>
              <a:latin typeface="Consolas" panose="020B0609020204030204" pitchFamily="49" charset="0"/>
            </a:rPr>
            <a:t>100</a:t>
          </a:r>
        </a:p>
      </dgm:t>
    </dgm:pt>
    <dgm:pt modelId="{51DAD242-CE84-4F90-9834-1F6227ABD20D}" type="parTrans" cxnId="{0CD859FE-9AFE-4FD7-88E4-9A3DF8E8020D}">
      <dgm:prSet/>
      <dgm:spPr/>
      <dgm:t>
        <a:bodyPr/>
        <a:lstStyle/>
        <a:p>
          <a:endParaRPr lang="cs-CZ" sz="2000">
            <a:latin typeface="Consolas" panose="020B0609020204030204" pitchFamily="49" charset="0"/>
          </a:endParaRPr>
        </a:p>
      </dgm:t>
    </dgm:pt>
    <dgm:pt modelId="{03499D24-691A-4B6D-99CE-01C65C9CD44E}" type="sibTrans" cxnId="{0CD859FE-9AFE-4FD7-88E4-9A3DF8E8020D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endParaRPr lang="cs-CZ" sz="2000">
            <a:latin typeface="Consolas" panose="020B0609020204030204" pitchFamily="49" charset="0"/>
          </a:endParaRPr>
        </a:p>
      </dgm:t>
    </dgm:pt>
    <dgm:pt modelId="{0F6F5DF9-E58F-4794-9B1B-32DC31867727}">
      <dgm:prSet phldrT="[Text]" custT="1"/>
      <dgm:spPr>
        <a:solidFill>
          <a:srgbClr val="FFFF00"/>
        </a:solidFill>
        <a:ln>
          <a:solidFill>
            <a:schemeClr val="tx1"/>
          </a:solidFill>
        </a:ln>
      </dgm:spPr>
      <dgm:t>
        <a:bodyPr/>
        <a:lstStyle/>
        <a:p>
          <a:r>
            <a:rPr lang="cs-CZ" sz="2000" b="1" dirty="0">
              <a:solidFill>
                <a:schemeClr val="tx1"/>
              </a:solidFill>
              <a:latin typeface="Consolas" panose="020B0609020204030204" pitchFamily="49" charset="0"/>
            </a:rPr>
            <a:t>101</a:t>
          </a:r>
        </a:p>
      </dgm:t>
    </dgm:pt>
    <dgm:pt modelId="{50B5F6BF-4C16-4E87-863F-E846E6B043EB}" type="parTrans" cxnId="{1B841621-57A5-4379-8E62-E096F774706C}">
      <dgm:prSet/>
      <dgm:spPr/>
      <dgm:t>
        <a:bodyPr/>
        <a:lstStyle/>
        <a:p>
          <a:endParaRPr lang="cs-CZ" sz="2000">
            <a:latin typeface="Consolas" panose="020B0609020204030204" pitchFamily="49" charset="0"/>
          </a:endParaRPr>
        </a:p>
      </dgm:t>
    </dgm:pt>
    <dgm:pt modelId="{05C3D9DE-9DA9-4370-B99E-C57B24EFBFBC}" type="sibTrans" cxnId="{1B841621-57A5-4379-8E62-E096F774706C}">
      <dgm:prSet custT="1"/>
      <dgm:spPr>
        <a:noFill/>
        <a:ln>
          <a:noFill/>
        </a:ln>
      </dgm:spPr>
      <dgm:t>
        <a:bodyPr/>
        <a:lstStyle/>
        <a:p>
          <a:endParaRPr lang="cs-CZ" sz="2000">
            <a:latin typeface="Consolas" panose="020B0609020204030204" pitchFamily="49" charset="0"/>
          </a:endParaRPr>
        </a:p>
      </dgm:t>
    </dgm:pt>
    <dgm:pt modelId="{C52E2859-30ED-4BC2-BC61-EF6B50EDD3FF}">
      <dgm:prSet phldrT="[Text]"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r>
            <a:rPr lang="cs-CZ" sz="2000" b="1" dirty="0">
              <a:solidFill>
                <a:schemeClr val="bg1"/>
              </a:solidFill>
              <a:latin typeface="Consolas" panose="020B0609020204030204" pitchFamily="49" charset="0"/>
            </a:rPr>
            <a:t>110</a:t>
          </a:r>
        </a:p>
      </dgm:t>
    </dgm:pt>
    <dgm:pt modelId="{CBE65E9E-5205-4A27-9862-35581C6FB5AE}" type="parTrans" cxnId="{6AB6BD26-01F2-40F5-85F3-10FDF17F2B98}">
      <dgm:prSet/>
      <dgm:spPr/>
      <dgm:t>
        <a:bodyPr/>
        <a:lstStyle/>
        <a:p>
          <a:endParaRPr lang="cs-CZ" sz="2000">
            <a:latin typeface="Consolas" panose="020B0609020204030204" pitchFamily="49" charset="0"/>
          </a:endParaRPr>
        </a:p>
      </dgm:t>
    </dgm:pt>
    <dgm:pt modelId="{789BB7F5-B7CF-4FDA-8B1D-7ED339840F7A}" type="sibTrans" cxnId="{6AB6BD26-01F2-40F5-85F3-10FDF17F2B98}">
      <dgm:prSet custT="1"/>
      <dgm:spPr>
        <a:noFill/>
        <a:ln>
          <a:noFill/>
        </a:ln>
      </dgm:spPr>
      <dgm:t>
        <a:bodyPr/>
        <a:lstStyle/>
        <a:p>
          <a:endParaRPr lang="cs-CZ" sz="2000">
            <a:latin typeface="Consolas" panose="020B0609020204030204" pitchFamily="49" charset="0"/>
          </a:endParaRPr>
        </a:p>
      </dgm:t>
    </dgm:pt>
    <dgm:pt modelId="{000D9BFF-2FB5-4946-B88C-0824BDB84F2B}">
      <dgm:prSet phldrT="[Text]" custT="1"/>
      <dgm:spPr>
        <a:solidFill>
          <a:srgbClr val="92D050"/>
        </a:solidFill>
        <a:ln>
          <a:solidFill>
            <a:schemeClr val="tx1"/>
          </a:solidFill>
        </a:ln>
      </dgm:spPr>
      <dgm:t>
        <a:bodyPr/>
        <a:lstStyle/>
        <a:p>
          <a:r>
            <a:rPr lang="cs-CZ" sz="2000" b="1" dirty="0">
              <a:solidFill>
                <a:schemeClr val="tx1"/>
              </a:solidFill>
              <a:latin typeface="Consolas" panose="020B0609020204030204" pitchFamily="49" charset="0"/>
            </a:rPr>
            <a:t>111</a:t>
          </a:r>
        </a:p>
      </dgm:t>
    </dgm:pt>
    <dgm:pt modelId="{495C43FE-9022-4B30-89F1-18F9BB473E8D}" type="parTrans" cxnId="{6758EF48-0C05-4A3E-8A13-08A021886BDA}">
      <dgm:prSet/>
      <dgm:spPr/>
      <dgm:t>
        <a:bodyPr/>
        <a:lstStyle/>
        <a:p>
          <a:endParaRPr lang="cs-CZ" sz="2000">
            <a:latin typeface="Consolas" panose="020B0609020204030204" pitchFamily="49" charset="0"/>
          </a:endParaRPr>
        </a:p>
      </dgm:t>
    </dgm:pt>
    <dgm:pt modelId="{40E87195-2157-49C9-9489-8CD35C1F4DDF}" type="sibTrans" cxnId="{6758EF48-0C05-4A3E-8A13-08A021886BDA}">
      <dgm:prSet custT="1"/>
      <dgm:spPr>
        <a:noFill/>
        <a:ln>
          <a:noFill/>
        </a:ln>
      </dgm:spPr>
      <dgm:t>
        <a:bodyPr/>
        <a:lstStyle/>
        <a:p>
          <a:endParaRPr lang="cs-CZ" sz="2000">
            <a:latin typeface="Consolas" panose="020B0609020204030204" pitchFamily="49" charset="0"/>
          </a:endParaRPr>
        </a:p>
      </dgm:t>
    </dgm:pt>
    <dgm:pt modelId="{C02C60C1-06FC-4F49-A68C-5F3C490AAB5C}" type="pres">
      <dgm:prSet presAssocID="{6631E0A1-A182-4A4C-92D8-28D197EE148E}" presName="cycle" presStyleCnt="0">
        <dgm:presLayoutVars>
          <dgm:dir/>
          <dgm:resizeHandles val="exact"/>
        </dgm:presLayoutVars>
      </dgm:prSet>
      <dgm:spPr/>
    </dgm:pt>
    <dgm:pt modelId="{600CEE48-9058-48EC-A7B5-F5E02AB79E7E}" type="pres">
      <dgm:prSet presAssocID="{EAFD7254-0AE1-425F-9354-786EB5D192FD}" presName="node" presStyleLbl="node1" presStyleIdx="0" presStyleCnt="8" custRadScaleRad="98776" custRadScaleInc="-150">
        <dgm:presLayoutVars>
          <dgm:bulletEnabled val="1"/>
        </dgm:presLayoutVars>
      </dgm:prSet>
      <dgm:spPr/>
    </dgm:pt>
    <dgm:pt modelId="{B450A715-FA4B-4EB0-92AC-2D625DFBCE0D}" type="pres">
      <dgm:prSet presAssocID="{1ABA2B98-FF35-4E0E-9736-C9D45242A2AD}" presName="sibTrans" presStyleLbl="sibTrans2D1" presStyleIdx="0" presStyleCnt="8"/>
      <dgm:spPr/>
    </dgm:pt>
    <dgm:pt modelId="{458D70DC-6427-4EA8-81AD-D1184B8421A4}" type="pres">
      <dgm:prSet presAssocID="{1ABA2B98-FF35-4E0E-9736-C9D45242A2AD}" presName="connectorText" presStyleLbl="sibTrans2D1" presStyleIdx="0" presStyleCnt="8"/>
      <dgm:spPr/>
    </dgm:pt>
    <dgm:pt modelId="{94F15D60-A6E8-448C-AB5D-AA4FE65A1EE0}" type="pres">
      <dgm:prSet presAssocID="{FD4E5AE3-E399-4636-8AA5-47D859CCE7EC}" presName="node" presStyleLbl="node1" presStyleIdx="1" presStyleCnt="8" custRadScaleRad="100259" custRadScaleInc="-4998">
        <dgm:presLayoutVars>
          <dgm:bulletEnabled val="1"/>
        </dgm:presLayoutVars>
      </dgm:prSet>
      <dgm:spPr/>
    </dgm:pt>
    <dgm:pt modelId="{B6E0A313-4639-426A-B195-1175A3144FF9}" type="pres">
      <dgm:prSet presAssocID="{4B461DA2-9381-40C4-9FFE-8A4219056576}" presName="sibTrans" presStyleLbl="sibTrans2D1" presStyleIdx="1" presStyleCnt="8"/>
      <dgm:spPr/>
    </dgm:pt>
    <dgm:pt modelId="{8574930B-BD5F-440C-9448-BED77C4B1A0A}" type="pres">
      <dgm:prSet presAssocID="{4B461DA2-9381-40C4-9FFE-8A4219056576}" presName="connectorText" presStyleLbl="sibTrans2D1" presStyleIdx="1" presStyleCnt="8"/>
      <dgm:spPr/>
    </dgm:pt>
    <dgm:pt modelId="{7F4E22F4-4541-4313-9429-8652381E2430}" type="pres">
      <dgm:prSet presAssocID="{E3507BB8-F812-450E-B34B-F8F1B45E4A2F}" presName="node" presStyleLbl="node1" presStyleIdx="2" presStyleCnt="8" custRadScaleRad="99863" custRadScaleInc="-5132">
        <dgm:presLayoutVars>
          <dgm:bulletEnabled val="1"/>
        </dgm:presLayoutVars>
      </dgm:prSet>
      <dgm:spPr/>
    </dgm:pt>
    <dgm:pt modelId="{930C1C10-B7D9-4063-97DF-451520631F5C}" type="pres">
      <dgm:prSet presAssocID="{24FBD762-40CB-401B-8C73-6B569C0912DA}" presName="sibTrans" presStyleLbl="sibTrans2D1" presStyleIdx="2" presStyleCnt="8"/>
      <dgm:spPr/>
    </dgm:pt>
    <dgm:pt modelId="{5E147015-B94C-4CBB-B758-E6ACF0E35DE6}" type="pres">
      <dgm:prSet presAssocID="{24FBD762-40CB-401B-8C73-6B569C0912DA}" presName="connectorText" presStyleLbl="sibTrans2D1" presStyleIdx="2" presStyleCnt="8"/>
      <dgm:spPr/>
    </dgm:pt>
    <dgm:pt modelId="{4253F2A0-3C4D-41E0-8F8F-602B835DE00E}" type="pres">
      <dgm:prSet presAssocID="{90C7FF67-C3DF-4EB4-9CE8-4E75690D2F65}" presName="node" presStyleLbl="node1" presStyleIdx="3" presStyleCnt="8" custRadScaleRad="99488" custRadScaleInc="-4481">
        <dgm:presLayoutVars>
          <dgm:bulletEnabled val="1"/>
        </dgm:presLayoutVars>
      </dgm:prSet>
      <dgm:spPr/>
    </dgm:pt>
    <dgm:pt modelId="{F8AF0E23-F4AB-4B22-93A2-64EDDCAF3E7E}" type="pres">
      <dgm:prSet presAssocID="{77A882BC-9F8B-4009-B34E-D11B4FC92D47}" presName="sibTrans" presStyleLbl="sibTrans2D1" presStyleIdx="3" presStyleCnt="8"/>
      <dgm:spPr/>
    </dgm:pt>
    <dgm:pt modelId="{E2C0DE48-FB2E-4902-9CD5-E59A1930510A}" type="pres">
      <dgm:prSet presAssocID="{77A882BC-9F8B-4009-B34E-D11B4FC92D47}" presName="connectorText" presStyleLbl="sibTrans2D1" presStyleIdx="3" presStyleCnt="8"/>
      <dgm:spPr/>
    </dgm:pt>
    <dgm:pt modelId="{5AC06EA3-1487-4878-8E60-73BC78C506B2}" type="pres">
      <dgm:prSet presAssocID="{3F54CE9F-7CAC-4A59-B171-58292F2C2226}" presName="node" presStyleLbl="node1" presStyleIdx="4" presStyleCnt="8" custRadScaleRad="99190" custRadScaleInc="-3139">
        <dgm:presLayoutVars>
          <dgm:bulletEnabled val="1"/>
        </dgm:presLayoutVars>
      </dgm:prSet>
      <dgm:spPr/>
    </dgm:pt>
    <dgm:pt modelId="{461F6849-4FCE-49EE-9AB8-2EA110D7E1CF}" type="pres">
      <dgm:prSet presAssocID="{03499D24-691A-4B6D-99CE-01C65C9CD44E}" presName="sibTrans" presStyleLbl="sibTrans2D1" presStyleIdx="4" presStyleCnt="8"/>
      <dgm:spPr/>
    </dgm:pt>
    <dgm:pt modelId="{C6172BA1-E4A3-4B80-8442-5E4D51311285}" type="pres">
      <dgm:prSet presAssocID="{03499D24-691A-4B6D-99CE-01C65C9CD44E}" presName="connectorText" presStyleLbl="sibTrans2D1" presStyleIdx="4" presStyleCnt="8"/>
      <dgm:spPr/>
    </dgm:pt>
    <dgm:pt modelId="{94FA9188-7ACD-46A3-9671-54526483B058}" type="pres">
      <dgm:prSet presAssocID="{0F6F5DF9-E58F-4794-9B1B-32DC31867727}" presName="node" presStyleLbl="node1" presStyleIdx="5" presStyleCnt="8" custRadScaleRad="99017" custRadScaleInc="-1308">
        <dgm:presLayoutVars>
          <dgm:bulletEnabled val="1"/>
        </dgm:presLayoutVars>
      </dgm:prSet>
      <dgm:spPr/>
    </dgm:pt>
    <dgm:pt modelId="{0226906C-6F8A-490E-827A-2C59B35F2BD9}" type="pres">
      <dgm:prSet presAssocID="{05C3D9DE-9DA9-4370-B99E-C57B24EFBFBC}" presName="sibTrans" presStyleLbl="sibTrans2D1" presStyleIdx="5" presStyleCnt="8"/>
      <dgm:spPr/>
    </dgm:pt>
    <dgm:pt modelId="{4886F224-0834-4F06-9A78-FD2F2BCFA2DC}" type="pres">
      <dgm:prSet presAssocID="{05C3D9DE-9DA9-4370-B99E-C57B24EFBFBC}" presName="connectorText" presStyleLbl="sibTrans2D1" presStyleIdx="5" presStyleCnt="8"/>
      <dgm:spPr/>
    </dgm:pt>
    <dgm:pt modelId="{D179AB51-579D-48F7-90A3-A3BCDCE0574A}" type="pres">
      <dgm:prSet presAssocID="{C52E2859-30ED-4BC2-BC61-EF6B50EDD3FF}" presName="node" presStyleLbl="node1" presStyleIdx="6" presStyleCnt="8" custRadScaleRad="98994" custRadScaleInc="729">
        <dgm:presLayoutVars>
          <dgm:bulletEnabled val="1"/>
        </dgm:presLayoutVars>
      </dgm:prSet>
      <dgm:spPr/>
    </dgm:pt>
    <dgm:pt modelId="{BEDB3ACA-9105-4436-A6A8-D353E9A71C08}" type="pres">
      <dgm:prSet presAssocID="{789BB7F5-B7CF-4FDA-8B1D-7ED339840F7A}" presName="sibTrans" presStyleLbl="sibTrans2D1" presStyleIdx="6" presStyleCnt="8"/>
      <dgm:spPr/>
    </dgm:pt>
    <dgm:pt modelId="{5F6E0688-7073-4496-8AD7-1FED22E81771}" type="pres">
      <dgm:prSet presAssocID="{789BB7F5-B7CF-4FDA-8B1D-7ED339840F7A}" presName="connectorText" presStyleLbl="sibTrans2D1" presStyleIdx="6" presStyleCnt="8"/>
      <dgm:spPr/>
    </dgm:pt>
    <dgm:pt modelId="{0BCD4322-3D00-4B0F-B247-E2F3D69804BC}" type="pres">
      <dgm:prSet presAssocID="{000D9BFF-2FB5-4946-B88C-0824BDB84F2B}" presName="node" presStyleLbl="node1" presStyleIdx="7" presStyleCnt="8" custRadScaleRad="99126" custRadScaleInc="2651">
        <dgm:presLayoutVars>
          <dgm:bulletEnabled val="1"/>
        </dgm:presLayoutVars>
      </dgm:prSet>
      <dgm:spPr/>
    </dgm:pt>
    <dgm:pt modelId="{315666E4-D604-4B68-BABD-CB75609091A1}" type="pres">
      <dgm:prSet presAssocID="{40E87195-2157-49C9-9489-8CD35C1F4DDF}" presName="sibTrans" presStyleLbl="sibTrans2D1" presStyleIdx="7" presStyleCnt="8"/>
      <dgm:spPr/>
    </dgm:pt>
    <dgm:pt modelId="{8DA36061-2773-445B-99FA-37932372FB10}" type="pres">
      <dgm:prSet presAssocID="{40E87195-2157-49C9-9489-8CD35C1F4DDF}" presName="connectorText" presStyleLbl="sibTrans2D1" presStyleIdx="7" presStyleCnt="8"/>
      <dgm:spPr/>
    </dgm:pt>
  </dgm:ptLst>
  <dgm:cxnLst>
    <dgm:cxn modelId="{EA8FD102-CBB0-4A68-A7AA-FEE41028F452}" type="presOf" srcId="{1ABA2B98-FF35-4E0E-9736-C9D45242A2AD}" destId="{B450A715-FA4B-4EB0-92AC-2D625DFBCE0D}" srcOrd="0" destOrd="0" presId="urn:microsoft.com/office/officeart/2005/8/layout/cycle2"/>
    <dgm:cxn modelId="{4947D402-94F2-40A5-8E91-01669C8BBC24}" type="presOf" srcId="{4B461DA2-9381-40C4-9FFE-8A4219056576}" destId="{8574930B-BD5F-440C-9448-BED77C4B1A0A}" srcOrd="1" destOrd="0" presId="urn:microsoft.com/office/officeart/2005/8/layout/cycle2"/>
    <dgm:cxn modelId="{F1604D09-7035-4E5A-BCF1-F2855F757BE1}" type="presOf" srcId="{3F54CE9F-7CAC-4A59-B171-58292F2C2226}" destId="{5AC06EA3-1487-4878-8E60-73BC78C506B2}" srcOrd="0" destOrd="0" presId="urn:microsoft.com/office/officeart/2005/8/layout/cycle2"/>
    <dgm:cxn modelId="{DA4DCC0A-34F1-41CC-841E-9CF2488D90C9}" type="presOf" srcId="{05C3D9DE-9DA9-4370-B99E-C57B24EFBFBC}" destId="{4886F224-0834-4F06-9A78-FD2F2BCFA2DC}" srcOrd="1" destOrd="0" presId="urn:microsoft.com/office/officeart/2005/8/layout/cycle2"/>
    <dgm:cxn modelId="{0398B813-9AD2-4B60-AB76-E66C4E9E0972}" type="presOf" srcId="{000D9BFF-2FB5-4946-B88C-0824BDB84F2B}" destId="{0BCD4322-3D00-4B0F-B247-E2F3D69804BC}" srcOrd="0" destOrd="0" presId="urn:microsoft.com/office/officeart/2005/8/layout/cycle2"/>
    <dgm:cxn modelId="{1B841621-57A5-4379-8E62-E096F774706C}" srcId="{6631E0A1-A182-4A4C-92D8-28D197EE148E}" destId="{0F6F5DF9-E58F-4794-9B1B-32DC31867727}" srcOrd="5" destOrd="0" parTransId="{50B5F6BF-4C16-4E87-863F-E846E6B043EB}" sibTransId="{05C3D9DE-9DA9-4370-B99E-C57B24EFBFBC}"/>
    <dgm:cxn modelId="{4DAABE21-19CD-46C0-A8A5-557107E41E9F}" type="presOf" srcId="{E3507BB8-F812-450E-B34B-F8F1B45E4A2F}" destId="{7F4E22F4-4541-4313-9429-8652381E2430}" srcOrd="0" destOrd="0" presId="urn:microsoft.com/office/officeart/2005/8/layout/cycle2"/>
    <dgm:cxn modelId="{E8F80E24-4FFE-4556-8E28-4646B78F0B3C}" type="presOf" srcId="{03499D24-691A-4B6D-99CE-01C65C9CD44E}" destId="{461F6849-4FCE-49EE-9AB8-2EA110D7E1CF}" srcOrd="0" destOrd="0" presId="urn:microsoft.com/office/officeart/2005/8/layout/cycle2"/>
    <dgm:cxn modelId="{6AB6BD26-01F2-40F5-85F3-10FDF17F2B98}" srcId="{6631E0A1-A182-4A4C-92D8-28D197EE148E}" destId="{C52E2859-30ED-4BC2-BC61-EF6B50EDD3FF}" srcOrd="6" destOrd="0" parTransId="{CBE65E9E-5205-4A27-9862-35581C6FB5AE}" sibTransId="{789BB7F5-B7CF-4FDA-8B1D-7ED339840F7A}"/>
    <dgm:cxn modelId="{BBD06D29-8943-45F5-BC01-08892DE629FC}" type="presOf" srcId="{EAFD7254-0AE1-425F-9354-786EB5D192FD}" destId="{600CEE48-9058-48EC-A7B5-F5E02AB79E7E}" srcOrd="0" destOrd="0" presId="urn:microsoft.com/office/officeart/2005/8/layout/cycle2"/>
    <dgm:cxn modelId="{7FCB8030-12EA-416C-A314-0ED2EDD17E67}" type="presOf" srcId="{40E87195-2157-49C9-9489-8CD35C1F4DDF}" destId="{8DA36061-2773-445B-99FA-37932372FB10}" srcOrd="1" destOrd="0" presId="urn:microsoft.com/office/officeart/2005/8/layout/cycle2"/>
    <dgm:cxn modelId="{DEA98A39-1D0F-417A-9D60-41C540D8AB95}" srcId="{6631E0A1-A182-4A4C-92D8-28D197EE148E}" destId="{90C7FF67-C3DF-4EB4-9CE8-4E75690D2F65}" srcOrd="3" destOrd="0" parTransId="{BC71018D-6EED-428C-94F0-F7025D06747A}" sibTransId="{77A882BC-9F8B-4009-B34E-D11B4FC92D47}"/>
    <dgm:cxn modelId="{945FEA5E-0F44-40B9-80FB-2C19C3E4C6D8}" type="presOf" srcId="{05C3D9DE-9DA9-4370-B99E-C57B24EFBFBC}" destId="{0226906C-6F8A-490E-827A-2C59B35F2BD9}" srcOrd="0" destOrd="0" presId="urn:microsoft.com/office/officeart/2005/8/layout/cycle2"/>
    <dgm:cxn modelId="{244F0D5F-4DD9-4AEF-AD91-30D17129584E}" srcId="{6631E0A1-A182-4A4C-92D8-28D197EE148E}" destId="{EAFD7254-0AE1-425F-9354-786EB5D192FD}" srcOrd="0" destOrd="0" parTransId="{A2F5E0A8-0F58-4D23-9F51-DA2750A4AEA8}" sibTransId="{1ABA2B98-FF35-4E0E-9736-C9D45242A2AD}"/>
    <dgm:cxn modelId="{508C6742-CC8B-47B0-99B4-7EEC51635839}" type="presOf" srcId="{90C7FF67-C3DF-4EB4-9CE8-4E75690D2F65}" destId="{4253F2A0-3C4D-41E0-8F8F-602B835DE00E}" srcOrd="0" destOrd="0" presId="urn:microsoft.com/office/officeart/2005/8/layout/cycle2"/>
    <dgm:cxn modelId="{CB869846-2D98-4E55-82C0-186E83EE5ECB}" type="presOf" srcId="{77A882BC-9F8B-4009-B34E-D11B4FC92D47}" destId="{E2C0DE48-FB2E-4902-9CD5-E59A1930510A}" srcOrd="1" destOrd="0" presId="urn:microsoft.com/office/officeart/2005/8/layout/cycle2"/>
    <dgm:cxn modelId="{DD470D48-CE63-4AA1-9ADD-E001D27B77DC}" type="presOf" srcId="{4B461DA2-9381-40C4-9FFE-8A4219056576}" destId="{B6E0A313-4639-426A-B195-1175A3144FF9}" srcOrd="0" destOrd="0" presId="urn:microsoft.com/office/officeart/2005/8/layout/cycle2"/>
    <dgm:cxn modelId="{6758EF48-0C05-4A3E-8A13-08A021886BDA}" srcId="{6631E0A1-A182-4A4C-92D8-28D197EE148E}" destId="{000D9BFF-2FB5-4946-B88C-0824BDB84F2B}" srcOrd="7" destOrd="0" parTransId="{495C43FE-9022-4B30-89F1-18F9BB473E8D}" sibTransId="{40E87195-2157-49C9-9489-8CD35C1F4DDF}"/>
    <dgm:cxn modelId="{0507866A-4871-47BD-ABE7-D4C98D7877A5}" type="presOf" srcId="{FD4E5AE3-E399-4636-8AA5-47D859CCE7EC}" destId="{94F15D60-A6E8-448C-AB5D-AA4FE65A1EE0}" srcOrd="0" destOrd="0" presId="urn:microsoft.com/office/officeart/2005/8/layout/cycle2"/>
    <dgm:cxn modelId="{0DFE8352-0EF0-4D2D-9705-E297387B1E4B}" srcId="{6631E0A1-A182-4A4C-92D8-28D197EE148E}" destId="{E3507BB8-F812-450E-B34B-F8F1B45E4A2F}" srcOrd="2" destOrd="0" parTransId="{71D20085-390C-4C80-A5B2-194E99575D34}" sibTransId="{24FBD762-40CB-401B-8C73-6B569C0912DA}"/>
    <dgm:cxn modelId="{5D66E259-42F9-487C-839E-93681D2D80F2}" type="presOf" srcId="{0F6F5DF9-E58F-4794-9B1B-32DC31867727}" destId="{94FA9188-7ACD-46A3-9671-54526483B058}" srcOrd="0" destOrd="0" presId="urn:microsoft.com/office/officeart/2005/8/layout/cycle2"/>
    <dgm:cxn modelId="{91775688-CC91-438C-A8E1-EB5F0BD9B0C7}" type="presOf" srcId="{789BB7F5-B7CF-4FDA-8B1D-7ED339840F7A}" destId="{5F6E0688-7073-4496-8AD7-1FED22E81771}" srcOrd="1" destOrd="0" presId="urn:microsoft.com/office/officeart/2005/8/layout/cycle2"/>
    <dgm:cxn modelId="{6A7E3B90-5F35-4570-8DD9-40BFB0BDB979}" type="presOf" srcId="{24FBD762-40CB-401B-8C73-6B569C0912DA}" destId="{5E147015-B94C-4CBB-B758-E6ACF0E35DE6}" srcOrd="1" destOrd="0" presId="urn:microsoft.com/office/officeart/2005/8/layout/cycle2"/>
    <dgm:cxn modelId="{CE68C291-5BE4-4B92-A50E-14D7E42A309F}" type="presOf" srcId="{1ABA2B98-FF35-4E0E-9736-C9D45242A2AD}" destId="{458D70DC-6427-4EA8-81AD-D1184B8421A4}" srcOrd="1" destOrd="0" presId="urn:microsoft.com/office/officeart/2005/8/layout/cycle2"/>
    <dgm:cxn modelId="{08D95E9B-7BF0-4ADF-8B69-E61D50C2EA24}" type="presOf" srcId="{40E87195-2157-49C9-9489-8CD35C1F4DDF}" destId="{315666E4-D604-4B68-BABD-CB75609091A1}" srcOrd="0" destOrd="0" presId="urn:microsoft.com/office/officeart/2005/8/layout/cycle2"/>
    <dgm:cxn modelId="{7A11F6A2-255D-4B6C-9DBD-842147AEBE7B}" type="presOf" srcId="{24FBD762-40CB-401B-8C73-6B569C0912DA}" destId="{930C1C10-B7D9-4063-97DF-451520631F5C}" srcOrd="0" destOrd="0" presId="urn:microsoft.com/office/officeart/2005/8/layout/cycle2"/>
    <dgm:cxn modelId="{C926EEA9-46F4-45A3-9FAA-8D9AAFE30C60}" type="presOf" srcId="{6631E0A1-A182-4A4C-92D8-28D197EE148E}" destId="{C02C60C1-06FC-4F49-A68C-5F3C490AAB5C}" srcOrd="0" destOrd="0" presId="urn:microsoft.com/office/officeart/2005/8/layout/cycle2"/>
    <dgm:cxn modelId="{ABB1DAB7-8872-4B1E-A393-B44A763B3D0C}" type="presOf" srcId="{789BB7F5-B7CF-4FDA-8B1D-7ED339840F7A}" destId="{BEDB3ACA-9105-4436-A6A8-D353E9A71C08}" srcOrd="0" destOrd="0" presId="urn:microsoft.com/office/officeart/2005/8/layout/cycle2"/>
    <dgm:cxn modelId="{B31BF4BB-FC79-47FF-BF99-7A0E4978E333}" type="presOf" srcId="{03499D24-691A-4B6D-99CE-01C65C9CD44E}" destId="{C6172BA1-E4A3-4B80-8442-5E4D51311285}" srcOrd="1" destOrd="0" presId="urn:microsoft.com/office/officeart/2005/8/layout/cycle2"/>
    <dgm:cxn modelId="{49DCACC8-7CBF-465C-9D46-20C7A39BFE96}" type="presOf" srcId="{C52E2859-30ED-4BC2-BC61-EF6B50EDD3FF}" destId="{D179AB51-579D-48F7-90A3-A3BCDCE0574A}" srcOrd="0" destOrd="0" presId="urn:microsoft.com/office/officeart/2005/8/layout/cycle2"/>
    <dgm:cxn modelId="{A30018FA-5C04-419E-82A2-DFB604FFB212}" type="presOf" srcId="{77A882BC-9F8B-4009-B34E-D11B4FC92D47}" destId="{F8AF0E23-F4AB-4B22-93A2-64EDDCAF3E7E}" srcOrd="0" destOrd="0" presId="urn:microsoft.com/office/officeart/2005/8/layout/cycle2"/>
    <dgm:cxn modelId="{3C0BF9FA-DD49-47FA-9F4D-AE41A7A2DBD3}" srcId="{6631E0A1-A182-4A4C-92D8-28D197EE148E}" destId="{FD4E5AE3-E399-4636-8AA5-47D859CCE7EC}" srcOrd="1" destOrd="0" parTransId="{907E5737-4B4C-4897-B831-0F7428466F8E}" sibTransId="{4B461DA2-9381-40C4-9FFE-8A4219056576}"/>
    <dgm:cxn modelId="{0CD859FE-9AFE-4FD7-88E4-9A3DF8E8020D}" srcId="{6631E0A1-A182-4A4C-92D8-28D197EE148E}" destId="{3F54CE9F-7CAC-4A59-B171-58292F2C2226}" srcOrd="4" destOrd="0" parTransId="{51DAD242-CE84-4F90-9834-1F6227ABD20D}" sibTransId="{03499D24-691A-4B6D-99CE-01C65C9CD44E}"/>
    <dgm:cxn modelId="{8610AC01-F21E-422A-BFF1-8F1A734E0642}" type="presParOf" srcId="{C02C60C1-06FC-4F49-A68C-5F3C490AAB5C}" destId="{600CEE48-9058-48EC-A7B5-F5E02AB79E7E}" srcOrd="0" destOrd="0" presId="urn:microsoft.com/office/officeart/2005/8/layout/cycle2"/>
    <dgm:cxn modelId="{B6A621FB-5A8E-46FA-8A4C-77A93D11EFDA}" type="presParOf" srcId="{C02C60C1-06FC-4F49-A68C-5F3C490AAB5C}" destId="{B450A715-FA4B-4EB0-92AC-2D625DFBCE0D}" srcOrd="1" destOrd="0" presId="urn:microsoft.com/office/officeart/2005/8/layout/cycle2"/>
    <dgm:cxn modelId="{2FF4E1F4-B199-470B-9562-A1B2A5105CFD}" type="presParOf" srcId="{B450A715-FA4B-4EB0-92AC-2D625DFBCE0D}" destId="{458D70DC-6427-4EA8-81AD-D1184B8421A4}" srcOrd="0" destOrd="0" presId="urn:microsoft.com/office/officeart/2005/8/layout/cycle2"/>
    <dgm:cxn modelId="{CE723E8E-2BB9-4F8F-AC68-5D0D0AA629D3}" type="presParOf" srcId="{C02C60C1-06FC-4F49-A68C-5F3C490AAB5C}" destId="{94F15D60-A6E8-448C-AB5D-AA4FE65A1EE0}" srcOrd="2" destOrd="0" presId="urn:microsoft.com/office/officeart/2005/8/layout/cycle2"/>
    <dgm:cxn modelId="{45AEDBD8-3C1C-4F6B-8388-291610EF7644}" type="presParOf" srcId="{C02C60C1-06FC-4F49-A68C-5F3C490AAB5C}" destId="{B6E0A313-4639-426A-B195-1175A3144FF9}" srcOrd="3" destOrd="0" presId="urn:microsoft.com/office/officeart/2005/8/layout/cycle2"/>
    <dgm:cxn modelId="{A6E320DD-3AD0-46CB-9E1C-6AC2C720B8E7}" type="presParOf" srcId="{B6E0A313-4639-426A-B195-1175A3144FF9}" destId="{8574930B-BD5F-440C-9448-BED77C4B1A0A}" srcOrd="0" destOrd="0" presId="urn:microsoft.com/office/officeart/2005/8/layout/cycle2"/>
    <dgm:cxn modelId="{C30A5594-23C1-4E6D-AE96-C6327A4C1C8C}" type="presParOf" srcId="{C02C60C1-06FC-4F49-A68C-5F3C490AAB5C}" destId="{7F4E22F4-4541-4313-9429-8652381E2430}" srcOrd="4" destOrd="0" presId="urn:microsoft.com/office/officeart/2005/8/layout/cycle2"/>
    <dgm:cxn modelId="{FB5ED763-F74B-4631-BAF3-3B38174A80EA}" type="presParOf" srcId="{C02C60C1-06FC-4F49-A68C-5F3C490AAB5C}" destId="{930C1C10-B7D9-4063-97DF-451520631F5C}" srcOrd="5" destOrd="0" presId="urn:microsoft.com/office/officeart/2005/8/layout/cycle2"/>
    <dgm:cxn modelId="{EB52C456-7614-45F7-A624-722F66B6D66E}" type="presParOf" srcId="{930C1C10-B7D9-4063-97DF-451520631F5C}" destId="{5E147015-B94C-4CBB-B758-E6ACF0E35DE6}" srcOrd="0" destOrd="0" presId="urn:microsoft.com/office/officeart/2005/8/layout/cycle2"/>
    <dgm:cxn modelId="{611175BB-C2AC-42E3-8267-B308CC6C5FE5}" type="presParOf" srcId="{C02C60C1-06FC-4F49-A68C-5F3C490AAB5C}" destId="{4253F2A0-3C4D-41E0-8F8F-602B835DE00E}" srcOrd="6" destOrd="0" presId="urn:microsoft.com/office/officeart/2005/8/layout/cycle2"/>
    <dgm:cxn modelId="{F282FA50-D5C8-4412-B3C0-608A6A1AE34B}" type="presParOf" srcId="{C02C60C1-06FC-4F49-A68C-5F3C490AAB5C}" destId="{F8AF0E23-F4AB-4B22-93A2-64EDDCAF3E7E}" srcOrd="7" destOrd="0" presId="urn:microsoft.com/office/officeart/2005/8/layout/cycle2"/>
    <dgm:cxn modelId="{11CA3BFA-E467-4463-8D55-E04B500BFB2A}" type="presParOf" srcId="{F8AF0E23-F4AB-4B22-93A2-64EDDCAF3E7E}" destId="{E2C0DE48-FB2E-4902-9CD5-E59A1930510A}" srcOrd="0" destOrd="0" presId="urn:microsoft.com/office/officeart/2005/8/layout/cycle2"/>
    <dgm:cxn modelId="{EB2223BF-F18E-49A8-99D8-EC5C536F68E2}" type="presParOf" srcId="{C02C60C1-06FC-4F49-A68C-5F3C490AAB5C}" destId="{5AC06EA3-1487-4878-8E60-73BC78C506B2}" srcOrd="8" destOrd="0" presId="urn:microsoft.com/office/officeart/2005/8/layout/cycle2"/>
    <dgm:cxn modelId="{3E7ADA27-F032-4388-9630-829EE271CBA0}" type="presParOf" srcId="{C02C60C1-06FC-4F49-A68C-5F3C490AAB5C}" destId="{461F6849-4FCE-49EE-9AB8-2EA110D7E1CF}" srcOrd="9" destOrd="0" presId="urn:microsoft.com/office/officeart/2005/8/layout/cycle2"/>
    <dgm:cxn modelId="{CD9AFFF8-84F1-4581-AA6E-3BA0123D5404}" type="presParOf" srcId="{461F6849-4FCE-49EE-9AB8-2EA110D7E1CF}" destId="{C6172BA1-E4A3-4B80-8442-5E4D51311285}" srcOrd="0" destOrd="0" presId="urn:microsoft.com/office/officeart/2005/8/layout/cycle2"/>
    <dgm:cxn modelId="{579431A7-83DC-4D6A-9F02-E6AC17B3CB8F}" type="presParOf" srcId="{C02C60C1-06FC-4F49-A68C-5F3C490AAB5C}" destId="{94FA9188-7ACD-46A3-9671-54526483B058}" srcOrd="10" destOrd="0" presId="urn:microsoft.com/office/officeart/2005/8/layout/cycle2"/>
    <dgm:cxn modelId="{FA24FA2F-C5BD-4633-A818-2BA4AB45A037}" type="presParOf" srcId="{C02C60C1-06FC-4F49-A68C-5F3C490AAB5C}" destId="{0226906C-6F8A-490E-827A-2C59B35F2BD9}" srcOrd="11" destOrd="0" presId="urn:microsoft.com/office/officeart/2005/8/layout/cycle2"/>
    <dgm:cxn modelId="{E5445457-4FA6-4F21-AA27-DB815DF22D99}" type="presParOf" srcId="{0226906C-6F8A-490E-827A-2C59B35F2BD9}" destId="{4886F224-0834-4F06-9A78-FD2F2BCFA2DC}" srcOrd="0" destOrd="0" presId="urn:microsoft.com/office/officeart/2005/8/layout/cycle2"/>
    <dgm:cxn modelId="{0CC77333-39C0-487A-8F44-932655E34354}" type="presParOf" srcId="{C02C60C1-06FC-4F49-A68C-5F3C490AAB5C}" destId="{D179AB51-579D-48F7-90A3-A3BCDCE0574A}" srcOrd="12" destOrd="0" presId="urn:microsoft.com/office/officeart/2005/8/layout/cycle2"/>
    <dgm:cxn modelId="{00A3CA4F-2713-454A-8664-7E401153F817}" type="presParOf" srcId="{C02C60C1-06FC-4F49-A68C-5F3C490AAB5C}" destId="{BEDB3ACA-9105-4436-A6A8-D353E9A71C08}" srcOrd="13" destOrd="0" presId="urn:microsoft.com/office/officeart/2005/8/layout/cycle2"/>
    <dgm:cxn modelId="{FD85D521-92DB-4CC1-A83F-09178710AE9D}" type="presParOf" srcId="{BEDB3ACA-9105-4436-A6A8-D353E9A71C08}" destId="{5F6E0688-7073-4496-8AD7-1FED22E81771}" srcOrd="0" destOrd="0" presId="urn:microsoft.com/office/officeart/2005/8/layout/cycle2"/>
    <dgm:cxn modelId="{39EFED2D-4353-487F-9988-5174E401CCE7}" type="presParOf" srcId="{C02C60C1-06FC-4F49-A68C-5F3C490AAB5C}" destId="{0BCD4322-3D00-4B0F-B247-E2F3D69804BC}" srcOrd="14" destOrd="0" presId="urn:microsoft.com/office/officeart/2005/8/layout/cycle2"/>
    <dgm:cxn modelId="{84B6C088-ED85-4323-A7E6-D4F722E2FEA9}" type="presParOf" srcId="{C02C60C1-06FC-4F49-A68C-5F3C490AAB5C}" destId="{315666E4-D604-4B68-BABD-CB75609091A1}" srcOrd="15" destOrd="0" presId="urn:microsoft.com/office/officeart/2005/8/layout/cycle2"/>
    <dgm:cxn modelId="{CFD06536-0C95-4E60-9449-411FC14A3FD2}" type="presParOf" srcId="{315666E4-D604-4B68-BABD-CB75609091A1}" destId="{8DA36061-2773-445B-99FA-37932372FB10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6631E0A1-A182-4A4C-92D8-28D197EE148E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cs-CZ"/>
        </a:p>
      </dgm:t>
    </dgm:pt>
    <dgm:pt modelId="{EAFD7254-0AE1-425F-9354-786EB5D192FD}">
      <dgm:prSet phldrT="[Text]"/>
      <dgm:spPr>
        <a:solidFill>
          <a:srgbClr val="FFFF00"/>
        </a:solidFill>
        <a:ln>
          <a:solidFill>
            <a:schemeClr val="tx1"/>
          </a:solidFill>
        </a:ln>
      </dgm:spPr>
      <dgm:t>
        <a:bodyPr/>
        <a:lstStyle/>
        <a:p>
          <a:r>
            <a:rPr lang="cs-CZ" b="1" dirty="0">
              <a:solidFill>
                <a:schemeClr val="tx1"/>
              </a:solidFill>
              <a:latin typeface="Consolas" panose="020B0609020204030204" pitchFamily="49" charset="0"/>
            </a:rPr>
            <a:t>0</a:t>
          </a:r>
        </a:p>
      </dgm:t>
    </dgm:pt>
    <dgm:pt modelId="{A2F5E0A8-0F58-4D23-9F51-DA2750A4AEA8}" type="parTrans" cxnId="{244F0D5F-4DD9-4AEF-AD91-30D17129584E}">
      <dgm:prSet/>
      <dgm:spPr/>
      <dgm:t>
        <a:bodyPr/>
        <a:lstStyle/>
        <a:p>
          <a:endParaRPr lang="cs-CZ">
            <a:latin typeface="Consolas" panose="020B0609020204030204" pitchFamily="49" charset="0"/>
          </a:endParaRPr>
        </a:p>
      </dgm:t>
    </dgm:pt>
    <dgm:pt modelId="{1ABA2B98-FF35-4E0E-9736-C9D45242A2AD}" type="sibTrans" cxnId="{244F0D5F-4DD9-4AEF-AD91-30D17129584E}">
      <dgm:prSet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endParaRPr lang="cs-CZ">
            <a:latin typeface="Consolas" panose="020B0609020204030204" pitchFamily="49" charset="0"/>
          </a:endParaRPr>
        </a:p>
      </dgm:t>
    </dgm:pt>
    <dgm:pt modelId="{FD4E5AE3-E399-4636-8AA5-47D859CCE7EC}">
      <dgm:prSet phldrT="[Text]"/>
      <dgm:spPr>
        <a:solidFill>
          <a:srgbClr val="FFFF00"/>
        </a:solidFill>
        <a:ln>
          <a:solidFill>
            <a:schemeClr val="tx1"/>
          </a:solidFill>
        </a:ln>
      </dgm:spPr>
      <dgm:t>
        <a:bodyPr/>
        <a:lstStyle/>
        <a:p>
          <a:r>
            <a:rPr lang="cs-CZ" b="1" dirty="0">
              <a:solidFill>
                <a:schemeClr val="tx1"/>
              </a:solidFill>
              <a:latin typeface="Consolas" panose="020B0609020204030204" pitchFamily="49" charset="0"/>
            </a:rPr>
            <a:t>1</a:t>
          </a:r>
        </a:p>
      </dgm:t>
    </dgm:pt>
    <dgm:pt modelId="{907E5737-4B4C-4897-B831-0F7428466F8E}" type="parTrans" cxnId="{3C0BF9FA-DD49-47FA-9F4D-AE41A7A2DBD3}">
      <dgm:prSet/>
      <dgm:spPr/>
      <dgm:t>
        <a:bodyPr/>
        <a:lstStyle/>
        <a:p>
          <a:endParaRPr lang="cs-CZ">
            <a:latin typeface="Consolas" panose="020B0609020204030204" pitchFamily="49" charset="0"/>
          </a:endParaRPr>
        </a:p>
      </dgm:t>
    </dgm:pt>
    <dgm:pt modelId="{4B461DA2-9381-40C4-9FFE-8A4219056576}" type="sibTrans" cxnId="{3C0BF9FA-DD49-47FA-9F4D-AE41A7A2DBD3}">
      <dgm:prSet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endParaRPr lang="cs-CZ">
            <a:latin typeface="Consolas" panose="020B0609020204030204" pitchFamily="49" charset="0"/>
          </a:endParaRPr>
        </a:p>
      </dgm:t>
    </dgm:pt>
    <dgm:pt modelId="{E3507BB8-F812-450E-B34B-F8F1B45E4A2F}">
      <dgm:prSet phldrT="[Text]"/>
      <dgm:spPr>
        <a:solidFill>
          <a:srgbClr val="FFFF00"/>
        </a:solidFill>
        <a:ln>
          <a:solidFill>
            <a:schemeClr val="tx1"/>
          </a:solidFill>
        </a:ln>
      </dgm:spPr>
      <dgm:t>
        <a:bodyPr/>
        <a:lstStyle/>
        <a:p>
          <a:r>
            <a:rPr lang="cs-CZ" b="1" dirty="0">
              <a:solidFill>
                <a:schemeClr val="tx1"/>
              </a:solidFill>
              <a:latin typeface="Consolas" panose="020B0609020204030204" pitchFamily="49" charset="0"/>
            </a:rPr>
            <a:t>2</a:t>
          </a:r>
        </a:p>
      </dgm:t>
    </dgm:pt>
    <dgm:pt modelId="{71D20085-390C-4C80-A5B2-194E99575D34}" type="parTrans" cxnId="{0DFE8352-0EF0-4D2D-9705-E297387B1E4B}">
      <dgm:prSet/>
      <dgm:spPr/>
      <dgm:t>
        <a:bodyPr/>
        <a:lstStyle/>
        <a:p>
          <a:endParaRPr lang="cs-CZ">
            <a:latin typeface="Consolas" panose="020B0609020204030204" pitchFamily="49" charset="0"/>
          </a:endParaRPr>
        </a:p>
      </dgm:t>
    </dgm:pt>
    <dgm:pt modelId="{24FBD762-40CB-401B-8C73-6B569C0912DA}" type="sibTrans" cxnId="{0DFE8352-0EF0-4D2D-9705-E297387B1E4B}">
      <dgm:prSet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endParaRPr lang="cs-CZ">
            <a:latin typeface="Consolas" panose="020B0609020204030204" pitchFamily="49" charset="0"/>
          </a:endParaRPr>
        </a:p>
      </dgm:t>
    </dgm:pt>
    <dgm:pt modelId="{90C7FF67-C3DF-4EB4-9CE8-4E75690D2F65}">
      <dgm:prSet phldrT="[Text]"/>
      <dgm:spPr>
        <a:solidFill>
          <a:srgbClr val="FFFF00"/>
        </a:solidFill>
        <a:ln>
          <a:solidFill>
            <a:schemeClr val="tx1"/>
          </a:solidFill>
        </a:ln>
      </dgm:spPr>
      <dgm:t>
        <a:bodyPr/>
        <a:lstStyle/>
        <a:p>
          <a:r>
            <a:rPr lang="cs-CZ" b="1" dirty="0">
              <a:solidFill>
                <a:schemeClr val="tx1"/>
              </a:solidFill>
              <a:latin typeface="Consolas" panose="020B0609020204030204" pitchFamily="49" charset="0"/>
            </a:rPr>
            <a:t>3</a:t>
          </a:r>
        </a:p>
      </dgm:t>
    </dgm:pt>
    <dgm:pt modelId="{BC71018D-6EED-428C-94F0-F7025D06747A}" type="parTrans" cxnId="{DEA98A39-1D0F-417A-9D60-41C540D8AB95}">
      <dgm:prSet/>
      <dgm:spPr/>
      <dgm:t>
        <a:bodyPr/>
        <a:lstStyle/>
        <a:p>
          <a:endParaRPr lang="cs-CZ">
            <a:latin typeface="Consolas" panose="020B0609020204030204" pitchFamily="49" charset="0"/>
          </a:endParaRPr>
        </a:p>
      </dgm:t>
    </dgm:pt>
    <dgm:pt modelId="{77A882BC-9F8B-4009-B34E-D11B4FC92D47}" type="sibTrans" cxnId="{DEA98A39-1D0F-417A-9D60-41C540D8AB95}">
      <dgm:prSet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endParaRPr lang="cs-CZ">
            <a:latin typeface="Consolas" panose="020B0609020204030204" pitchFamily="49" charset="0"/>
          </a:endParaRPr>
        </a:p>
      </dgm:t>
    </dgm:pt>
    <dgm:pt modelId="{3F54CE9F-7CAC-4A59-B171-58292F2C2226}">
      <dgm:prSet phldrT="[Text]"/>
      <dgm:spPr>
        <a:solidFill>
          <a:srgbClr val="FFFF00"/>
        </a:solidFill>
        <a:ln>
          <a:solidFill>
            <a:schemeClr val="tx1"/>
          </a:solidFill>
        </a:ln>
      </dgm:spPr>
      <dgm:t>
        <a:bodyPr/>
        <a:lstStyle/>
        <a:p>
          <a:r>
            <a:rPr lang="cs-CZ" b="1" dirty="0">
              <a:solidFill>
                <a:schemeClr val="tx1"/>
              </a:solidFill>
              <a:latin typeface="Consolas" panose="020B0609020204030204" pitchFamily="49" charset="0"/>
            </a:rPr>
            <a:t>4</a:t>
          </a:r>
        </a:p>
      </dgm:t>
    </dgm:pt>
    <dgm:pt modelId="{51DAD242-CE84-4F90-9834-1F6227ABD20D}" type="parTrans" cxnId="{0CD859FE-9AFE-4FD7-88E4-9A3DF8E8020D}">
      <dgm:prSet/>
      <dgm:spPr/>
      <dgm:t>
        <a:bodyPr/>
        <a:lstStyle/>
        <a:p>
          <a:endParaRPr lang="cs-CZ">
            <a:latin typeface="Consolas" panose="020B0609020204030204" pitchFamily="49" charset="0"/>
          </a:endParaRPr>
        </a:p>
      </dgm:t>
    </dgm:pt>
    <dgm:pt modelId="{03499D24-691A-4B6D-99CE-01C65C9CD44E}" type="sibTrans" cxnId="{0CD859FE-9AFE-4FD7-88E4-9A3DF8E8020D}">
      <dgm:prSet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endParaRPr lang="cs-CZ">
            <a:latin typeface="Consolas" panose="020B0609020204030204" pitchFamily="49" charset="0"/>
          </a:endParaRPr>
        </a:p>
      </dgm:t>
    </dgm:pt>
    <dgm:pt modelId="{0F6F5DF9-E58F-4794-9B1B-32DC31867727}">
      <dgm:prSet phldrT="[Text]"/>
      <dgm:spPr>
        <a:solidFill>
          <a:srgbClr val="FFFF00"/>
        </a:solidFill>
        <a:ln>
          <a:solidFill>
            <a:schemeClr val="tx1"/>
          </a:solidFill>
        </a:ln>
      </dgm:spPr>
      <dgm:t>
        <a:bodyPr/>
        <a:lstStyle/>
        <a:p>
          <a:r>
            <a:rPr lang="cs-CZ" b="1" dirty="0">
              <a:solidFill>
                <a:schemeClr val="tx1"/>
              </a:solidFill>
              <a:latin typeface="Consolas" panose="020B0609020204030204" pitchFamily="49" charset="0"/>
            </a:rPr>
            <a:t>5</a:t>
          </a:r>
        </a:p>
      </dgm:t>
    </dgm:pt>
    <dgm:pt modelId="{50B5F6BF-4C16-4E87-863F-E846E6B043EB}" type="parTrans" cxnId="{1B841621-57A5-4379-8E62-E096F774706C}">
      <dgm:prSet/>
      <dgm:spPr/>
      <dgm:t>
        <a:bodyPr/>
        <a:lstStyle/>
        <a:p>
          <a:endParaRPr lang="cs-CZ">
            <a:latin typeface="Consolas" panose="020B0609020204030204" pitchFamily="49" charset="0"/>
          </a:endParaRPr>
        </a:p>
      </dgm:t>
    </dgm:pt>
    <dgm:pt modelId="{05C3D9DE-9DA9-4370-B99E-C57B24EFBFBC}" type="sibTrans" cxnId="{1B841621-57A5-4379-8E62-E096F774706C}">
      <dgm:prSet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endParaRPr lang="cs-CZ">
            <a:latin typeface="Consolas" panose="020B0609020204030204" pitchFamily="49" charset="0"/>
          </a:endParaRPr>
        </a:p>
      </dgm:t>
    </dgm:pt>
    <dgm:pt modelId="{C52E2859-30ED-4BC2-BC61-EF6B50EDD3FF}">
      <dgm:prSet phldrT="[Text]"/>
      <dgm:spPr>
        <a:solidFill>
          <a:srgbClr val="FFFF00"/>
        </a:solidFill>
        <a:ln>
          <a:solidFill>
            <a:schemeClr val="tx1"/>
          </a:solidFill>
        </a:ln>
      </dgm:spPr>
      <dgm:t>
        <a:bodyPr/>
        <a:lstStyle/>
        <a:p>
          <a:r>
            <a:rPr lang="cs-CZ" b="1" dirty="0">
              <a:solidFill>
                <a:schemeClr val="tx1"/>
              </a:solidFill>
              <a:latin typeface="Consolas" panose="020B0609020204030204" pitchFamily="49" charset="0"/>
            </a:rPr>
            <a:t>6</a:t>
          </a:r>
        </a:p>
      </dgm:t>
    </dgm:pt>
    <dgm:pt modelId="{CBE65E9E-5205-4A27-9862-35581C6FB5AE}" type="parTrans" cxnId="{6AB6BD26-01F2-40F5-85F3-10FDF17F2B98}">
      <dgm:prSet/>
      <dgm:spPr/>
      <dgm:t>
        <a:bodyPr/>
        <a:lstStyle/>
        <a:p>
          <a:endParaRPr lang="cs-CZ">
            <a:latin typeface="Consolas" panose="020B0609020204030204" pitchFamily="49" charset="0"/>
          </a:endParaRPr>
        </a:p>
      </dgm:t>
    </dgm:pt>
    <dgm:pt modelId="{789BB7F5-B7CF-4FDA-8B1D-7ED339840F7A}" type="sibTrans" cxnId="{6AB6BD26-01F2-40F5-85F3-10FDF17F2B98}">
      <dgm:prSet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endParaRPr lang="cs-CZ">
            <a:latin typeface="Consolas" panose="020B0609020204030204" pitchFamily="49" charset="0"/>
          </a:endParaRPr>
        </a:p>
      </dgm:t>
    </dgm:pt>
    <dgm:pt modelId="{000D9BFF-2FB5-4946-B88C-0824BDB84F2B}">
      <dgm:prSet phldrT="[Text]"/>
      <dgm:spPr>
        <a:solidFill>
          <a:srgbClr val="FFFF00"/>
        </a:solidFill>
        <a:ln>
          <a:solidFill>
            <a:schemeClr val="tx1"/>
          </a:solidFill>
        </a:ln>
      </dgm:spPr>
      <dgm:t>
        <a:bodyPr/>
        <a:lstStyle/>
        <a:p>
          <a:r>
            <a:rPr lang="cs-CZ" b="1" dirty="0">
              <a:solidFill>
                <a:schemeClr val="tx1"/>
              </a:solidFill>
              <a:latin typeface="Consolas" panose="020B0609020204030204" pitchFamily="49" charset="0"/>
            </a:rPr>
            <a:t>7</a:t>
          </a:r>
        </a:p>
      </dgm:t>
    </dgm:pt>
    <dgm:pt modelId="{495C43FE-9022-4B30-89F1-18F9BB473E8D}" type="parTrans" cxnId="{6758EF48-0C05-4A3E-8A13-08A021886BDA}">
      <dgm:prSet/>
      <dgm:spPr/>
      <dgm:t>
        <a:bodyPr/>
        <a:lstStyle/>
        <a:p>
          <a:endParaRPr lang="cs-CZ">
            <a:latin typeface="Consolas" panose="020B0609020204030204" pitchFamily="49" charset="0"/>
          </a:endParaRPr>
        </a:p>
      </dgm:t>
    </dgm:pt>
    <dgm:pt modelId="{40E87195-2157-49C9-9489-8CD35C1F4DDF}" type="sibTrans" cxnId="{6758EF48-0C05-4A3E-8A13-08A021886BDA}">
      <dgm:prSet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endParaRPr lang="cs-CZ">
            <a:latin typeface="Consolas" panose="020B0609020204030204" pitchFamily="49" charset="0"/>
          </a:endParaRPr>
        </a:p>
      </dgm:t>
    </dgm:pt>
    <dgm:pt modelId="{8A779C5C-6FDB-4E09-A5CD-7AB69548E552}">
      <dgm:prSet phldrT="[Text]"/>
      <dgm:spPr>
        <a:solidFill>
          <a:srgbClr val="FFFF00"/>
        </a:solidFill>
        <a:ln>
          <a:solidFill>
            <a:schemeClr val="tx1"/>
          </a:solidFill>
        </a:ln>
      </dgm:spPr>
      <dgm:t>
        <a:bodyPr/>
        <a:lstStyle/>
        <a:p>
          <a:r>
            <a:rPr lang="cs-CZ" b="1" dirty="0">
              <a:solidFill>
                <a:schemeClr val="tx1"/>
              </a:solidFill>
              <a:latin typeface="Consolas" panose="020B0609020204030204" pitchFamily="49" charset="0"/>
            </a:rPr>
            <a:t>8</a:t>
          </a:r>
        </a:p>
      </dgm:t>
    </dgm:pt>
    <dgm:pt modelId="{5FD9BA5A-E841-441A-8AFD-BA61502F73C2}" type="parTrans" cxnId="{5D0029FE-C977-4241-9AC5-A829F77428B8}">
      <dgm:prSet/>
      <dgm:spPr/>
      <dgm:t>
        <a:bodyPr/>
        <a:lstStyle/>
        <a:p>
          <a:endParaRPr lang="cs-CZ">
            <a:latin typeface="Consolas" panose="020B0609020204030204" pitchFamily="49" charset="0"/>
          </a:endParaRPr>
        </a:p>
      </dgm:t>
    </dgm:pt>
    <dgm:pt modelId="{DC13D008-9F34-4FEC-AC37-5E59BFACCF1E}" type="sibTrans" cxnId="{5D0029FE-C977-4241-9AC5-A829F77428B8}">
      <dgm:prSet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endParaRPr lang="cs-CZ">
            <a:latin typeface="Consolas" panose="020B0609020204030204" pitchFamily="49" charset="0"/>
          </a:endParaRPr>
        </a:p>
      </dgm:t>
    </dgm:pt>
    <dgm:pt modelId="{896D5A8F-F174-424F-8B06-DC1886B0977A}">
      <dgm:prSet phldrT="[Text]"/>
      <dgm:spPr>
        <a:solidFill>
          <a:srgbClr val="FFFF00"/>
        </a:solidFill>
        <a:ln>
          <a:solidFill>
            <a:schemeClr val="tx1"/>
          </a:solidFill>
        </a:ln>
      </dgm:spPr>
      <dgm:t>
        <a:bodyPr/>
        <a:lstStyle/>
        <a:p>
          <a:r>
            <a:rPr lang="cs-CZ" b="1" dirty="0">
              <a:solidFill>
                <a:schemeClr val="tx1"/>
              </a:solidFill>
              <a:latin typeface="Consolas" panose="020B0609020204030204" pitchFamily="49" charset="0"/>
            </a:rPr>
            <a:t>9</a:t>
          </a:r>
        </a:p>
      </dgm:t>
    </dgm:pt>
    <dgm:pt modelId="{4A559163-F35E-413E-8BEC-510A57837CB1}" type="parTrans" cxnId="{9E2B8E2C-A2EB-4155-9A22-0588DCB2E6E3}">
      <dgm:prSet/>
      <dgm:spPr/>
      <dgm:t>
        <a:bodyPr/>
        <a:lstStyle/>
        <a:p>
          <a:endParaRPr lang="cs-CZ">
            <a:latin typeface="Consolas" panose="020B0609020204030204" pitchFamily="49" charset="0"/>
          </a:endParaRPr>
        </a:p>
      </dgm:t>
    </dgm:pt>
    <dgm:pt modelId="{1C604439-B64A-4703-8D41-0F23B5392F75}" type="sibTrans" cxnId="{9E2B8E2C-A2EB-4155-9A22-0588DCB2E6E3}">
      <dgm:prSet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endParaRPr lang="cs-CZ">
            <a:latin typeface="Consolas" panose="020B0609020204030204" pitchFamily="49" charset="0"/>
          </a:endParaRPr>
        </a:p>
      </dgm:t>
    </dgm:pt>
    <dgm:pt modelId="{BB928A10-F548-4155-8B8A-90AC3F61D04A}">
      <dgm:prSet phldrT="[Text]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r>
            <a:rPr lang="cs-CZ" b="1" dirty="0">
              <a:solidFill>
                <a:schemeClr val="bg1"/>
              </a:solidFill>
              <a:latin typeface="Consolas" panose="020B0609020204030204" pitchFamily="49" charset="0"/>
            </a:rPr>
            <a:t>10</a:t>
          </a:r>
        </a:p>
      </dgm:t>
    </dgm:pt>
    <dgm:pt modelId="{9C3E8314-E1BC-4A10-845D-3FD4AA176C70}" type="parTrans" cxnId="{71EBD7A4-BBC2-4FFC-B540-4B075FCBF456}">
      <dgm:prSet/>
      <dgm:spPr/>
      <dgm:t>
        <a:bodyPr/>
        <a:lstStyle/>
        <a:p>
          <a:endParaRPr lang="cs-CZ">
            <a:latin typeface="Consolas" panose="020B0609020204030204" pitchFamily="49" charset="0"/>
          </a:endParaRPr>
        </a:p>
      </dgm:t>
    </dgm:pt>
    <dgm:pt modelId="{E79C350A-D452-4658-B463-CC68E06930F7}" type="sibTrans" cxnId="{71EBD7A4-BBC2-4FFC-B540-4B075FCBF456}">
      <dgm:prSet/>
      <dgm:spPr>
        <a:noFill/>
        <a:ln>
          <a:noFill/>
        </a:ln>
      </dgm:spPr>
      <dgm:t>
        <a:bodyPr/>
        <a:lstStyle/>
        <a:p>
          <a:endParaRPr lang="cs-CZ">
            <a:latin typeface="Consolas" panose="020B0609020204030204" pitchFamily="49" charset="0"/>
          </a:endParaRPr>
        </a:p>
      </dgm:t>
    </dgm:pt>
    <dgm:pt modelId="{5172E1B7-4542-40FE-93D0-A1F92F1660C1}">
      <dgm:prSet phldrT="[Text]"/>
      <dgm:spPr>
        <a:solidFill>
          <a:srgbClr val="00B050"/>
        </a:solidFill>
        <a:ln>
          <a:solidFill>
            <a:schemeClr val="tx1"/>
          </a:solidFill>
        </a:ln>
      </dgm:spPr>
      <dgm:t>
        <a:bodyPr/>
        <a:lstStyle/>
        <a:p>
          <a:r>
            <a:rPr lang="cs-CZ" b="1" dirty="0">
              <a:solidFill>
                <a:schemeClr val="tx1"/>
              </a:solidFill>
              <a:latin typeface="Consolas" panose="020B0609020204030204" pitchFamily="49" charset="0"/>
            </a:rPr>
            <a:t>11</a:t>
          </a:r>
        </a:p>
      </dgm:t>
    </dgm:pt>
    <dgm:pt modelId="{E178D3A3-496E-4973-96AC-3FE8A31C6A16}" type="parTrans" cxnId="{980DBFBC-62CD-4CFC-A5BB-875A91D4F897}">
      <dgm:prSet/>
      <dgm:spPr/>
      <dgm:t>
        <a:bodyPr/>
        <a:lstStyle/>
        <a:p>
          <a:endParaRPr lang="cs-CZ">
            <a:latin typeface="Consolas" panose="020B0609020204030204" pitchFamily="49" charset="0"/>
          </a:endParaRPr>
        </a:p>
      </dgm:t>
    </dgm:pt>
    <dgm:pt modelId="{338A6840-612C-419E-80A5-7675104B2930}" type="sibTrans" cxnId="{980DBFBC-62CD-4CFC-A5BB-875A91D4F897}">
      <dgm:prSet/>
      <dgm:spPr>
        <a:noFill/>
        <a:ln>
          <a:noFill/>
        </a:ln>
      </dgm:spPr>
      <dgm:t>
        <a:bodyPr/>
        <a:lstStyle/>
        <a:p>
          <a:endParaRPr lang="cs-CZ">
            <a:latin typeface="Consolas" panose="020B0609020204030204" pitchFamily="49" charset="0"/>
          </a:endParaRPr>
        </a:p>
      </dgm:t>
    </dgm:pt>
    <dgm:pt modelId="{66B9EB89-6D65-4E1C-9093-AF8A8A6FAD97}">
      <dgm:prSet phldrT="[Text]"/>
      <dgm:spPr>
        <a:solidFill>
          <a:srgbClr val="00B050"/>
        </a:solidFill>
        <a:ln>
          <a:solidFill>
            <a:schemeClr val="tx1"/>
          </a:solidFill>
        </a:ln>
      </dgm:spPr>
      <dgm:t>
        <a:bodyPr/>
        <a:lstStyle/>
        <a:p>
          <a:r>
            <a:rPr lang="cs-CZ" b="1" dirty="0">
              <a:solidFill>
                <a:schemeClr val="tx1"/>
              </a:solidFill>
              <a:latin typeface="Consolas" panose="020B0609020204030204" pitchFamily="49" charset="0"/>
            </a:rPr>
            <a:t>12</a:t>
          </a:r>
        </a:p>
      </dgm:t>
    </dgm:pt>
    <dgm:pt modelId="{3651C45D-9EA6-44D8-9C25-2D884AC66FFC}" type="parTrans" cxnId="{B2D1E294-D137-42B3-8120-CE0558DFBAA2}">
      <dgm:prSet/>
      <dgm:spPr/>
      <dgm:t>
        <a:bodyPr/>
        <a:lstStyle/>
        <a:p>
          <a:endParaRPr lang="cs-CZ">
            <a:latin typeface="Consolas" panose="020B0609020204030204" pitchFamily="49" charset="0"/>
          </a:endParaRPr>
        </a:p>
      </dgm:t>
    </dgm:pt>
    <dgm:pt modelId="{28EDB9FA-B7A2-43B0-AAB3-9D861BA29FCE}" type="sibTrans" cxnId="{B2D1E294-D137-42B3-8120-CE0558DFBAA2}">
      <dgm:prSet/>
      <dgm:spPr>
        <a:noFill/>
        <a:ln>
          <a:noFill/>
        </a:ln>
      </dgm:spPr>
      <dgm:t>
        <a:bodyPr/>
        <a:lstStyle/>
        <a:p>
          <a:endParaRPr lang="cs-CZ">
            <a:latin typeface="Consolas" panose="020B0609020204030204" pitchFamily="49" charset="0"/>
          </a:endParaRPr>
        </a:p>
      </dgm:t>
    </dgm:pt>
    <dgm:pt modelId="{3CEABB6E-BB41-48E8-9B23-3C500EDC7631}">
      <dgm:prSet phldrT="[Text]"/>
      <dgm:spPr>
        <a:solidFill>
          <a:srgbClr val="00B050"/>
        </a:solidFill>
        <a:ln>
          <a:solidFill>
            <a:schemeClr val="tx1"/>
          </a:solidFill>
        </a:ln>
      </dgm:spPr>
      <dgm:t>
        <a:bodyPr/>
        <a:lstStyle/>
        <a:p>
          <a:r>
            <a:rPr lang="cs-CZ" b="1" dirty="0">
              <a:solidFill>
                <a:schemeClr val="tx1"/>
              </a:solidFill>
              <a:latin typeface="Consolas" panose="020B0609020204030204" pitchFamily="49" charset="0"/>
            </a:rPr>
            <a:t>13</a:t>
          </a:r>
        </a:p>
      </dgm:t>
    </dgm:pt>
    <dgm:pt modelId="{E9864A39-88F5-4F35-A3D7-99AEA2EDAECD}" type="parTrans" cxnId="{18AC63D6-006C-4BB2-9D3A-DE405531CDBD}">
      <dgm:prSet/>
      <dgm:spPr/>
      <dgm:t>
        <a:bodyPr/>
        <a:lstStyle/>
        <a:p>
          <a:endParaRPr lang="cs-CZ">
            <a:latin typeface="Consolas" panose="020B0609020204030204" pitchFamily="49" charset="0"/>
          </a:endParaRPr>
        </a:p>
      </dgm:t>
    </dgm:pt>
    <dgm:pt modelId="{7C979CB2-9CFF-4DF2-BDE8-51CDE77CAE7A}" type="sibTrans" cxnId="{18AC63D6-006C-4BB2-9D3A-DE405531CDBD}">
      <dgm:prSet/>
      <dgm:spPr>
        <a:noFill/>
        <a:ln>
          <a:noFill/>
        </a:ln>
      </dgm:spPr>
      <dgm:t>
        <a:bodyPr/>
        <a:lstStyle/>
        <a:p>
          <a:endParaRPr lang="cs-CZ">
            <a:latin typeface="Consolas" panose="020B0609020204030204" pitchFamily="49" charset="0"/>
          </a:endParaRPr>
        </a:p>
      </dgm:t>
    </dgm:pt>
    <dgm:pt modelId="{A22C2E75-1000-4B48-93BF-28B8CCBC6ADE}">
      <dgm:prSet phldrT="[Text]"/>
      <dgm:spPr>
        <a:solidFill>
          <a:srgbClr val="00B050"/>
        </a:solidFill>
        <a:ln>
          <a:solidFill>
            <a:schemeClr val="tx1"/>
          </a:solidFill>
        </a:ln>
      </dgm:spPr>
      <dgm:t>
        <a:bodyPr/>
        <a:lstStyle/>
        <a:p>
          <a:r>
            <a:rPr lang="cs-CZ" b="1" dirty="0">
              <a:solidFill>
                <a:schemeClr val="tx1"/>
              </a:solidFill>
              <a:latin typeface="Consolas" panose="020B0609020204030204" pitchFamily="49" charset="0"/>
            </a:rPr>
            <a:t>14</a:t>
          </a:r>
        </a:p>
      </dgm:t>
    </dgm:pt>
    <dgm:pt modelId="{FDF55390-4D23-4101-83D9-F6B25C7E608E}" type="parTrans" cxnId="{DB9CB5FA-1630-45C9-999A-CF41C61458A7}">
      <dgm:prSet/>
      <dgm:spPr/>
      <dgm:t>
        <a:bodyPr/>
        <a:lstStyle/>
        <a:p>
          <a:endParaRPr lang="cs-CZ">
            <a:latin typeface="Consolas" panose="020B0609020204030204" pitchFamily="49" charset="0"/>
          </a:endParaRPr>
        </a:p>
      </dgm:t>
    </dgm:pt>
    <dgm:pt modelId="{139063CF-2C2B-4F50-9AA2-F58653ED4294}" type="sibTrans" cxnId="{DB9CB5FA-1630-45C9-999A-CF41C61458A7}">
      <dgm:prSet/>
      <dgm:spPr>
        <a:noFill/>
        <a:ln>
          <a:noFill/>
        </a:ln>
      </dgm:spPr>
      <dgm:t>
        <a:bodyPr/>
        <a:lstStyle/>
        <a:p>
          <a:endParaRPr lang="cs-CZ">
            <a:latin typeface="Consolas" panose="020B0609020204030204" pitchFamily="49" charset="0"/>
          </a:endParaRPr>
        </a:p>
      </dgm:t>
    </dgm:pt>
    <dgm:pt modelId="{CD4EDE65-690C-45EF-8132-98B8924A08F7}">
      <dgm:prSet phldrT="[Text]"/>
      <dgm:spPr>
        <a:solidFill>
          <a:srgbClr val="00B050"/>
        </a:solidFill>
        <a:ln>
          <a:solidFill>
            <a:schemeClr val="tx1"/>
          </a:solidFill>
        </a:ln>
      </dgm:spPr>
      <dgm:t>
        <a:bodyPr/>
        <a:lstStyle/>
        <a:p>
          <a:r>
            <a:rPr lang="cs-CZ" b="1" dirty="0">
              <a:solidFill>
                <a:schemeClr val="tx1"/>
              </a:solidFill>
              <a:latin typeface="Consolas" panose="020B0609020204030204" pitchFamily="49" charset="0"/>
            </a:rPr>
            <a:t>15</a:t>
          </a:r>
        </a:p>
      </dgm:t>
    </dgm:pt>
    <dgm:pt modelId="{05935E88-4EC7-4A25-B3E6-ACACDAB890C9}" type="parTrans" cxnId="{BD5029E1-1760-4020-B6FD-0080A0748AAC}">
      <dgm:prSet/>
      <dgm:spPr/>
      <dgm:t>
        <a:bodyPr/>
        <a:lstStyle/>
        <a:p>
          <a:endParaRPr lang="cs-CZ">
            <a:latin typeface="Consolas" panose="020B0609020204030204" pitchFamily="49" charset="0"/>
          </a:endParaRPr>
        </a:p>
      </dgm:t>
    </dgm:pt>
    <dgm:pt modelId="{C37A7CFA-1822-429C-979D-346E5422EB7A}" type="sibTrans" cxnId="{BD5029E1-1760-4020-B6FD-0080A0748AAC}">
      <dgm:prSet/>
      <dgm:spPr>
        <a:noFill/>
        <a:ln>
          <a:noFill/>
        </a:ln>
      </dgm:spPr>
      <dgm:t>
        <a:bodyPr/>
        <a:lstStyle/>
        <a:p>
          <a:endParaRPr lang="cs-CZ">
            <a:latin typeface="Consolas" panose="020B0609020204030204" pitchFamily="49" charset="0"/>
          </a:endParaRPr>
        </a:p>
      </dgm:t>
    </dgm:pt>
    <dgm:pt modelId="{C02C60C1-06FC-4F49-A68C-5F3C490AAB5C}" type="pres">
      <dgm:prSet presAssocID="{6631E0A1-A182-4A4C-92D8-28D197EE148E}" presName="cycle" presStyleCnt="0">
        <dgm:presLayoutVars>
          <dgm:dir/>
          <dgm:resizeHandles val="exact"/>
        </dgm:presLayoutVars>
      </dgm:prSet>
      <dgm:spPr/>
    </dgm:pt>
    <dgm:pt modelId="{600CEE48-9058-48EC-A7B5-F5E02AB79E7E}" type="pres">
      <dgm:prSet presAssocID="{EAFD7254-0AE1-425F-9354-786EB5D192FD}" presName="node" presStyleLbl="node1" presStyleIdx="0" presStyleCnt="16" custRadScaleRad="98776" custRadScaleInc="-150">
        <dgm:presLayoutVars>
          <dgm:bulletEnabled val="1"/>
        </dgm:presLayoutVars>
      </dgm:prSet>
      <dgm:spPr/>
    </dgm:pt>
    <dgm:pt modelId="{B450A715-FA4B-4EB0-92AC-2D625DFBCE0D}" type="pres">
      <dgm:prSet presAssocID="{1ABA2B98-FF35-4E0E-9736-C9D45242A2AD}" presName="sibTrans" presStyleLbl="sibTrans2D1" presStyleIdx="0" presStyleCnt="16"/>
      <dgm:spPr/>
    </dgm:pt>
    <dgm:pt modelId="{458D70DC-6427-4EA8-81AD-D1184B8421A4}" type="pres">
      <dgm:prSet presAssocID="{1ABA2B98-FF35-4E0E-9736-C9D45242A2AD}" presName="connectorText" presStyleLbl="sibTrans2D1" presStyleIdx="0" presStyleCnt="16"/>
      <dgm:spPr/>
    </dgm:pt>
    <dgm:pt modelId="{94F15D60-A6E8-448C-AB5D-AA4FE65A1EE0}" type="pres">
      <dgm:prSet presAssocID="{FD4E5AE3-E399-4636-8AA5-47D859CCE7EC}" presName="node" presStyleLbl="node1" presStyleIdx="1" presStyleCnt="16" custRadScaleRad="100259" custRadScaleInc="-4998">
        <dgm:presLayoutVars>
          <dgm:bulletEnabled val="1"/>
        </dgm:presLayoutVars>
      </dgm:prSet>
      <dgm:spPr/>
    </dgm:pt>
    <dgm:pt modelId="{B6E0A313-4639-426A-B195-1175A3144FF9}" type="pres">
      <dgm:prSet presAssocID="{4B461DA2-9381-40C4-9FFE-8A4219056576}" presName="sibTrans" presStyleLbl="sibTrans2D1" presStyleIdx="1" presStyleCnt="16"/>
      <dgm:spPr/>
    </dgm:pt>
    <dgm:pt modelId="{8574930B-BD5F-440C-9448-BED77C4B1A0A}" type="pres">
      <dgm:prSet presAssocID="{4B461DA2-9381-40C4-9FFE-8A4219056576}" presName="connectorText" presStyleLbl="sibTrans2D1" presStyleIdx="1" presStyleCnt="16"/>
      <dgm:spPr/>
    </dgm:pt>
    <dgm:pt modelId="{7F4E22F4-4541-4313-9429-8652381E2430}" type="pres">
      <dgm:prSet presAssocID="{E3507BB8-F812-450E-B34B-F8F1B45E4A2F}" presName="node" presStyleLbl="node1" presStyleIdx="2" presStyleCnt="16" custRadScaleRad="99863" custRadScaleInc="-5132">
        <dgm:presLayoutVars>
          <dgm:bulletEnabled val="1"/>
        </dgm:presLayoutVars>
      </dgm:prSet>
      <dgm:spPr/>
    </dgm:pt>
    <dgm:pt modelId="{930C1C10-B7D9-4063-97DF-451520631F5C}" type="pres">
      <dgm:prSet presAssocID="{24FBD762-40CB-401B-8C73-6B569C0912DA}" presName="sibTrans" presStyleLbl="sibTrans2D1" presStyleIdx="2" presStyleCnt="16"/>
      <dgm:spPr/>
    </dgm:pt>
    <dgm:pt modelId="{5E147015-B94C-4CBB-B758-E6ACF0E35DE6}" type="pres">
      <dgm:prSet presAssocID="{24FBD762-40CB-401B-8C73-6B569C0912DA}" presName="connectorText" presStyleLbl="sibTrans2D1" presStyleIdx="2" presStyleCnt="16"/>
      <dgm:spPr/>
    </dgm:pt>
    <dgm:pt modelId="{4253F2A0-3C4D-41E0-8F8F-602B835DE00E}" type="pres">
      <dgm:prSet presAssocID="{90C7FF67-C3DF-4EB4-9CE8-4E75690D2F65}" presName="node" presStyleLbl="node1" presStyleIdx="3" presStyleCnt="16" custRadScaleRad="99488" custRadScaleInc="-4481">
        <dgm:presLayoutVars>
          <dgm:bulletEnabled val="1"/>
        </dgm:presLayoutVars>
      </dgm:prSet>
      <dgm:spPr/>
    </dgm:pt>
    <dgm:pt modelId="{F8AF0E23-F4AB-4B22-93A2-64EDDCAF3E7E}" type="pres">
      <dgm:prSet presAssocID="{77A882BC-9F8B-4009-B34E-D11B4FC92D47}" presName="sibTrans" presStyleLbl="sibTrans2D1" presStyleIdx="3" presStyleCnt="16"/>
      <dgm:spPr/>
    </dgm:pt>
    <dgm:pt modelId="{E2C0DE48-FB2E-4902-9CD5-E59A1930510A}" type="pres">
      <dgm:prSet presAssocID="{77A882BC-9F8B-4009-B34E-D11B4FC92D47}" presName="connectorText" presStyleLbl="sibTrans2D1" presStyleIdx="3" presStyleCnt="16"/>
      <dgm:spPr/>
    </dgm:pt>
    <dgm:pt modelId="{5AC06EA3-1487-4878-8E60-73BC78C506B2}" type="pres">
      <dgm:prSet presAssocID="{3F54CE9F-7CAC-4A59-B171-58292F2C2226}" presName="node" presStyleLbl="node1" presStyleIdx="4" presStyleCnt="16" custRadScaleRad="99190" custRadScaleInc="-3139">
        <dgm:presLayoutVars>
          <dgm:bulletEnabled val="1"/>
        </dgm:presLayoutVars>
      </dgm:prSet>
      <dgm:spPr/>
    </dgm:pt>
    <dgm:pt modelId="{461F6849-4FCE-49EE-9AB8-2EA110D7E1CF}" type="pres">
      <dgm:prSet presAssocID="{03499D24-691A-4B6D-99CE-01C65C9CD44E}" presName="sibTrans" presStyleLbl="sibTrans2D1" presStyleIdx="4" presStyleCnt="16"/>
      <dgm:spPr/>
    </dgm:pt>
    <dgm:pt modelId="{C6172BA1-E4A3-4B80-8442-5E4D51311285}" type="pres">
      <dgm:prSet presAssocID="{03499D24-691A-4B6D-99CE-01C65C9CD44E}" presName="connectorText" presStyleLbl="sibTrans2D1" presStyleIdx="4" presStyleCnt="16"/>
      <dgm:spPr/>
    </dgm:pt>
    <dgm:pt modelId="{94FA9188-7ACD-46A3-9671-54526483B058}" type="pres">
      <dgm:prSet presAssocID="{0F6F5DF9-E58F-4794-9B1B-32DC31867727}" presName="node" presStyleLbl="node1" presStyleIdx="5" presStyleCnt="16" custRadScaleRad="99017" custRadScaleInc="-1308">
        <dgm:presLayoutVars>
          <dgm:bulletEnabled val="1"/>
        </dgm:presLayoutVars>
      </dgm:prSet>
      <dgm:spPr/>
    </dgm:pt>
    <dgm:pt modelId="{0226906C-6F8A-490E-827A-2C59B35F2BD9}" type="pres">
      <dgm:prSet presAssocID="{05C3D9DE-9DA9-4370-B99E-C57B24EFBFBC}" presName="sibTrans" presStyleLbl="sibTrans2D1" presStyleIdx="5" presStyleCnt="16"/>
      <dgm:spPr/>
    </dgm:pt>
    <dgm:pt modelId="{4886F224-0834-4F06-9A78-FD2F2BCFA2DC}" type="pres">
      <dgm:prSet presAssocID="{05C3D9DE-9DA9-4370-B99E-C57B24EFBFBC}" presName="connectorText" presStyleLbl="sibTrans2D1" presStyleIdx="5" presStyleCnt="16"/>
      <dgm:spPr/>
    </dgm:pt>
    <dgm:pt modelId="{D179AB51-579D-48F7-90A3-A3BCDCE0574A}" type="pres">
      <dgm:prSet presAssocID="{C52E2859-30ED-4BC2-BC61-EF6B50EDD3FF}" presName="node" presStyleLbl="node1" presStyleIdx="6" presStyleCnt="16" custRadScaleRad="98994" custRadScaleInc="729">
        <dgm:presLayoutVars>
          <dgm:bulletEnabled val="1"/>
        </dgm:presLayoutVars>
      </dgm:prSet>
      <dgm:spPr/>
    </dgm:pt>
    <dgm:pt modelId="{BEDB3ACA-9105-4436-A6A8-D353E9A71C08}" type="pres">
      <dgm:prSet presAssocID="{789BB7F5-B7CF-4FDA-8B1D-7ED339840F7A}" presName="sibTrans" presStyleLbl="sibTrans2D1" presStyleIdx="6" presStyleCnt="16"/>
      <dgm:spPr/>
    </dgm:pt>
    <dgm:pt modelId="{5F6E0688-7073-4496-8AD7-1FED22E81771}" type="pres">
      <dgm:prSet presAssocID="{789BB7F5-B7CF-4FDA-8B1D-7ED339840F7A}" presName="connectorText" presStyleLbl="sibTrans2D1" presStyleIdx="6" presStyleCnt="16"/>
      <dgm:spPr/>
    </dgm:pt>
    <dgm:pt modelId="{0BCD4322-3D00-4B0F-B247-E2F3D69804BC}" type="pres">
      <dgm:prSet presAssocID="{000D9BFF-2FB5-4946-B88C-0824BDB84F2B}" presName="node" presStyleLbl="node1" presStyleIdx="7" presStyleCnt="16" custRadScaleRad="99126" custRadScaleInc="2651">
        <dgm:presLayoutVars>
          <dgm:bulletEnabled val="1"/>
        </dgm:presLayoutVars>
      </dgm:prSet>
      <dgm:spPr/>
    </dgm:pt>
    <dgm:pt modelId="{315666E4-D604-4B68-BABD-CB75609091A1}" type="pres">
      <dgm:prSet presAssocID="{40E87195-2157-49C9-9489-8CD35C1F4DDF}" presName="sibTrans" presStyleLbl="sibTrans2D1" presStyleIdx="7" presStyleCnt="16"/>
      <dgm:spPr/>
    </dgm:pt>
    <dgm:pt modelId="{8DA36061-2773-445B-99FA-37932372FB10}" type="pres">
      <dgm:prSet presAssocID="{40E87195-2157-49C9-9489-8CD35C1F4DDF}" presName="connectorText" presStyleLbl="sibTrans2D1" presStyleIdx="7" presStyleCnt="16"/>
      <dgm:spPr/>
    </dgm:pt>
    <dgm:pt modelId="{C7AE0913-6DF2-4D4D-8FB3-F1366AD289D7}" type="pres">
      <dgm:prSet presAssocID="{8A779C5C-6FDB-4E09-A5CD-7AB69548E552}" presName="node" presStyleLbl="node1" presStyleIdx="8" presStyleCnt="16">
        <dgm:presLayoutVars>
          <dgm:bulletEnabled val="1"/>
        </dgm:presLayoutVars>
      </dgm:prSet>
      <dgm:spPr/>
    </dgm:pt>
    <dgm:pt modelId="{7AFEFD81-554F-4C9D-88DE-00B147F45C80}" type="pres">
      <dgm:prSet presAssocID="{DC13D008-9F34-4FEC-AC37-5E59BFACCF1E}" presName="sibTrans" presStyleLbl="sibTrans2D1" presStyleIdx="8" presStyleCnt="16"/>
      <dgm:spPr/>
    </dgm:pt>
    <dgm:pt modelId="{274FCE8C-F597-4B98-B4C9-0D24BCC15113}" type="pres">
      <dgm:prSet presAssocID="{DC13D008-9F34-4FEC-AC37-5E59BFACCF1E}" presName="connectorText" presStyleLbl="sibTrans2D1" presStyleIdx="8" presStyleCnt="16"/>
      <dgm:spPr/>
    </dgm:pt>
    <dgm:pt modelId="{06021AB8-0FDB-40CD-B76D-6889AEA15898}" type="pres">
      <dgm:prSet presAssocID="{896D5A8F-F174-424F-8B06-DC1886B0977A}" presName="node" presStyleLbl="node1" presStyleIdx="9" presStyleCnt="16">
        <dgm:presLayoutVars>
          <dgm:bulletEnabled val="1"/>
        </dgm:presLayoutVars>
      </dgm:prSet>
      <dgm:spPr/>
    </dgm:pt>
    <dgm:pt modelId="{BC1949BE-A785-474F-962B-A97DAA19A8ED}" type="pres">
      <dgm:prSet presAssocID="{1C604439-B64A-4703-8D41-0F23B5392F75}" presName="sibTrans" presStyleLbl="sibTrans2D1" presStyleIdx="9" presStyleCnt="16" custAng="13488103" custFlipVert="1" custScaleX="2000000" custScaleY="126090" custLinFactX="217503" custLinFactY="-459907" custLinFactNeighborX="300000" custLinFactNeighborY="-500000"/>
      <dgm:spPr/>
    </dgm:pt>
    <dgm:pt modelId="{EC6E303D-81AF-462A-82E2-D9D37D33FA52}" type="pres">
      <dgm:prSet presAssocID="{1C604439-B64A-4703-8D41-0F23B5392F75}" presName="connectorText" presStyleLbl="sibTrans2D1" presStyleIdx="9" presStyleCnt="16"/>
      <dgm:spPr/>
    </dgm:pt>
    <dgm:pt modelId="{E28A9E64-954A-4093-A8F0-6AA3D131BDC4}" type="pres">
      <dgm:prSet presAssocID="{BB928A10-F548-4155-8B8A-90AC3F61D04A}" presName="node" presStyleLbl="node1" presStyleIdx="10" presStyleCnt="16">
        <dgm:presLayoutVars>
          <dgm:bulletEnabled val="1"/>
        </dgm:presLayoutVars>
      </dgm:prSet>
      <dgm:spPr/>
    </dgm:pt>
    <dgm:pt modelId="{EF190D75-DDB7-411F-884B-A3300526C306}" type="pres">
      <dgm:prSet presAssocID="{E79C350A-D452-4658-B463-CC68E06930F7}" presName="sibTrans" presStyleLbl="sibTrans2D1" presStyleIdx="10" presStyleCnt="16"/>
      <dgm:spPr/>
    </dgm:pt>
    <dgm:pt modelId="{69219B9B-9AA1-4D46-9104-1F84032106DE}" type="pres">
      <dgm:prSet presAssocID="{E79C350A-D452-4658-B463-CC68E06930F7}" presName="connectorText" presStyleLbl="sibTrans2D1" presStyleIdx="10" presStyleCnt="16"/>
      <dgm:spPr/>
    </dgm:pt>
    <dgm:pt modelId="{695496C3-4D17-4EBA-8BAC-9D92EF12720B}" type="pres">
      <dgm:prSet presAssocID="{5172E1B7-4542-40FE-93D0-A1F92F1660C1}" presName="node" presStyleLbl="node1" presStyleIdx="11" presStyleCnt="16">
        <dgm:presLayoutVars>
          <dgm:bulletEnabled val="1"/>
        </dgm:presLayoutVars>
      </dgm:prSet>
      <dgm:spPr/>
    </dgm:pt>
    <dgm:pt modelId="{A5FBBE95-1A10-4659-A139-37AD68E1EB56}" type="pres">
      <dgm:prSet presAssocID="{338A6840-612C-419E-80A5-7675104B2930}" presName="sibTrans" presStyleLbl="sibTrans2D1" presStyleIdx="11" presStyleCnt="16"/>
      <dgm:spPr/>
    </dgm:pt>
    <dgm:pt modelId="{B485BA0D-4EE2-4AB5-AC44-E64072DCEA81}" type="pres">
      <dgm:prSet presAssocID="{338A6840-612C-419E-80A5-7675104B2930}" presName="connectorText" presStyleLbl="sibTrans2D1" presStyleIdx="11" presStyleCnt="16"/>
      <dgm:spPr/>
    </dgm:pt>
    <dgm:pt modelId="{EC7A6C3E-5CE1-4E4B-9A17-2F965774BA8D}" type="pres">
      <dgm:prSet presAssocID="{66B9EB89-6D65-4E1C-9093-AF8A8A6FAD97}" presName="node" presStyleLbl="node1" presStyleIdx="12" presStyleCnt="16">
        <dgm:presLayoutVars>
          <dgm:bulletEnabled val="1"/>
        </dgm:presLayoutVars>
      </dgm:prSet>
      <dgm:spPr/>
    </dgm:pt>
    <dgm:pt modelId="{E8827A8A-CF94-410F-811F-8E7F19C5A588}" type="pres">
      <dgm:prSet presAssocID="{28EDB9FA-B7A2-43B0-AAB3-9D861BA29FCE}" presName="sibTrans" presStyleLbl="sibTrans2D1" presStyleIdx="12" presStyleCnt="16"/>
      <dgm:spPr/>
    </dgm:pt>
    <dgm:pt modelId="{C60A3A44-0A1A-446A-90A9-989341815780}" type="pres">
      <dgm:prSet presAssocID="{28EDB9FA-B7A2-43B0-AAB3-9D861BA29FCE}" presName="connectorText" presStyleLbl="sibTrans2D1" presStyleIdx="12" presStyleCnt="16"/>
      <dgm:spPr/>
    </dgm:pt>
    <dgm:pt modelId="{26030DD5-D437-4D90-9CEC-090838106C1F}" type="pres">
      <dgm:prSet presAssocID="{3CEABB6E-BB41-48E8-9B23-3C500EDC7631}" presName="node" presStyleLbl="node1" presStyleIdx="13" presStyleCnt="16">
        <dgm:presLayoutVars>
          <dgm:bulletEnabled val="1"/>
        </dgm:presLayoutVars>
      </dgm:prSet>
      <dgm:spPr/>
    </dgm:pt>
    <dgm:pt modelId="{EB2683A9-965F-4375-8838-5849A4B76B4B}" type="pres">
      <dgm:prSet presAssocID="{7C979CB2-9CFF-4DF2-BDE8-51CDE77CAE7A}" presName="sibTrans" presStyleLbl="sibTrans2D1" presStyleIdx="13" presStyleCnt="16"/>
      <dgm:spPr/>
    </dgm:pt>
    <dgm:pt modelId="{51745F19-CCEE-4633-B6B9-F5ECCE78FB4A}" type="pres">
      <dgm:prSet presAssocID="{7C979CB2-9CFF-4DF2-BDE8-51CDE77CAE7A}" presName="connectorText" presStyleLbl="sibTrans2D1" presStyleIdx="13" presStyleCnt="16"/>
      <dgm:spPr/>
    </dgm:pt>
    <dgm:pt modelId="{C9C3957F-BCD2-417E-8FD4-583060E92AD6}" type="pres">
      <dgm:prSet presAssocID="{A22C2E75-1000-4B48-93BF-28B8CCBC6ADE}" presName="node" presStyleLbl="node1" presStyleIdx="14" presStyleCnt="16">
        <dgm:presLayoutVars>
          <dgm:bulletEnabled val="1"/>
        </dgm:presLayoutVars>
      </dgm:prSet>
      <dgm:spPr/>
    </dgm:pt>
    <dgm:pt modelId="{25C42851-F8AB-462C-964A-0CA34768E7A7}" type="pres">
      <dgm:prSet presAssocID="{139063CF-2C2B-4F50-9AA2-F58653ED4294}" presName="sibTrans" presStyleLbl="sibTrans2D1" presStyleIdx="14" presStyleCnt="16"/>
      <dgm:spPr/>
    </dgm:pt>
    <dgm:pt modelId="{321DC402-6995-45CA-8E74-A6AC022D0F1D}" type="pres">
      <dgm:prSet presAssocID="{139063CF-2C2B-4F50-9AA2-F58653ED4294}" presName="connectorText" presStyleLbl="sibTrans2D1" presStyleIdx="14" presStyleCnt="16"/>
      <dgm:spPr/>
    </dgm:pt>
    <dgm:pt modelId="{30E9EBD6-7BF8-4A38-852D-35BDF8CAAD1F}" type="pres">
      <dgm:prSet presAssocID="{CD4EDE65-690C-45EF-8132-98B8924A08F7}" presName="node" presStyleLbl="node1" presStyleIdx="15" presStyleCnt="16" custRadScaleRad="100877" custRadScaleInc="-2605">
        <dgm:presLayoutVars>
          <dgm:bulletEnabled val="1"/>
        </dgm:presLayoutVars>
      </dgm:prSet>
      <dgm:spPr/>
    </dgm:pt>
    <dgm:pt modelId="{3431DE10-3FE3-4940-8AE1-6319B3F2E6AC}" type="pres">
      <dgm:prSet presAssocID="{C37A7CFA-1822-429C-979D-346E5422EB7A}" presName="sibTrans" presStyleLbl="sibTrans2D1" presStyleIdx="15" presStyleCnt="16"/>
      <dgm:spPr/>
    </dgm:pt>
    <dgm:pt modelId="{F0759E1D-1CBB-44A0-B8D2-08C4C7382A03}" type="pres">
      <dgm:prSet presAssocID="{C37A7CFA-1822-429C-979D-346E5422EB7A}" presName="connectorText" presStyleLbl="sibTrans2D1" presStyleIdx="15" presStyleCnt="16"/>
      <dgm:spPr/>
    </dgm:pt>
  </dgm:ptLst>
  <dgm:cxnLst>
    <dgm:cxn modelId="{B18B5C04-BEA8-4400-9D01-EB2189AAAEFC}" type="presOf" srcId="{338A6840-612C-419E-80A5-7675104B2930}" destId="{A5FBBE95-1A10-4659-A139-37AD68E1EB56}" srcOrd="0" destOrd="0" presId="urn:microsoft.com/office/officeart/2005/8/layout/cycle2"/>
    <dgm:cxn modelId="{6CD5C905-F83F-487E-A23B-EDFD43236724}" type="presOf" srcId="{66B9EB89-6D65-4E1C-9093-AF8A8A6FAD97}" destId="{EC7A6C3E-5CE1-4E4B-9A17-2F965774BA8D}" srcOrd="0" destOrd="0" presId="urn:microsoft.com/office/officeart/2005/8/layout/cycle2"/>
    <dgm:cxn modelId="{57360706-6A4F-4DD4-B092-0FFF128393FB}" type="presOf" srcId="{24FBD762-40CB-401B-8C73-6B569C0912DA}" destId="{5E147015-B94C-4CBB-B758-E6ACF0E35DE6}" srcOrd="1" destOrd="0" presId="urn:microsoft.com/office/officeart/2005/8/layout/cycle2"/>
    <dgm:cxn modelId="{AA50D706-1132-4293-BA38-4A2EE908657E}" type="presOf" srcId="{4B461DA2-9381-40C4-9FFE-8A4219056576}" destId="{B6E0A313-4639-426A-B195-1175A3144FF9}" srcOrd="0" destOrd="0" presId="urn:microsoft.com/office/officeart/2005/8/layout/cycle2"/>
    <dgm:cxn modelId="{3AF0DA06-9A2B-4A28-937E-454251BF81DB}" type="presOf" srcId="{FD4E5AE3-E399-4636-8AA5-47D859CCE7EC}" destId="{94F15D60-A6E8-448C-AB5D-AA4FE65A1EE0}" srcOrd="0" destOrd="0" presId="urn:microsoft.com/office/officeart/2005/8/layout/cycle2"/>
    <dgm:cxn modelId="{5C9EAF0C-F91E-47E7-BDC1-03086B904354}" type="presOf" srcId="{3CEABB6E-BB41-48E8-9B23-3C500EDC7631}" destId="{26030DD5-D437-4D90-9CEC-090838106C1F}" srcOrd="0" destOrd="0" presId="urn:microsoft.com/office/officeart/2005/8/layout/cycle2"/>
    <dgm:cxn modelId="{239D630D-1C39-4184-8153-B207899147C4}" type="presOf" srcId="{7C979CB2-9CFF-4DF2-BDE8-51CDE77CAE7A}" destId="{51745F19-CCEE-4633-B6B9-F5ECCE78FB4A}" srcOrd="1" destOrd="0" presId="urn:microsoft.com/office/officeart/2005/8/layout/cycle2"/>
    <dgm:cxn modelId="{FDBFC50F-2615-40BD-9402-ED354BD86FD5}" type="presOf" srcId="{5172E1B7-4542-40FE-93D0-A1F92F1660C1}" destId="{695496C3-4D17-4EBA-8BAC-9D92EF12720B}" srcOrd="0" destOrd="0" presId="urn:microsoft.com/office/officeart/2005/8/layout/cycle2"/>
    <dgm:cxn modelId="{662F8B1C-1F6D-40D5-97D0-427841ABDA02}" type="presOf" srcId="{DC13D008-9F34-4FEC-AC37-5E59BFACCF1E}" destId="{274FCE8C-F597-4B98-B4C9-0D24BCC15113}" srcOrd="1" destOrd="0" presId="urn:microsoft.com/office/officeart/2005/8/layout/cycle2"/>
    <dgm:cxn modelId="{9B6CE31E-A77A-41C3-96B5-655FC00A1E44}" type="presOf" srcId="{3F54CE9F-7CAC-4A59-B171-58292F2C2226}" destId="{5AC06EA3-1487-4878-8E60-73BC78C506B2}" srcOrd="0" destOrd="0" presId="urn:microsoft.com/office/officeart/2005/8/layout/cycle2"/>
    <dgm:cxn modelId="{1B841621-57A5-4379-8E62-E096F774706C}" srcId="{6631E0A1-A182-4A4C-92D8-28D197EE148E}" destId="{0F6F5DF9-E58F-4794-9B1B-32DC31867727}" srcOrd="5" destOrd="0" parTransId="{50B5F6BF-4C16-4E87-863F-E846E6B043EB}" sibTransId="{05C3D9DE-9DA9-4370-B99E-C57B24EFBFBC}"/>
    <dgm:cxn modelId="{6AB6BD26-01F2-40F5-85F3-10FDF17F2B98}" srcId="{6631E0A1-A182-4A4C-92D8-28D197EE148E}" destId="{C52E2859-30ED-4BC2-BC61-EF6B50EDD3FF}" srcOrd="6" destOrd="0" parTransId="{CBE65E9E-5205-4A27-9862-35581C6FB5AE}" sibTransId="{789BB7F5-B7CF-4FDA-8B1D-7ED339840F7A}"/>
    <dgm:cxn modelId="{9E2B8E2C-A2EB-4155-9A22-0588DCB2E6E3}" srcId="{6631E0A1-A182-4A4C-92D8-28D197EE148E}" destId="{896D5A8F-F174-424F-8B06-DC1886B0977A}" srcOrd="9" destOrd="0" parTransId="{4A559163-F35E-413E-8BEC-510A57837CB1}" sibTransId="{1C604439-B64A-4703-8D41-0F23B5392F75}"/>
    <dgm:cxn modelId="{5EC6E431-44EC-47A3-9837-A612ACB52E13}" type="presOf" srcId="{7C979CB2-9CFF-4DF2-BDE8-51CDE77CAE7A}" destId="{EB2683A9-965F-4375-8838-5849A4B76B4B}" srcOrd="0" destOrd="0" presId="urn:microsoft.com/office/officeart/2005/8/layout/cycle2"/>
    <dgm:cxn modelId="{71EBFA36-6F36-4A84-95E2-00DF9ADB4046}" type="presOf" srcId="{8A779C5C-6FDB-4E09-A5CD-7AB69548E552}" destId="{C7AE0913-6DF2-4D4D-8FB3-F1366AD289D7}" srcOrd="0" destOrd="0" presId="urn:microsoft.com/office/officeart/2005/8/layout/cycle2"/>
    <dgm:cxn modelId="{97E60738-588A-49E5-B3D8-8D3A52B18F80}" type="presOf" srcId="{789BB7F5-B7CF-4FDA-8B1D-7ED339840F7A}" destId="{BEDB3ACA-9105-4436-A6A8-D353E9A71C08}" srcOrd="0" destOrd="0" presId="urn:microsoft.com/office/officeart/2005/8/layout/cycle2"/>
    <dgm:cxn modelId="{DEA98A39-1D0F-417A-9D60-41C540D8AB95}" srcId="{6631E0A1-A182-4A4C-92D8-28D197EE148E}" destId="{90C7FF67-C3DF-4EB4-9CE8-4E75690D2F65}" srcOrd="3" destOrd="0" parTransId="{BC71018D-6EED-428C-94F0-F7025D06747A}" sibTransId="{77A882BC-9F8B-4009-B34E-D11B4FC92D47}"/>
    <dgm:cxn modelId="{DE80B03D-EE6A-4299-8A80-380FBFA7CC46}" type="presOf" srcId="{338A6840-612C-419E-80A5-7675104B2930}" destId="{B485BA0D-4EE2-4AB5-AC44-E64072DCEA81}" srcOrd="1" destOrd="0" presId="urn:microsoft.com/office/officeart/2005/8/layout/cycle2"/>
    <dgm:cxn modelId="{2A32305B-1F64-43CC-AE08-8F257682E24A}" type="presOf" srcId="{CD4EDE65-690C-45EF-8132-98B8924A08F7}" destId="{30E9EBD6-7BF8-4A38-852D-35BDF8CAAD1F}" srcOrd="0" destOrd="0" presId="urn:microsoft.com/office/officeart/2005/8/layout/cycle2"/>
    <dgm:cxn modelId="{244F0D5F-4DD9-4AEF-AD91-30D17129584E}" srcId="{6631E0A1-A182-4A4C-92D8-28D197EE148E}" destId="{EAFD7254-0AE1-425F-9354-786EB5D192FD}" srcOrd="0" destOrd="0" parTransId="{A2F5E0A8-0F58-4D23-9F51-DA2750A4AEA8}" sibTransId="{1ABA2B98-FF35-4E0E-9736-C9D45242A2AD}"/>
    <dgm:cxn modelId="{A2AA3844-8AAA-4256-A89B-E46ADA299D8E}" type="presOf" srcId="{77A882BC-9F8B-4009-B34E-D11B4FC92D47}" destId="{F8AF0E23-F4AB-4B22-93A2-64EDDCAF3E7E}" srcOrd="0" destOrd="0" presId="urn:microsoft.com/office/officeart/2005/8/layout/cycle2"/>
    <dgm:cxn modelId="{C8F65F44-C308-4B5B-A39C-FD4AC8C9C818}" type="presOf" srcId="{77A882BC-9F8B-4009-B34E-D11B4FC92D47}" destId="{E2C0DE48-FB2E-4902-9CD5-E59A1930510A}" srcOrd="1" destOrd="0" presId="urn:microsoft.com/office/officeart/2005/8/layout/cycle2"/>
    <dgm:cxn modelId="{6758EF48-0C05-4A3E-8A13-08A021886BDA}" srcId="{6631E0A1-A182-4A4C-92D8-28D197EE148E}" destId="{000D9BFF-2FB5-4946-B88C-0824BDB84F2B}" srcOrd="7" destOrd="0" parTransId="{495C43FE-9022-4B30-89F1-18F9BB473E8D}" sibTransId="{40E87195-2157-49C9-9489-8CD35C1F4DDF}"/>
    <dgm:cxn modelId="{2F27246A-992E-49BB-82A1-2EB4036738D7}" type="presOf" srcId="{C52E2859-30ED-4BC2-BC61-EF6B50EDD3FF}" destId="{D179AB51-579D-48F7-90A3-A3BCDCE0574A}" srcOrd="0" destOrd="0" presId="urn:microsoft.com/office/officeart/2005/8/layout/cycle2"/>
    <dgm:cxn modelId="{168A746F-71DB-4FDD-8FC6-37AC8FAAEE44}" type="presOf" srcId="{E79C350A-D452-4658-B463-CC68E06930F7}" destId="{EF190D75-DDB7-411F-884B-A3300526C306}" srcOrd="0" destOrd="0" presId="urn:microsoft.com/office/officeart/2005/8/layout/cycle2"/>
    <dgm:cxn modelId="{0DFE8352-0EF0-4D2D-9705-E297387B1E4B}" srcId="{6631E0A1-A182-4A4C-92D8-28D197EE148E}" destId="{E3507BB8-F812-450E-B34B-F8F1B45E4A2F}" srcOrd="2" destOrd="0" parTransId="{71D20085-390C-4C80-A5B2-194E99575D34}" sibTransId="{24FBD762-40CB-401B-8C73-6B569C0912DA}"/>
    <dgm:cxn modelId="{E717EF52-F269-46EE-852B-3994D07D9B3C}" type="presOf" srcId="{1ABA2B98-FF35-4E0E-9736-C9D45242A2AD}" destId="{B450A715-FA4B-4EB0-92AC-2D625DFBCE0D}" srcOrd="0" destOrd="0" presId="urn:microsoft.com/office/officeart/2005/8/layout/cycle2"/>
    <dgm:cxn modelId="{47573F76-05FB-4891-A5C0-144E5CC5A980}" type="presOf" srcId="{EAFD7254-0AE1-425F-9354-786EB5D192FD}" destId="{600CEE48-9058-48EC-A7B5-F5E02AB79E7E}" srcOrd="0" destOrd="0" presId="urn:microsoft.com/office/officeart/2005/8/layout/cycle2"/>
    <dgm:cxn modelId="{398CC778-1A98-4339-B56A-986609C63877}" type="presOf" srcId="{28EDB9FA-B7A2-43B0-AAB3-9D861BA29FCE}" destId="{E8827A8A-CF94-410F-811F-8E7F19C5A588}" srcOrd="0" destOrd="0" presId="urn:microsoft.com/office/officeart/2005/8/layout/cycle2"/>
    <dgm:cxn modelId="{A68B1C8B-FDA7-4D03-948B-0AD0827D5F43}" type="presOf" srcId="{1ABA2B98-FF35-4E0E-9736-C9D45242A2AD}" destId="{458D70DC-6427-4EA8-81AD-D1184B8421A4}" srcOrd="1" destOrd="0" presId="urn:microsoft.com/office/officeart/2005/8/layout/cycle2"/>
    <dgm:cxn modelId="{FF68A88B-06FC-43D4-90E7-A3A825A1B55C}" type="presOf" srcId="{139063CF-2C2B-4F50-9AA2-F58653ED4294}" destId="{321DC402-6995-45CA-8E74-A6AC022D0F1D}" srcOrd="1" destOrd="0" presId="urn:microsoft.com/office/officeart/2005/8/layout/cycle2"/>
    <dgm:cxn modelId="{D3AC2990-5B78-44B4-A0D8-97BA4B97E945}" type="presOf" srcId="{896D5A8F-F174-424F-8B06-DC1886B0977A}" destId="{06021AB8-0FDB-40CD-B76D-6889AEA15898}" srcOrd="0" destOrd="0" presId="urn:microsoft.com/office/officeart/2005/8/layout/cycle2"/>
    <dgm:cxn modelId="{1E169D90-5119-4CDB-9F42-598E4600F38D}" type="presOf" srcId="{E3507BB8-F812-450E-B34B-F8F1B45E4A2F}" destId="{7F4E22F4-4541-4313-9429-8652381E2430}" srcOrd="0" destOrd="0" presId="urn:microsoft.com/office/officeart/2005/8/layout/cycle2"/>
    <dgm:cxn modelId="{0E9B9C94-0BC1-4D28-A10B-55AF0C63587D}" type="presOf" srcId="{789BB7F5-B7CF-4FDA-8B1D-7ED339840F7A}" destId="{5F6E0688-7073-4496-8AD7-1FED22E81771}" srcOrd="1" destOrd="0" presId="urn:microsoft.com/office/officeart/2005/8/layout/cycle2"/>
    <dgm:cxn modelId="{B2D1E294-D137-42B3-8120-CE0558DFBAA2}" srcId="{6631E0A1-A182-4A4C-92D8-28D197EE148E}" destId="{66B9EB89-6D65-4E1C-9093-AF8A8A6FAD97}" srcOrd="12" destOrd="0" parTransId="{3651C45D-9EA6-44D8-9C25-2D884AC66FFC}" sibTransId="{28EDB9FA-B7A2-43B0-AAB3-9D861BA29FCE}"/>
    <dgm:cxn modelId="{0FA9C998-229C-4966-ADA4-564688CF7612}" type="presOf" srcId="{0F6F5DF9-E58F-4794-9B1B-32DC31867727}" destId="{94FA9188-7ACD-46A3-9671-54526483B058}" srcOrd="0" destOrd="0" presId="urn:microsoft.com/office/officeart/2005/8/layout/cycle2"/>
    <dgm:cxn modelId="{C366D09E-3CF4-4EB9-98CF-B753CDB3DB04}" type="presOf" srcId="{1C604439-B64A-4703-8D41-0F23B5392F75}" destId="{BC1949BE-A785-474F-962B-A97DAA19A8ED}" srcOrd="0" destOrd="0" presId="urn:microsoft.com/office/officeart/2005/8/layout/cycle2"/>
    <dgm:cxn modelId="{B51F799F-C1B8-4B50-985F-F891016CD3FC}" type="presOf" srcId="{40E87195-2157-49C9-9489-8CD35C1F4DDF}" destId="{8DA36061-2773-445B-99FA-37932372FB10}" srcOrd="1" destOrd="0" presId="urn:microsoft.com/office/officeart/2005/8/layout/cycle2"/>
    <dgm:cxn modelId="{4A0EB3A3-E1F5-4E0B-9DA4-BB0EDD46B532}" type="presOf" srcId="{DC13D008-9F34-4FEC-AC37-5E59BFACCF1E}" destId="{7AFEFD81-554F-4C9D-88DE-00B147F45C80}" srcOrd="0" destOrd="0" presId="urn:microsoft.com/office/officeart/2005/8/layout/cycle2"/>
    <dgm:cxn modelId="{71EBD7A4-BBC2-4FFC-B540-4B075FCBF456}" srcId="{6631E0A1-A182-4A4C-92D8-28D197EE148E}" destId="{BB928A10-F548-4155-8B8A-90AC3F61D04A}" srcOrd="10" destOrd="0" parTransId="{9C3E8314-E1BC-4A10-845D-3FD4AA176C70}" sibTransId="{E79C350A-D452-4658-B463-CC68E06930F7}"/>
    <dgm:cxn modelId="{A1D905AD-C853-4AFF-827A-934D42064ED9}" type="presOf" srcId="{A22C2E75-1000-4B48-93BF-28B8CCBC6ADE}" destId="{C9C3957F-BCD2-417E-8FD4-583060E92AD6}" srcOrd="0" destOrd="0" presId="urn:microsoft.com/office/officeart/2005/8/layout/cycle2"/>
    <dgm:cxn modelId="{9E288BB3-BB85-4BD5-972F-0E4E5CF37832}" type="presOf" srcId="{6631E0A1-A182-4A4C-92D8-28D197EE148E}" destId="{C02C60C1-06FC-4F49-A68C-5F3C490AAB5C}" srcOrd="0" destOrd="0" presId="urn:microsoft.com/office/officeart/2005/8/layout/cycle2"/>
    <dgm:cxn modelId="{738039B5-55A9-453F-800F-5E2BDD299703}" type="presOf" srcId="{05C3D9DE-9DA9-4370-B99E-C57B24EFBFBC}" destId="{4886F224-0834-4F06-9A78-FD2F2BCFA2DC}" srcOrd="1" destOrd="0" presId="urn:microsoft.com/office/officeart/2005/8/layout/cycle2"/>
    <dgm:cxn modelId="{DB0DACB5-D89B-46B9-A321-2B1222635AD4}" type="presOf" srcId="{28EDB9FA-B7A2-43B0-AAB3-9D861BA29FCE}" destId="{C60A3A44-0A1A-446A-90A9-989341815780}" srcOrd="1" destOrd="0" presId="urn:microsoft.com/office/officeart/2005/8/layout/cycle2"/>
    <dgm:cxn modelId="{5903E6B5-638E-43D8-8221-FF6BB8D0EF4C}" type="presOf" srcId="{05C3D9DE-9DA9-4370-B99E-C57B24EFBFBC}" destId="{0226906C-6F8A-490E-827A-2C59B35F2BD9}" srcOrd="0" destOrd="0" presId="urn:microsoft.com/office/officeart/2005/8/layout/cycle2"/>
    <dgm:cxn modelId="{980DBFBC-62CD-4CFC-A5BB-875A91D4F897}" srcId="{6631E0A1-A182-4A4C-92D8-28D197EE148E}" destId="{5172E1B7-4542-40FE-93D0-A1F92F1660C1}" srcOrd="11" destOrd="0" parTransId="{E178D3A3-496E-4973-96AC-3FE8A31C6A16}" sibTransId="{338A6840-612C-419E-80A5-7675104B2930}"/>
    <dgm:cxn modelId="{710FE4BD-14E3-4DE0-B8AA-FBECDBF047FF}" type="presOf" srcId="{1C604439-B64A-4703-8D41-0F23B5392F75}" destId="{EC6E303D-81AF-462A-82E2-D9D37D33FA52}" srcOrd="1" destOrd="0" presId="urn:microsoft.com/office/officeart/2005/8/layout/cycle2"/>
    <dgm:cxn modelId="{494614C1-497F-4047-B514-56E529A00121}" type="presOf" srcId="{C37A7CFA-1822-429C-979D-346E5422EB7A}" destId="{F0759E1D-1CBB-44A0-B8D2-08C4C7382A03}" srcOrd="1" destOrd="0" presId="urn:microsoft.com/office/officeart/2005/8/layout/cycle2"/>
    <dgm:cxn modelId="{1BEAECC2-056D-4C40-AED3-FA9F748C2F37}" type="presOf" srcId="{03499D24-691A-4B6D-99CE-01C65C9CD44E}" destId="{461F6849-4FCE-49EE-9AB8-2EA110D7E1CF}" srcOrd="0" destOrd="0" presId="urn:microsoft.com/office/officeart/2005/8/layout/cycle2"/>
    <dgm:cxn modelId="{CE06C5C4-C6DD-4B9D-B313-B83FF456B64C}" type="presOf" srcId="{BB928A10-F548-4155-8B8A-90AC3F61D04A}" destId="{E28A9E64-954A-4093-A8F0-6AA3D131BDC4}" srcOrd="0" destOrd="0" presId="urn:microsoft.com/office/officeart/2005/8/layout/cycle2"/>
    <dgm:cxn modelId="{23628EC9-3076-458E-B927-CCDF01548C8E}" type="presOf" srcId="{03499D24-691A-4B6D-99CE-01C65C9CD44E}" destId="{C6172BA1-E4A3-4B80-8442-5E4D51311285}" srcOrd="1" destOrd="0" presId="urn:microsoft.com/office/officeart/2005/8/layout/cycle2"/>
    <dgm:cxn modelId="{5C5719CC-BFBF-4E91-949D-91175A50C892}" type="presOf" srcId="{40E87195-2157-49C9-9489-8CD35C1F4DDF}" destId="{315666E4-D604-4B68-BABD-CB75609091A1}" srcOrd="0" destOrd="0" presId="urn:microsoft.com/office/officeart/2005/8/layout/cycle2"/>
    <dgm:cxn modelId="{E7E13BCD-E775-4A90-8063-1DD1A54E37AA}" type="presOf" srcId="{90C7FF67-C3DF-4EB4-9CE8-4E75690D2F65}" destId="{4253F2A0-3C4D-41E0-8F8F-602B835DE00E}" srcOrd="0" destOrd="0" presId="urn:microsoft.com/office/officeart/2005/8/layout/cycle2"/>
    <dgm:cxn modelId="{6E741CCF-ED4D-4C70-8B96-E886F9500D36}" type="presOf" srcId="{139063CF-2C2B-4F50-9AA2-F58653ED4294}" destId="{25C42851-F8AB-462C-964A-0CA34768E7A7}" srcOrd="0" destOrd="0" presId="urn:microsoft.com/office/officeart/2005/8/layout/cycle2"/>
    <dgm:cxn modelId="{18AC63D6-006C-4BB2-9D3A-DE405531CDBD}" srcId="{6631E0A1-A182-4A4C-92D8-28D197EE148E}" destId="{3CEABB6E-BB41-48E8-9B23-3C500EDC7631}" srcOrd="13" destOrd="0" parTransId="{E9864A39-88F5-4F35-A3D7-99AEA2EDAECD}" sibTransId="{7C979CB2-9CFF-4DF2-BDE8-51CDE77CAE7A}"/>
    <dgm:cxn modelId="{BD8B0EE1-BD78-4AC5-917B-A68B5CFCDBD5}" type="presOf" srcId="{000D9BFF-2FB5-4946-B88C-0824BDB84F2B}" destId="{0BCD4322-3D00-4B0F-B247-E2F3D69804BC}" srcOrd="0" destOrd="0" presId="urn:microsoft.com/office/officeart/2005/8/layout/cycle2"/>
    <dgm:cxn modelId="{BD5029E1-1760-4020-B6FD-0080A0748AAC}" srcId="{6631E0A1-A182-4A4C-92D8-28D197EE148E}" destId="{CD4EDE65-690C-45EF-8132-98B8924A08F7}" srcOrd="15" destOrd="0" parTransId="{05935E88-4EC7-4A25-B3E6-ACACDAB890C9}" sibTransId="{C37A7CFA-1822-429C-979D-346E5422EB7A}"/>
    <dgm:cxn modelId="{F6AC35EF-2565-409B-BDBC-148575EF44CF}" type="presOf" srcId="{24FBD762-40CB-401B-8C73-6B569C0912DA}" destId="{930C1C10-B7D9-4063-97DF-451520631F5C}" srcOrd="0" destOrd="0" presId="urn:microsoft.com/office/officeart/2005/8/layout/cycle2"/>
    <dgm:cxn modelId="{C7EC70F1-75CC-4FA5-9E5C-071BE1B6F7B9}" type="presOf" srcId="{4B461DA2-9381-40C4-9FFE-8A4219056576}" destId="{8574930B-BD5F-440C-9448-BED77C4B1A0A}" srcOrd="1" destOrd="0" presId="urn:microsoft.com/office/officeart/2005/8/layout/cycle2"/>
    <dgm:cxn modelId="{CFA1EEF2-7339-4340-AC9B-444B7AEF4FD9}" type="presOf" srcId="{C37A7CFA-1822-429C-979D-346E5422EB7A}" destId="{3431DE10-3FE3-4940-8AE1-6319B3F2E6AC}" srcOrd="0" destOrd="0" presId="urn:microsoft.com/office/officeart/2005/8/layout/cycle2"/>
    <dgm:cxn modelId="{042CFFF4-DFA6-470D-B415-216B335B0668}" type="presOf" srcId="{E79C350A-D452-4658-B463-CC68E06930F7}" destId="{69219B9B-9AA1-4D46-9104-1F84032106DE}" srcOrd="1" destOrd="0" presId="urn:microsoft.com/office/officeart/2005/8/layout/cycle2"/>
    <dgm:cxn modelId="{DB9CB5FA-1630-45C9-999A-CF41C61458A7}" srcId="{6631E0A1-A182-4A4C-92D8-28D197EE148E}" destId="{A22C2E75-1000-4B48-93BF-28B8CCBC6ADE}" srcOrd="14" destOrd="0" parTransId="{FDF55390-4D23-4101-83D9-F6B25C7E608E}" sibTransId="{139063CF-2C2B-4F50-9AA2-F58653ED4294}"/>
    <dgm:cxn modelId="{3C0BF9FA-DD49-47FA-9F4D-AE41A7A2DBD3}" srcId="{6631E0A1-A182-4A4C-92D8-28D197EE148E}" destId="{FD4E5AE3-E399-4636-8AA5-47D859CCE7EC}" srcOrd="1" destOrd="0" parTransId="{907E5737-4B4C-4897-B831-0F7428466F8E}" sibTransId="{4B461DA2-9381-40C4-9FFE-8A4219056576}"/>
    <dgm:cxn modelId="{5D0029FE-C977-4241-9AC5-A829F77428B8}" srcId="{6631E0A1-A182-4A4C-92D8-28D197EE148E}" destId="{8A779C5C-6FDB-4E09-A5CD-7AB69548E552}" srcOrd="8" destOrd="0" parTransId="{5FD9BA5A-E841-441A-8AFD-BA61502F73C2}" sibTransId="{DC13D008-9F34-4FEC-AC37-5E59BFACCF1E}"/>
    <dgm:cxn modelId="{0CD859FE-9AFE-4FD7-88E4-9A3DF8E8020D}" srcId="{6631E0A1-A182-4A4C-92D8-28D197EE148E}" destId="{3F54CE9F-7CAC-4A59-B171-58292F2C2226}" srcOrd="4" destOrd="0" parTransId="{51DAD242-CE84-4F90-9834-1F6227ABD20D}" sibTransId="{03499D24-691A-4B6D-99CE-01C65C9CD44E}"/>
    <dgm:cxn modelId="{82FE2D31-49E0-4538-8B21-C0F8D100C415}" type="presParOf" srcId="{C02C60C1-06FC-4F49-A68C-5F3C490AAB5C}" destId="{600CEE48-9058-48EC-A7B5-F5E02AB79E7E}" srcOrd="0" destOrd="0" presId="urn:microsoft.com/office/officeart/2005/8/layout/cycle2"/>
    <dgm:cxn modelId="{4C6D8C1D-3D68-44D6-AFFB-D71183379790}" type="presParOf" srcId="{C02C60C1-06FC-4F49-A68C-5F3C490AAB5C}" destId="{B450A715-FA4B-4EB0-92AC-2D625DFBCE0D}" srcOrd="1" destOrd="0" presId="urn:microsoft.com/office/officeart/2005/8/layout/cycle2"/>
    <dgm:cxn modelId="{9170FD2D-7C98-48DE-A29D-C73107696288}" type="presParOf" srcId="{B450A715-FA4B-4EB0-92AC-2D625DFBCE0D}" destId="{458D70DC-6427-4EA8-81AD-D1184B8421A4}" srcOrd="0" destOrd="0" presId="urn:microsoft.com/office/officeart/2005/8/layout/cycle2"/>
    <dgm:cxn modelId="{8BCFFCF8-8FEF-44A5-BE06-27A49D8BE748}" type="presParOf" srcId="{C02C60C1-06FC-4F49-A68C-5F3C490AAB5C}" destId="{94F15D60-A6E8-448C-AB5D-AA4FE65A1EE0}" srcOrd="2" destOrd="0" presId="urn:microsoft.com/office/officeart/2005/8/layout/cycle2"/>
    <dgm:cxn modelId="{CAD16DBF-D13F-4118-A6CC-0410FEA2D3CE}" type="presParOf" srcId="{C02C60C1-06FC-4F49-A68C-5F3C490AAB5C}" destId="{B6E0A313-4639-426A-B195-1175A3144FF9}" srcOrd="3" destOrd="0" presId="urn:microsoft.com/office/officeart/2005/8/layout/cycle2"/>
    <dgm:cxn modelId="{784A7AA7-DC88-4877-8803-F823E53C3921}" type="presParOf" srcId="{B6E0A313-4639-426A-B195-1175A3144FF9}" destId="{8574930B-BD5F-440C-9448-BED77C4B1A0A}" srcOrd="0" destOrd="0" presId="urn:microsoft.com/office/officeart/2005/8/layout/cycle2"/>
    <dgm:cxn modelId="{751DA437-32C0-427C-ABEF-651A66CA655B}" type="presParOf" srcId="{C02C60C1-06FC-4F49-A68C-5F3C490AAB5C}" destId="{7F4E22F4-4541-4313-9429-8652381E2430}" srcOrd="4" destOrd="0" presId="urn:microsoft.com/office/officeart/2005/8/layout/cycle2"/>
    <dgm:cxn modelId="{CF9A35BB-5A06-467A-8003-B53193E48C2F}" type="presParOf" srcId="{C02C60C1-06FC-4F49-A68C-5F3C490AAB5C}" destId="{930C1C10-B7D9-4063-97DF-451520631F5C}" srcOrd="5" destOrd="0" presId="urn:microsoft.com/office/officeart/2005/8/layout/cycle2"/>
    <dgm:cxn modelId="{F59DAE73-2CC6-4F04-9B55-2216EF81744F}" type="presParOf" srcId="{930C1C10-B7D9-4063-97DF-451520631F5C}" destId="{5E147015-B94C-4CBB-B758-E6ACF0E35DE6}" srcOrd="0" destOrd="0" presId="urn:microsoft.com/office/officeart/2005/8/layout/cycle2"/>
    <dgm:cxn modelId="{215C76B2-CB09-4E2D-88FE-9D6991864F0D}" type="presParOf" srcId="{C02C60C1-06FC-4F49-A68C-5F3C490AAB5C}" destId="{4253F2A0-3C4D-41E0-8F8F-602B835DE00E}" srcOrd="6" destOrd="0" presId="urn:microsoft.com/office/officeart/2005/8/layout/cycle2"/>
    <dgm:cxn modelId="{EA8EDAF4-307D-42CB-9AD2-4E67C1E02608}" type="presParOf" srcId="{C02C60C1-06FC-4F49-A68C-5F3C490AAB5C}" destId="{F8AF0E23-F4AB-4B22-93A2-64EDDCAF3E7E}" srcOrd="7" destOrd="0" presId="urn:microsoft.com/office/officeart/2005/8/layout/cycle2"/>
    <dgm:cxn modelId="{DD1684DB-F828-4969-B3E7-6C95300E93A9}" type="presParOf" srcId="{F8AF0E23-F4AB-4B22-93A2-64EDDCAF3E7E}" destId="{E2C0DE48-FB2E-4902-9CD5-E59A1930510A}" srcOrd="0" destOrd="0" presId="urn:microsoft.com/office/officeart/2005/8/layout/cycle2"/>
    <dgm:cxn modelId="{2150C522-FBAC-46F3-AA27-C4AB5F27F54C}" type="presParOf" srcId="{C02C60C1-06FC-4F49-A68C-5F3C490AAB5C}" destId="{5AC06EA3-1487-4878-8E60-73BC78C506B2}" srcOrd="8" destOrd="0" presId="urn:microsoft.com/office/officeart/2005/8/layout/cycle2"/>
    <dgm:cxn modelId="{FCEAA4E8-ECDB-4E83-9B14-61597403F421}" type="presParOf" srcId="{C02C60C1-06FC-4F49-A68C-5F3C490AAB5C}" destId="{461F6849-4FCE-49EE-9AB8-2EA110D7E1CF}" srcOrd="9" destOrd="0" presId="urn:microsoft.com/office/officeart/2005/8/layout/cycle2"/>
    <dgm:cxn modelId="{815ADB9C-9294-46A2-8CEE-DCC9AF5AE858}" type="presParOf" srcId="{461F6849-4FCE-49EE-9AB8-2EA110D7E1CF}" destId="{C6172BA1-E4A3-4B80-8442-5E4D51311285}" srcOrd="0" destOrd="0" presId="urn:microsoft.com/office/officeart/2005/8/layout/cycle2"/>
    <dgm:cxn modelId="{DE338449-0126-4AF8-9BAC-7C79C0EF2809}" type="presParOf" srcId="{C02C60C1-06FC-4F49-A68C-5F3C490AAB5C}" destId="{94FA9188-7ACD-46A3-9671-54526483B058}" srcOrd="10" destOrd="0" presId="urn:microsoft.com/office/officeart/2005/8/layout/cycle2"/>
    <dgm:cxn modelId="{7FF32F72-F06C-476C-BAA3-B6BBD71DBA32}" type="presParOf" srcId="{C02C60C1-06FC-4F49-A68C-5F3C490AAB5C}" destId="{0226906C-6F8A-490E-827A-2C59B35F2BD9}" srcOrd="11" destOrd="0" presId="urn:microsoft.com/office/officeart/2005/8/layout/cycle2"/>
    <dgm:cxn modelId="{01AFFA9C-C3F6-452D-8964-7439AFF9CA1F}" type="presParOf" srcId="{0226906C-6F8A-490E-827A-2C59B35F2BD9}" destId="{4886F224-0834-4F06-9A78-FD2F2BCFA2DC}" srcOrd="0" destOrd="0" presId="urn:microsoft.com/office/officeart/2005/8/layout/cycle2"/>
    <dgm:cxn modelId="{397585D9-7A41-4C95-9DD1-18BDA70F0F75}" type="presParOf" srcId="{C02C60C1-06FC-4F49-A68C-5F3C490AAB5C}" destId="{D179AB51-579D-48F7-90A3-A3BCDCE0574A}" srcOrd="12" destOrd="0" presId="urn:microsoft.com/office/officeart/2005/8/layout/cycle2"/>
    <dgm:cxn modelId="{B5F11CA9-0335-4FCA-8A3F-79D434526812}" type="presParOf" srcId="{C02C60C1-06FC-4F49-A68C-5F3C490AAB5C}" destId="{BEDB3ACA-9105-4436-A6A8-D353E9A71C08}" srcOrd="13" destOrd="0" presId="urn:microsoft.com/office/officeart/2005/8/layout/cycle2"/>
    <dgm:cxn modelId="{A9955B4A-F204-4F69-BF90-9063C6180A7B}" type="presParOf" srcId="{BEDB3ACA-9105-4436-A6A8-D353E9A71C08}" destId="{5F6E0688-7073-4496-8AD7-1FED22E81771}" srcOrd="0" destOrd="0" presId="urn:microsoft.com/office/officeart/2005/8/layout/cycle2"/>
    <dgm:cxn modelId="{3B33F73D-8DD3-45A9-B66E-0EE74D5500E7}" type="presParOf" srcId="{C02C60C1-06FC-4F49-A68C-5F3C490AAB5C}" destId="{0BCD4322-3D00-4B0F-B247-E2F3D69804BC}" srcOrd="14" destOrd="0" presId="urn:microsoft.com/office/officeart/2005/8/layout/cycle2"/>
    <dgm:cxn modelId="{818BAECF-6FC5-4A3D-A39B-B0BBE9ABFE35}" type="presParOf" srcId="{C02C60C1-06FC-4F49-A68C-5F3C490AAB5C}" destId="{315666E4-D604-4B68-BABD-CB75609091A1}" srcOrd="15" destOrd="0" presId="urn:microsoft.com/office/officeart/2005/8/layout/cycle2"/>
    <dgm:cxn modelId="{06D99FB5-F48F-4A44-B19F-D32E63DA604E}" type="presParOf" srcId="{315666E4-D604-4B68-BABD-CB75609091A1}" destId="{8DA36061-2773-445B-99FA-37932372FB10}" srcOrd="0" destOrd="0" presId="urn:microsoft.com/office/officeart/2005/8/layout/cycle2"/>
    <dgm:cxn modelId="{E933AAAD-186F-4167-A41B-564CE99DE4CA}" type="presParOf" srcId="{C02C60C1-06FC-4F49-A68C-5F3C490AAB5C}" destId="{C7AE0913-6DF2-4D4D-8FB3-F1366AD289D7}" srcOrd="16" destOrd="0" presId="urn:microsoft.com/office/officeart/2005/8/layout/cycle2"/>
    <dgm:cxn modelId="{63DA6A32-A6BB-4334-B69E-66388879B327}" type="presParOf" srcId="{C02C60C1-06FC-4F49-A68C-5F3C490AAB5C}" destId="{7AFEFD81-554F-4C9D-88DE-00B147F45C80}" srcOrd="17" destOrd="0" presId="urn:microsoft.com/office/officeart/2005/8/layout/cycle2"/>
    <dgm:cxn modelId="{B8E22ABC-0CB7-4373-ADDB-46FF7B758C68}" type="presParOf" srcId="{7AFEFD81-554F-4C9D-88DE-00B147F45C80}" destId="{274FCE8C-F597-4B98-B4C9-0D24BCC15113}" srcOrd="0" destOrd="0" presId="urn:microsoft.com/office/officeart/2005/8/layout/cycle2"/>
    <dgm:cxn modelId="{8786B314-3004-4EAF-8518-98FCF3EAE53A}" type="presParOf" srcId="{C02C60C1-06FC-4F49-A68C-5F3C490AAB5C}" destId="{06021AB8-0FDB-40CD-B76D-6889AEA15898}" srcOrd="18" destOrd="0" presId="urn:microsoft.com/office/officeart/2005/8/layout/cycle2"/>
    <dgm:cxn modelId="{7A184DB8-DC7D-454C-A897-9AABC0AAD6A6}" type="presParOf" srcId="{C02C60C1-06FC-4F49-A68C-5F3C490AAB5C}" destId="{BC1949BE-A785-474F-962B-A97DAA19A8ED}" srcOrd="19" destOrd="0" presId="urn:microsoft.com/office/officeart/2005/8/layout/cycle2"/>
    <dgm:cxn modelId="{644B601B-F071-4AD3-BF4A-44BEF6A551D1}" type="presParOf" srcId="{BC1949BE-A785-474F-962B-A97DAA19A8ED}" destId="{EC6E303D-81AF-462A-82E2-D9D37D33FA52}" srcOrd="0" destOrd="0" presId="urn:microsoft.com/office/officeart/2005/8/layout/cycle2"/>
    <dgm:cxn modelId="{9F6BB2D2-D460-4B55-8EE7-4DACADD4CB9F}" type="presParOf" srcId="{C02C60C1-06FC-4F49-A68C-5F3C490AAB5C}" destId="{E28A9E64-954A-4093-A8F0-6AA3D131BDC4}" srcOrd="20" destOrd="0" presId="urn:microsoft.com/office/officeart/2005/8/layout/cycle2"/>
    <dgm:cxn modelId="{2A0855F6-337E-47AD-88E7-7AC9BE806C2C}" type="presParOf" srcId="{C02C60C1-06FC-4F49-A68C-5F3C490AAB5C}" destId="{EF190D75-DDB7-411F-884B-A3300526C306}" srcOrd="21" destOrd="0" presId="urn:microsoft.com/office/officeart/2005/8/layout/cycle2"/>
    <dgm:cxn modelId="{BD6962B6-E54F-4296-A59D-105B34CE4125}" type="presParOf" srcId="{EF190D75-DDB7-411F-884B-A3300526C306}" destId="{69219B9B-9AA1-4D46-9104-1F84032106DE}" srcOrd="0" destOrd="0" presId="urn:microsoft.com/office/officeart/2005/8/layout/cycle2"/>
    <dgm:cxn modelId="{12390EDB-54E9-41E9-A9A0-9922EFD75191}" type="presParOf" srcId="{C02C60C1-06FC-4F49-A68C-5F3C490AAB5C}" destId="{695496C3-4D17-4EBA-8BAC-9D92EF12720B}" srcOrd="22" destOrd="0" presId="urn:microsoft.com/office/officeart/2005/8/layout/cycle2"/>
    <dgm:cxn modelId="{4A484B7A-1D1D-41AD-A8CF-E4A2A8B34796}" type="presParOf" srcId="{C02C60C1-06FC-4F49-A68C-5F3C490AAB5C}" destId="{A5FBBE95-1A10-4659-A139-37AD68E1EB56}" srcOrd="23" destOrd="0" presId="urn:microsoft.com/office/officeart/2005/8/layout/cycle2"/>
    <dgm:cxn modelId="{D2782C80-CFC5-4DCB-B871-F602B35F8431}" type="presParOf" srcId="{A5FBBE95-1A10-4659-A139-37AD68E1EB56}" destId="{B485BA0D-4EE2-4AB5-AC44-E64072DCEA81}" srcOrd="0" destOrd="0" presId="urn:microsoft.com/office/officeart/2005/8/layout/cycle2"/>
    <dgm:cxn modelId="{064AB2FF-6981-4647-A3AB-F5E082586163}" type="presParOf" srcId="{C02C60C1-06FC-4F49-A68C-5F3C490AAB5C}" destId="{EC7A6C3E-5CE1-4E4B-9A17-2F965774BA8D}" srcOrd="24" destOrd="0" presId="urn:microsoft.com/office/officeart/2005/8/layout/cycle2"/>
    <dgm:cxn modelId="{846F16C2-D5F1-4187-9DB9-F3C93EF4A208}" type="presParOf" srcId="{C02C60C1-06FC-4F49-A68C-5F3C490AAB5C}" destId="{E8827A8A-CF94-410F-811F-8E7F19C5A588}" srcOrd="25" destOrd="0" presId="urn:microsoft.com/office/officeart/2005/8/layout/cycle2"/>
    <dgm:cxn modelId="{35439CE5-D03F-4ACE-B51C-81F0D9919FCE}" type="presParOf" srcId="{E8827A8A-CF94-410F-811F-8E7F19C5A588}" destId="{C60A3A44-0A1A-446A-90A9-989341815780}" srcOrd="0" destOrd="0" presId="urn:microsoft.com/office/officeart/2005/8/layout/cycle2"/>
    <dgm:cxn modelId="{0DA71DDE-EFAE-4149-BB79-B5A9138F3A3E}" type="presParOf" srcId="{C02C60C1-06FC-4F49-A68C-5F3C490AAB5C}" destId="{26030DD5-D437-4D90-9CEC-090838106C1F}" srcOrd="26" destOrd="0" presId="urn:microsoft.com/office/officeart/2005/8/layout/cycle2"/>
    <dgm:cxn modelId="{78DAEB08-CFFE-4767-86CF-D8248B180A7D}" type="presParOf" srcId="{C02C60C1-06FC-4F49-A68C-5F3C490AAB5C}" destId="{EB2683A9-965F-4375-8838-5849A4B76B4B}" srcOrd="27" destOrd="0" presId="urn:microsoft.com/office/officeart/2005/8/layout/cycle2"/>
    <dgm:cxn modelId="{6A4118D7-E340-4CEB-A28D-AFD9F2C2FE7E}" type="presParOf" srcId="{EB2683A9-965F-4375-8838-5849A4B76B4B}" destId="{51745F19-CCEE-4633-B6B9-F5ECCE78FB4A}" srcOrd="0" destOrd="0" presId="urn:microsoft.com/office/officeart/2005/8/layout/cycle2"/>
    <dgm:cxn modelId="{23819D08-29BA-485C-8A8D-2F28F7970620}" type="presParOf" srcId="{C02C60C1-06FC-4F49-A68C-5F3C490AAB5C}" destId="{C9C3957F-BCD2-417E-8FD4-583060E92AD6}" srcOrd="28" destOrd="0" presId="urn:microsoft.com/office/officeart/2005/8/layout/cycle2"/>
    <dgm:cxn modelId="{E6985602-B2B9-476A-9FE9-E93014CAB354}" type="presParOf" srcId="{C02C60C1-06FC-4F49-A68C-5F3C490AAB5C}" destId="{25C42851-F8AB-462C-964A-0CA34768E7A7}" srcOrd="29" destOrd="0" presId="urn:microsoft.com/office/officeart/2005/8/layout/cycle2"/>
    <dgm:cxn modelId="{3A0F684B-CD5B-4F1C-9AEF-5AB24620D146}" type="presParOf" srcId="{25C42851-F8AB-462C-964A-0CA34768E7A7}" destId="{321DC402-6995-45CA-8E74-A6AC022D0F1D}" srcOrd="0" destOrd="0" presId="urn:microsoft.com/office/officeart/2005/8/layout/cycle2"/>
    <dgm:cxn modelId="{246004A4-0730-4524-B3BC-C7447C6F2C57}" type="presParOf" srcId="{C02C60C1-06FC-4F49-A68C-5F3C490AAB5C}" destId="{30E9EBD6-7BF8-4A38-852D-35BDF8CAAD1F}" srcOrd="30" destOrd="0" presId="urn:microsoft.com/office/officeart/2005/8/layout/cycle2"/>
    <dgm:cxn modelId="{2EB381C6-A25F-406F-ADFA-8E0CE16FE5BA}" type="presParOf" srcId="{C02C60C1-06FC-4F49-A68C-5F3C490AAB5C}" destId="{3431DE10-3FE3-4940-8AE1-6319B3F2E6AC}" srcOrd="31" destOrd="0" presId="urn:microsoft.com/office/officeart/2005/8/layout/cycle2"/>
    <dgm:cxn modelId="{2276F263-876B-4B8F-8973-8CFBCCBD7813}" type="presParOf" srcId="{3431DE10-3FE3-4940-8AE1-6319B3F2E6AC}" destId="{F0759E1D-1CBB-44A0-B8D2-08C4C7382A03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6631E0A1-A182-4A4C-92D8-28D197EE148E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cs-CZ"/>
        </a:p>
      </dgm:t>
    </dgm:pt>
    <dgm:pt modelId="{EAFD7254-0AE1-425F-9354-786EB5D192FD}">
      <dgm:prSet phldrT="[Text]"/>
      <dgm:spPr>
        <a:solidFill>
          <a:srgbClr val="FFFF00"/>
        </a:solidFill>
        <a:ln>
          <a:solidFill>
            <a:schemeClr val="tx1"/>
          </a:solidFill>
        </a:ln>
      </dgm:spPr>
      <dgm:t>
        <a:bodyPr/>
        <a:lstStyle/>
        <a:p>
          <a:r>
            <a:rPr lang="cs-CZ" b="1" dirty="0">
              <a:solidFill>
                <a:schemeClr val="tx1"/>
              </a:solidFill>
            </a:rPr>
            <a:t>0</a:t>
          </a:r>
        </a:p>
      </dgm:t>
    </dgm:pt>
    <dgm:pt modelId="{A2F5E0A8-0F58-4D23-9F51-DA2750A4AEA8}" type="parTrans" cxnId="{244F0D5F-4DD9-4AEF-AD91-30D17129584E}">
      <dgm:prSet/>
      <dgm:spPr/>
      <dgm:t>
        <a:bodyPr/>
        <a:lstStyle/>
        <a:p>
          <a:endParaRPr lang="cs-CZ"/>
        </a:p>
      </dgm:t>
    </dgm:pt>
    <dgm:pt modelId="{1ABA2B98-FF35-4E0E-9736-C9D45242A2AD}" type="sibTrans" cxnId="{244F0D5F-4DD9-4AEF-AD91-30D17129584E}">
      <dgm:prSet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endParaRPr lang="cs-CZ"/>
        </a:p>
      </dgm:t>
    </dgm:pt>
    <dgm:pt modelId="{FD4E5AE3-E399-4636-8AA5-47D859CCE7EC}">
      <dgm:prSet phldrT="[Text]"/>
      <dgm:spPr>
        <a:solidFill>
          <a:srgbClr val="FFFF00"/>
        </a:solidFill>
        <a:ln>
          <a:solidFill>
            <a:schemeClr val="tx1"/>
          </a:solidFill>
        </a:ln>
      </dgm:spPr>
      <dgm:t>
        <a:bodyPr/>
        <a:lstStyle/>
        <a:p>
          <a:r>
            <a:rPr lang="cs-CZ" b="1" dirty="0">
              <a:solidFill>
                <a:schemeClr val="tx1"/>
              </a:solidFill>
            </a:rPr>
            <a:t>1</a:t>
          </a:r>
        </a:p>
      </dgm:t>
    </dgm:pt>
    <dgm:pt modelId="{907E5737-4B4C-4897-B831-0F7428466F8E}" type="parTrans" cxnId="{3C0BF9FA-DD49-47FA-9F4D-AE41A7A2DBD3}">
      <dgm:prSet/>
      <dgm:spPr/>
      <dgm:t>
        <a:bodyPr/>
        <a:lstStyle/>
        <a:p>
          <a:endParaRPr lang="cs-CZ"/>
        </a:p>
      </dgm:t>
    </dgm:pt>
    <dgm:pt modelId="{4B461DA2-9381-40C4-9FFE-8A4219056576}" type="sibTrans" cxnId="{3C0BF9FA-DD49-47FA-9F4D-AE41A7A2DBD3}">
      <dgm:prSet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endParaRPr lang="cs-CZ"/>
        </a:p>
      </dgm:t>
    </dgm:pt>
    <dgm:pt modelId="{E3507BB8-F812-450E-B34B-F8F1B45E4A2F}">
      <dgm:prSet phldrT="[Text]"/>
      <dgm:spPr>
        <a:solidFill>
          <a:srgbClr val="FFFF00"/>
        </a:solidFill>
        <a:ln>
          <a:solidFill>
            <a:schemeClr val="tx1"/>
          </a:solidFill>
        </a:ln>
      </dgm:spPr>
      <dgm:t>
        <a:bodyPr/>
        <a:lstStyle/>
        <a:p>
          <a:r>
            <a:rPr lang="cs-CZ" b="1" dirty="0">
              <a:solidFill>
                <a:schemeClr val="tx1"/>
              </a:solidFill>
            </a:rPr>
            <a:t>2</a:t>
          </a:r>
        </a:p>
      </dgm:t>
    </dgm:pt>
    <dgm:pt modelId="{71D20085-390C-4C80-A5B2-194E99575D34}" type="parTrans" cxnId="{0DFE8352-0EF0-4D2D-9705-E297387B1E4B}">
      <dgm:prSet/>
      <dgm:spPr/>
      <dgm:t>
        <a:bodyPr/>
        <a:lstStyle/>
        <a:p>
          <a:endParaRPr lang="cs-CZ"/>
        </a:p>
      </dgm:t>
    </dgm:pt>
    <dgm:pt modelId="{24FBD762-40CB-401B-8C73-6B569C0912DA}" type="sibTrans" cxnId="{0DFE8352-0EF0-4D2D-9705-E297387B1E4B}">
      <dgm:prSet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endParaRPr lang="cs-CZ"/>
        </a:p>
      </dgm:t>
    </dgm:pt>
    <dgm:pt modelId="{90C7FF67-C3DF-4EB4-9CE8-4E75690D2F65}">
      <dgm:prSet phldrT="[Text]"/>
      <dgm:spPr>
        <a:solidFill>
          <a:srgbClr val="FFFF00"/>
        </a:solidFill>
        <a:ln>
          <a:solidFill>
            <a:schemeClr val="tx1"/>
          </a:solidFill>
        </a:ln>
      </dgm:spPr>
      <dgm:t>
        <a:bodyPr/>
        <a:lstStyle/>
        <a:p>
          <a:r>
            <a:rPr lang="cs-CZ" b="1" dirty="0">
              <a:solidFill>
                <a:schemeClr val="tx1"/>
              </a:solidFill>
            </a:rPr>
            <a:t>3</a:t>
          </a:r>
        </a:p>
      </dgm:t>
    </dgm:pt>
    <dgm:pt modelId="{BC71018D-6EED-428C-94F0-F7025D06747A}" type="parTrans" cxnId="{DEA98A39-1D0F-417A-9D60-41C540D8AB95}">
      <dgm:prSet/>
      <dgm:spPr/>
      <dgm:t>
        <a:bodyPr/>
        <a:lstStyle/>
        <a:p>
          <a:endParaRPr lang="cs-CZ"/>
        </a:p>
      </dgm:t>
    </dgm:pt>
    <dgm:pt modelId="{77A882BC-9F8B-4009-B34E-D11B4FC92D47}" type="sibTrans" cxnId="{DEA98A39-1D0F-417A-9D60-41C540D8AB95}">
      <dgm:prSet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endParaRPr lang="cs-CZ"/>
        </a:p>
      </dgm:t>
    </dgm:pt>
    <dgm:pt modelId="{3F54CE9F-7CAC-4A59-B171-58292F2C2226}">
      <dgm:prSet phldrT="[Text]"/>
      <dgm:spPr>
        <a:solidFill>
          <a:srgbClr val="FFFF00"/>
        </a:solidFill>
        <a:ln>
          <a:solidFill>
            <a:schemeClr val="tx1"/>
          </a:solidFill>
        </a:ln>
      </dgm:spPr>
      <dgm:t>
        <a:bodyPr/>
        <a:lstStyle/>
        <a:p>
          <a:r>
            <a:rPr lang="cs-CZ" b="1">
              <a:solidFill>
                <a:schemeClr val="tx1"/>
              </a:solidFill>
            </a:rPr>
            <a:t>4</a:t>
          </a:r>
          <a:endParaRPr lang="cs-CZ" b="1" dirty="0">
            <a:solidFill>
              <a:schemeClr val="tx1"/>
            </a:solidFill>
          </a:endParaRPr>
        </a:p>
      </dgm:t>
    </dgm:pt>
    <dgm:pt modelId="{51DAD242-CE84-4F90-9834-1F6227ABD20D}" type="parTrans" cxnId="{0CD859FE-9AFE-4FD7-88E4-9A3DF8E8020D}">
      <dgm:prSet/>
      <dgm:spPr/>
      <dgm:t>
        <a:bodyPr/>
        <a:lstStyle/>
        <a:p>
          <a:endParaRPr lang="cs-CZ"/>
        </a:p>
      </dgm:t>
    </dgm:pt>
    <dgm:pt modelId="{03499D24-691A-4B6D-99CE-01C65C9CD44E}" type="sibTrans" cxnId="{0CD859FE-9AFE-4FD7-88E4-9A3DF8E8020D}">
      <dgm:prSet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endParaRPr lang="cs-CZ"/>
        </a:p>
      </dgm:t>
    </dgm:pt>
    <dgm:pt modelId="{C02C60C1-06FC-4F49-A68C-5F3C490AAB5C}" type="pres">
      <dgm:prSet presAssocID="{6631E0A1-A182-4A4C-92D8-28D197EE148E}" presName="cycle" presStyleCnt="0">
        <dgm:presLayoutVars>
          <dgm:dir/>
          <dgm:resizeHandles val="exact"/>
        </dgm:presLayoutVars>
      </dgm:prSet>
      <dgm:spPr/>
    </dgm:pt>
    <dgm:pt modelId="{600CEE48-9058-48EC-A7B5-F5E02AB79E7E}" type="pres">
      <dgm:prSet presAssocID="{EAFD7254-0AE1-425F-9354-786EB5D192FD}" presName="node" presStyleLbl="node1" presStyleIdx="0" presStyleCnt="5" custRadScaleRad="98776" custRadScaleInc="-150">
        <dgm:presLayoutVars>
          <dgm:bulletEnabled val="1"/>
        </dgm:presLayoutVars>
      </dgm:prSet>
      <dgm:spPr/>
    </dgm:pt>
    <dgm:pt modelId="{B450A715-FA4B-4EB0-92AC-2D625DFBCE0D}" type="pres">
      <dgm:prSet presAssocID="{1ABA2B98-FF35-4E0E-9736-C9D45242A2AD}" presName="sibTrans" presStyleLbl="sibTrans2D1" presStyleIdx="0" presStyleCnt="5"/>
      <dgm:spPr/>
    </dgm:pt>
    <dgm:pt modelId="{458D70DC-6427-4EA8-81AD-D1184B8421A4}" type="pres">
      <dgm:prSet presAssocID="{1ABA2B98-FF35-4E0E-9736-C9D45242A2AD}" presName="connectorText" presStyleLbl="sibTrans2D1" presStyleIdx="0" presStyleCnt="5"/>
      <dgm:spPr/>
    </dgm:pt>
    <dgm:pt modelId="{94F15D60-A6E8-448C-AB5D-AA4FE65A1EE0}" type="pres">
      <dgm:prSet presAssocID="{FD4E5AE3-E399-4636-8AA5-47D859CCE7EC}" presName="node" presStyleLbl="node1" presStyleIdx="1" presStyleCnt="5" custRadScaleRad="100259" custRadScaleInc="-4998">
        <dgm:presLayoutVars>
          <dgm:bulletEnabled val="1"/>
        </dgm:presLayoutVars>
      </dgm:prSet>
      <dgm:spPr/>
    </dgm:pt>
    <dgm:pt modelId="{B6E0A313-4639-426A-B195-1175A3144FF9}" type="pres">
      <dgm:prSet presAssocID="{4B461DA2-9381-40C4-9FFE-8A4219056576}" presName="sibTrans" presStyleLbl="sibTrans2D1" presStyleIdx="1" presStyleCnt="5"/>
      <dgm:spPr/>
    </dgm:pt>
    <dgm:pt modelId="{8574930B-BD5F-440C-9448-BED77C4B1A0A}" type="pres">
      <dgm:prSet presAssocID="{4B461DA2-9381-40C4-9FFE-8A4219056576}" presName="connectorText" presStyleLbl="sibTrans2D1" presStyleIdx="1" presStyleCnt="5"/>
      <dgm:spPr/>
    </dgm:pt>
    <dgm:pt modelId="{7F4E22F4-4541-4313-9429-8652381E2430}" type="pres">
      <dgm:prSet presAssocID="{E3507BB8-F812-450E-B34B-F8F1B45E4A2F}" presName="node" presStyleLbl="node1" presStyleIdx="2" presStyleCnt="5" custRadScaleRad="99863" custRadScaleInc="-5132">
        <dgm:presLayoutVars>
          <dgm:bulletEnabled val="1"/>
        </dgm:presLayoutVars>
      </dgm:prSet>
      <dgm:spPr/>
    </dgm:pt>
    <dgm:pt modelId="{930C1C10-B7D9-4063-97DF-451520631F5C}" type="pres">
      <dgm:prSet presAssocID="{24FBD762-40CB-401B-8C73-6B569C0912DA}" presName="sibTrans" presStyleLbl="sibTrans2D1" presStyleIdx="2" presStyleCnt="5"/>
      <dgm:spPr/>
    </dgm:pt>
    <dgm:pt modelId="{5E147015-B94C-4CBB-B758-E6ACF0E35DE6}" type="pres">
      <dgm:prSet presAssocID="{24FBD762-40CB-401B-8C73-6B569C0912DA}" presName="connectorText" presStyleLbl="sibTrans2D1" presStyleIdx="2" presStyleCnt="5"/>
      <dgm:spPr/>
    </dgm:pt>
    <dgm:pt modelId="{4253F2A0-3C4D-41E0-8F8F-602B835DE00E}" type="pres">
      <dgm:prSet presAssocID="{90C7FF67-C3DF-4EB4-9CE8-4E75690D2F65}" presName="node" presStyleLbl="node1" presStyleIdx="3" presStyleCnt="5" custRadScaleRad="99488" custRadScaleInc="-4481">
        <dgm:presLayoutVars>
          <dgm:bulletEnabled val="1"/>
        </dgm:presLayoutVars>
      </dgm:prSet>
      <dgm:spPr/>
    </dgm:pt>
    <dgm:pt modelId="{F8AF0E23-F4AB-4B22-93A2-64EDDCAF3E7E}" type="pres">
      <dgm:prSet presAssocID="{77A882BC-9F8B-4009-B34E-D11B4FC92D47}" presName="sibTrans" presStyleLbl="sibTrans2D1" presStyleIdx="3" presStyleCnt="5"/>
      <dgm:spPr/>
    </dgm:pt>
    <dgm:pt modelId="{E2C0DE48-FB2E-4902-9CD5-E59A1930510A}" type="pres">
      <dgm:prSet presAssocID="{77A882BC-9F8B-4009-B34E-D11B4FC92D47}" presName="connectorText" presStyleLbl="sibTrans2D1" presStyleIdx="3" presStyleCnt="5"/>
      <dgm:spPr/>
    </dgm:pt>
    <dgm:pt modelId="{5AC06EA3-1487-4878-8E60-73BC78C506B2}" type="pres">
      <dgm:prSet presAssocID="{3F54CE9F-7CAC-4A59-B171-58292F2C2226}" presName="node" presStyleLbl="node1" presStyleIdx="4" presStyleCnt="5" custRadScaleRad="99190" custRadScaleInc="-3139">
        <dgm:presLayoutVars>
          <dgm:bulletEnabled val="1"/>
        </dgm:presLayoutVars>
      </dgm:prSet>
      <dgm:spPr/>
    </dgm:pt>
    <dgm:pt modelId="{461F6849-4FCE-49EE-9AB8-2EA110D7E1CF}" type="pres">
      <dgm:prSet presAssocID="{03499D24-691A-4B6D-99CE-01C65C9CD44E}" presName="sibTrans" presStyleLbl="sibTrans2D1" presStyleIdx="4" presStyleCnt="5"/>
      <dgm:spPr/>
    </dgm:pt>
    <dgm:pt modelId="{C6172BA1-E4A3-4B80-8442-5E4D51311285}" type="pres">
      <dgm:prSet presAssocID="{03499D24-691A-4B6D-99CE-01C65C9CD44E}" presName="connectorText" presStyleLbl="sibTrans2D1" presStyleIdx="4" presStyleCnt="5"/>
      <dgm:spPr/>
    </dgm:pt>
  </dgm:ptLst>
  <dgm:cxnLst>
    <dgm:cxn modelId="{BCF2C708-2EDB-4862-BE77-61565B59C04A}" type="presOf" srcId="{1ABA2B98-FF35-4E0E-9736-C9D45242A2AD}" destId="{458D70DC-6427-4EA8-81AD-D1184B8421A4}" srcOrd="1" destOrd="0" presId="urn:microsoft.com/office/officeart/2005/8/layout/cycle2"/>
    <dgm:cxn modelId="{E14C0E0E-BF23-4645-BE4B-46BEA0C9AE12}" type="presOf" srcId="{4B461DA2-9381-40C4-9FFE-8A4219056576}" destId="{8574930B-BD5F-440C-9448-BED77C4B1A0A}" srcOrd="1" destOrd="0" presId="urn:microsoft.com/office/officeart/2005/8/layout/cycle2"/>
    <dgm:cxn modelId="{4D14CC14-D706-4A46-BEAA-B9688E0AB9EE}" type="presOf" srcId="{24FBD762-40CB-401B-8C73-6B569C0912DA}" destId="{5E147015-B94C-4CBB-B758-E6ACF0E35DE6}" srcOrd="1" destOrd="0" presId="urn:microsoft.com/office/officeart/2005/8/layout/cycle2"/>
    <dgm:cxn modelId="{DEA98A39-1D0F-417A-9D60-41C540D8AB95}" srcId="{6631E0A1-A182-4A4C-92D8-28D197EE148E}" destId="{90C7FF67-C3DF-4EB4-9CE8-4E75690D2F65}" srcOrd="3" destOrd="0" parTransId="{BC71018D-6EED-428C-94F0-F7025D06747A}" sibTransId="{77A882BC-9F8B-4009-B34E-D11B4FC92D47}"/>
    <dgm:cxn modelId="{244F0D5F-4DD9-4AEF-AD91-30D17129584E}" srcId="{6631E0A1-A182-4A4C-92D8-28D197EE148E}" destId="{EAFD7254-0AE1-425F-9354-786EB5D192FD}" srcOrd="0" destOrd="0" parTransId="{A2F5E0A8-0F58-4D23-9F51-DA2750A4AEA8}" sibTransId="{1ABA2B98-FF35-4E0E-9736-C9D45242A2AD}"/>
    <dgm:cxn modelId="{4DAE6463-C036-49C4-818D-E4872C887B80}" type="presOf" srcId="{77A882BC-9F8B-4009-B34E-D11B4FC92D47}" destId="{E2C0DE48-FB2E-4902-9CD5-E59A1930510A}" srcOrd="1" destOrd="0" presId="urn:microsoft.com/office/officeart/2005/8/layout/cycle2"/>
    <dgm:cxn modelId="{EC38F043-9B4A-4F97-A79D-1BD2B448573A}" type="presOf" srcId="{03499D24-691A-4B6D-99CE-01C65C9CD44E}" destId="{C6172BA1-E4A3-4B80-8442-5E4D51311285}" srcOrd="1" destOrd="0" presId="urn:microsoft.com/office/officeart/2005/8/layout/cycle2"/>
    <dgm:cxn modelId="{540A7748-0E0F-4D32-8CAE-BD0662BF92DF}" type="presOf" srcId="{90C7FF67-C3DF-4EB4-9CE8-4E75690D2F65}" destId="{4253F2A0-3C4D-41E0-8F8F-602B835DE00E}" srcOrd="0" destOrd="0" presId="urn:microsoft.com/office/officeart/2005/8/layout/cycle2"/>
    <dgm:cxn modelId="{050CA069-4A8A-48AC-924F-B9DE6EF0C02A}" type="presOf" srcId="{3F54CE9F-7CAC-4A59-B171-58292F2C2226}" destId="{5AC06EA3-1487-4878-8E60-73BC78C506B2}" srcOrd="0" destOrd="0" presId="urn:microsoft.com/office/officeart/2005/8/layout/cycle2"/>
    <dgm:cxn modelId="{5327234A-5921-4C95-88A4-07C28DA5D9AC}" type="presOf" srcId="{77A882BC-9F8B-4009-B34E-D11B4FC92D47}" destId="{F8AF0E23-F4AB-4B22-93A2-64EDDCAF3E7E}" srcOrd="0" destOrd="0" presId="urn:microsoft.com/office/officeart/2005/8/layout/cycle2"/>
    <dgm:cxn modelId="{0DFE8352-0EF0-4D2D-9705-E297387B1E4B}" srcId="{6631E0A1-A182-4A4C-92D8-28D197EE148E}" destId="{E3507BB8-F812-450E-B34B-F8F1B45E4A2F}" srcOrd="2" destOrd="0" parTransId="{71D20085-390C-4C80-A5B2-194E99575D34}" sibTransId="{24FBD762-40CB-401B-8C73-6B569C0912DA}"/>
    <dgm:cxn modelId="{32575A7F-5CC7-433F-A3A3-9EEE5967F931}" type="presOf" srcId="{EAFD7254-0AE1-425F-9354-786EB5D192FD}" destId="{600CEE48-9058-48EC-A7B5-F5E02AB79E7E}" srcOrd="0" destOrd="0" presId="urn:microsoft.com/office/officeart/2005/8/layout/cycle2"/>
    <dgm:cxn modelId="{582FD792-7622-43F6-9FB7-AE40778375D1}" type="presOf" srcId="{4B461DA2-9381-40C4-9FFE-8A4219056576}" destId="{B6E0A313-4639-426A-B195-1175A3144FF9}" srcOrd="0" destOrd="0" presId="urn:microsoft.com/office/officeart/2005/8/layout/cycle2"/>
    <dgm:cxn modelId="{6842FA98-6D77-4893-A778-A2CB2257DB69}" type="presOf" srcId="{03499D24-691A-4B6D-99CE-01C65C9CD44E}" destId="{461F6849-4FCE-49EE-9AB8-2EA110D7E1CF}" srcOrd="0" destOrd="0" presId="urn:microsoft.com/office/officeart/2005/8/layout/cycle2"/>
    <dgm:cxn modelId="{70FDEDA8-F0AE-4B4C-9BC7-4B0A81251248}" type="presOf" srcId="{6631E0A1-A182-4A4C-92D8-28D197EE148E}" destId="{C02C60C1-06FC-4F49-A68C-5F3C490AAB5C}" srcOrd="0" destOrd="0" presId="urn:microsoft.com/office/officeart/2005/8/layout/cycle2"/>
    <dgm:cxn modelId="{E9C015AD-94B9-442E-B259-3EC8A997A12E}" type="presOf" srcId="{1ABA2B98-FF35-4E0E-9736-C9D45242A2AD}" destId="{B450A715-FA4B-4EB0-92AC-2D625DFBCE0D}" srcOrd="0" destOrd="0" presId="urn:microsoft.com/office/officeart/2005/8/layout/cycle2"/>
    <dgm:cxn modelId="{72371BAE-49BC-46E7-9692-6D24C9EF2500}" type="presOf" srcId="{FD4E5AE3-E399-4636-8AA5-47D859CCE7EC}" destId="{94F15D60-A6E8-448C-AB5D-AA4FE65A1EE0}" srcOrd="0" destOrd="0" presId="urn:microsoft.com/office/officeart/2005/8/layout/cycle2"/>
    <dgm:cxn modelId="{DF5238BF-A167-4027-867A-1053E5F1D550}" type="presOf" srcId="{E3507BB8-F812-450E-B34B-F8F1B45E4A2F}" destId="{7F4E22F4-4541-4313-9429-8652381E2430}" srcOrd="0" destOrd="0" presId="urn:microsoft.com/office/officeart/2005/8/layout/cycle2"/>
    <dgm:cxn modelId="{C9AF9BFA-FC96-4B55-B05C-CDBE64F9F5A6}" type="presOf" srcId="{24FBD762-40CB-401B-8C73-6B569C0912DA}" destId="{930C1C10-B7D9-4063-97DF-451520631F5C}" srcOrd="0" destOrd="0" presId="urn:microsoft.com/office/officeart/2005/8/layout/cycle2"/>
    <dgm:cxn modelId="{3C0BF9FA-DD49-47FA-9F4D-AE41A7A2DBD3}" srcId="{6631E0A1-A182-4A4C-92D8-28D197EE148E}" destId="{FD4E5AE3-E399-4636-8AA5-47D859CCE7EC}" srcOrd="1" destOrd="0" parTransId="{907E5737-4B4C-4897-B831-0F7428466F8E}" sibTransId="{4B461DA2-9381-40C4-9FFE-8A4219056576}"/>
    <dgm:cxn modelId="{0CD859FE-9AFE-4FD7-88E4-9A3DF8E8020D}" srcId="{6631E0A1-A182-4A4C-92D8-28D197EE148E}" destId="{3F54CE9F-7CAC-4A59-B171-58292F2C2226}" srcOrd="4" destOrd="0" parTransId="{51DAD242-CE84-4F90-9834-1F6227ABD20D}" sibTransId="{03499D24-691A-4B6D-99CE-01C65C9CD44E}"/>
    <dgm:cxn modelId="{D2322CB2-F77D-41B6-8AF7-4D1D44275DEE}" type="presParOf" srcId="{C02C60C1-06FC-4F49-A68C-5F3C490AAB5C}" destId="{600CEE48-9058-48EC-A7B5-F5E02AB79E7E}" srcOrd="0" destOrd="0" presId="urn:microsoft.com/office/officeart/2005/8/layout/cycle2"/>
    <dgm:cxn modelId="{67E068FF-D98F-4C5B-B5F8-BFB26CDD98CE}" type="presParOf" srcId="{C02C60C1-06FC-4F49-A68C-5F3C490AAB5C}" destId="{B450A715-FA4B-4EB0-92AC-2D625DFBCE0D}" srcOrd="1" destOrd="0" presId="urn:microsoft.com/office/officeart/2005/8/layout/cycle2"/>
    <dgm:cxn modelId="{213038C5-AA2C-4DA5-A942-85A3054A9AAA}" type="presParOf" srcId="{B450A715-FA4B-4EB0-92AC-2D625DFBCE0D}" destId="{458D70DC-6427-4EA8-81AD-D1184B8421A4}" srcOrd="0" destOrd="0" presId="urn:microsoft.com/office/officeart/2005/8/layout/cycle2"/>
    <dgm:cxn modelId="{191A7B78-0CF5-4EE0-93FE-821B47439631}" type="presParOf" srcId="{C02C60C1-06FC-4F49-A68C-5F3C490AAB5C}" destId="{94F15D60-A6E8-448C-AB5D-AA4FE65A1EE0}" srcOrd="2" destOrd="0" presId="urn:microsoft.com/office/officeart/2005/8/layout/cycle2"/>
    <dgm:cxn modelId="{9E010802-5547-45F4-B5B2-559B06EBC75D}" type="presParOf" srcId="{C02C60C1-06FC-4F49-A68C-5F3C490AAB5C}" destId="{B6E0A313-4639-426A-B195-1175A3144FF9}" srcOrd="3" destOrd="0" presId="urn:microsoft.com/office/officeart/2005/8/layout/cycle2"/>
    <dgm:cxn modelId="{9B6A74EF-F599-4437-BBEB-4A8904A77D78}" type="presParOf" srcId="{B6E0A313-4639-426A-B195-1175A3144FF9}" destId="{8574930B-BD5F-440C-9448-BED77C4B1A0A}" srcOrd="0" destOrd="0" presId="urn:microsoft.com/office/officeart/2005/8/layout/cycle2"/>
    <dgm:cxn modelId="{38E15B57-C24B-4AF6-8BEF-498472480F2C}" type="presParOf" srcId="{C02C60C1-06FC-4F49-A68C-5F3C490AAB5C}" destId="{7F4E22F4-4541-4313-9429-8652381E2430}" srcOrd="4" destOrd="0" presId="urn:microsoft.com/office/officeart/2005/8/layout/cycle2"/>
    <dgm:cxn modelId="{DF830782-D727-425C-A8B4-4981F26D5503}" type="presParOf" srcId="{C02C60C1-06FC-4F49-A68C-5F3C490AAB5C}" destId="{930C1C10-B7D9-4063-97DF-451520631F5C}" srcOrd="5" destOrd="0" presId="urn:microsoft.com/office/officeart/2005/8/layout/cycle2"/>
    <dgm:cxn modelId="{2E35593E-ACFF-41F5-8D92-66759ECB3A51}" type="presParOf" srcId="{930C1C10-B7D9-4063-97DF-451520631F5C}" destId="{5E147015-B94C-4CBB-B758-E6ACF0E35DE6}" srcOrd="0" destOrd="0" presId="urn:microsoft.com/office/officeart/2005/8/layout/cycle2"/>
    <dgm:cxn modelId="{43907380-3BA1-475D-84A7-1458BCEC2B4A}" type="presParOf" srcId="{C02C60C1-06FC-4F49-A68C-5F3C490AAB5C}" destId="{4253F2A0-3C4D-41E0-8F8F-602B835DE00E}" srcOrd="6" destOrd="0" presId="urn:microsoft.com/office/officeart/2005/8/layout/cycle2"/>
    <dgm:cxn modelId="{C228E35F-9AAD-46DC-AF2B-51CF5ED0A9D1}" type="presParOf" srcId="{C02C60C1-06FC-4F49-A68C-5F3C490AAB5C}" destId="{F8AF0E23-F4AB-4B22-93A2-64EDDCAF3E7E}" srcOrd="7" destOrd="0" presId="urn:microsoft.com/office/officeart/2005/8/layout/cycle2"/>
    <dgm:cxn modelId="{C7A00726-0C10-4A35-8921-1B87B012FB70}" type="presParOf" srcId="{F8AF0E23-F4AB-4B22-93A2-64EDDCAF3E7E}" destId="{E2C0DE48-FB2E-4902-9CD5-E59A1930510A}" srcOrd="0" destOrd="0" presId="urn:microsoft.com/office/officeart/2005/8/layout/cycle2"/>
    <dgm:cxn modelId="{06FF5EA9-A2A0-4994-978C-CC8758C8E1F8}" type="presParOf" srcId="{C02C60C1-06FC-4F49-A68C-5F3C490AAB5C}" destId="{5AC06EA3-1487-4878-8E60-73BC78C506B2}" srcOrd="8" destOrd="0" presId="urn:microsoft.com/office/officeart/2005/8/layout/cycle2"/>
    <dgm:cxn modelId="{6D92099E-6335-46C8-8D6C-EC2EEE14160A}" type="presParOf" srcId="{C02C60C1-06FC-4F49-A68C-5F3C490AAB5C}" destId="{461F6849-4FCE-49EE-9AB8-2EA110D7E1CF}" srcOrd="9" destOrd="0" presId="urn:microsoft.com/office/officeart/2005/8/layout/cycle2"/>
    <dgm:cxn modelId="{4038DB16-36B9-4043-9654-31D4B5D734DA}" type="presParOf" srcId="{461F6849-4FCE-49EE-9AB8-2EA110D7E1CF}" destId="{C6172BA1-E4A3-4B80-8442-5E4D51311285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6631E0A1-A182-4A4C-92D8-28D197EE148E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cs-CZ"/>
        </a:p>
      </dgm:t>
    </dgm:pt>
    <dgm:pt modelId="{EAFD7254-0AE1-425F-9354-786EB5D192FD}">
      <dgm:prSet phldrT="[Text]"/>
      <dgm:spPr>
        <a:solidFill>
          <a:srgbClr val="FFFF00"/>
        </a:solidFill>
        <a:ln>
          <a:solidFill>
            <a:schemeClr val="tx1"/>
          </a:solidFill>
        </a:ln>
      </dgm:spPr>
      <dgm:t>
        <a:bodyPr/>
        <a:lstStyle/>
        <a:p>
          <a:r>
            <a:rPr lang="cs-CZ" b="1" dirty="0">
              <a:solidFill>
                <a:schemeClr val="tx1"/>
              </a:solidFill>
            </a:rPr>
            <a:t>0</a:t>
          </a:r>
        </a:p>
      </dgm:t>
    </dgm:pt>
    <dgm:pt modelId="{A2F5E0A8-0F58-4D23-9F51-DA2750A4AEA8}" type="parTrans" cxnId="{244F0D5F-4DD9-4AEF-AD91-30D17129584E}">
      <dgm:prSet/>
      <dgm:spPr/>
      <dgm:t>
        <a:bodyPr/>
        <a:lstStyle/>
        <a:p>
          <a:endParaRPr lang="cs-CZ"/>
        </a:p>
      </dgm:t>
    </dgm:pt>
    <dgm:pt modelId="{1ABA2B98-FF35-4E0E-9736-C9D45242A2AD}" type="sibTrans" cxnId="{244F0D5F-4DD9-4AEF-AD91-30D17129584E}">
      <dgm:prSet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endParaRPr lang="cs-CZ"/>
        </a:p>
      </dgm:t>
    </dgm:pt>
    <dgm:pt modelId="{FD4E5AE3-E399-4636-8AA5-47D859CCE7EC}">
      <dgm:prSet phldrT="[Text]"/>
      <dgm:spPr>
        <a:solidFill>
          <a:srgbClr val="FFFF00"/>
        </a:solidFill>
        <a:ln>
          <a:solidFill>
            <a:schemeClr val="tx1"/>
          </a:solidFill>
        </a:ln>
      </dgm:spPr>
      <dgm:t>
        <a:bodyPr/>
        <a:lstStyle/>
        <a:p>
          <a:r>
            <a:rPr lang="cs-CZ" b="1" dirty="0">
              <a:solidFill>
                <a:schemeClr val="tx1"/>
              </a:solidFill>
            </a:rPr>
            <a:t>1</a:t>
          </a:r>
        </a:p>
      </dgm:t>
    </dgm:pt>
    <dgm:pt modelId="{907E5737-4B4C-4897-B831-0F7428466F8E}" type="parTrans" cxnId="{3C0BF9FA-DD49-47FA-9F4D-AE41A7A2DBD3}">
      <dgm:prSet/>
      <dgm:spPr/>
      <dgm:t>
        <a:bodyPr/>
        <a:lstStyle/>
        <a:p>
          <a:endParaRPr lang="cs-CZ"/>
        </a:p>
      </dgm:t>
    </dgm:pt>
    <dgm:pt modelId="{4B461DA2-9381-40C4-9FFE-8A4219056576}" type="sibTrans" cxnId="{3C0BF9FA-DD49-47FA-9F4D-AE41A7A2DBD3}">
      <dgm:prSet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endParaRPr lang="cs-CZ"/>
        </a:p>
      </dgm:t>
    </dgm:pt>
    <dgm:pt modelId="{E3507BB8-F812-450E-B34B-F8F1B45E4A2F}">
      <dgm:prSet phldrT="[Text]"/>
      <dgm:spPr>
        <a:solidFill>
          <a:srgbClr val="FFFF00"/>
        </a:solidFill>
        <a:ln>
          <a:solidFill>
            <a:schemeClr val="tx1"/>
          </a:solidFill>
        </a:ln>
      </dgm:spPr>
      <dgm:t>
        <a:bodyPr/>
        <a:lstStyle/>
        <a:p>
          <a:r>
            <a:rPr lang="cs-CZ" b="1" dirty="0">
              <a:solidFill>
                <a:schemeClr val="tx1"/>
              </a:solidFill>
            </a:rPr>
            <a:t>2</a:t>
          </a:r>
        </a:p>
      </dgm:t>
    </dgm:pt>
    <dgm:pt modelId="{71D20085-390C-4C80-A5B2-194E99575D34}" type="parTrans" cxnId="{0DFE8352-0EF0-4D2D-9705-E297387B1E4B}">
      <dgm:prSet/>
      <dgm:spPr/>
      <dgm:t>
        <a:bodyPr/>
        <a:lstStyle/>
        <a:p>
          <a:endParaRPr lang="cs-CZ"/>
        </a:p>
      </dgm:t>
    </dgm:pt>
    <dgm:pt modelId="{24FBD762-40CB-401B-8C73-6B569C0912DA}" type="sibTrans" cxnId="{0DFE8352-0EF0-4D2D-9705-E297387B1E4B}">
      <dgm:prSet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endParaRPr lang="cs-CZ"/>
        </a:p>
      </dgm:t>
    </dgm:pt>
    <dgm:pt modelId="{90C7FF67-C3DF-4EB4-9CE8-4E75690D2F65}">
      <dgm:prSet phldrT="[Text]"/>
      <dgm:spPr>
        <a:solidFill>
          <a:srgbClr val="FFFF00"/>
        </a:solidFill>
        <a:ln>
          <a:solidFill>
            <a:schemeClr val="tx1"/>
          </a:solidFill>
        </a:ln>
      </dgm:spPr>
      <dgm:t>
        <a:bodyPr/>
        <a:lstStyle/>
        <a:p>
          <a:r>
            <a:rPr lang="cs-CZ" b="1" dirty="0">
              <a:solidFill>
                <a:schemeClr val="tx1"/>
              </a:solidFill>
            </a:rPr>
            <a:t>3</a:t>
          </a:r>
        </a:p>
      </dgm:t>
    </dgm:pt>
    <dgm:pt modelId="{BC71018D-6EED-428C-94F0-F7025D06747A}" type="parTrans" cxnId="{DEA98A39-1D0F-417A-9D60-41C540D8AB95}">
      <dgm:prSet/>
      <dgm:spPr/>
      <dgm:t>
        <a:bodyPr/>
        <a:lstStyle/>
        <a:p>
          <a:endParaRPr lang="cs-CZ"/>
        </a:p>
      </dgm:t>
    </dgm:pt>
    <dgm:pt modelId="{77A882BC-9F8B-4009-B34E-D11B4FC92D47}" type="sibTrans" cxnId="{DEA98A39-1D0F-417A-9D60-41C540D8AB95}">
      <dgm:prSet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endParaRPr lang="cs-CZ"/>
        </a:p>
      </dgm:t>
    </dgm:pt>
    <dgm:pt modelId="{3F54CE9F-7CAC-4A59-B171-58292F2C2226}">
      <dgm:prSet phldrT="[Text]"/>
      <dgm:spPr>
        <a:solidFill>
          <a:srgbClr val="FFFF00"/>
        </a:solidFill>
        <a:ln>
          <a:solidFill>
            <a:schemeClr val="tx1"/>
          </a:solidFill>
        </a:ln>
      </dgm:spPr>
      <dgm:t>
        <a:bodyPr/>
        <a:lstStyle/>
        <a:p>
          <a:r>
            <a:rPr lang="cs-CZ" b="1">
              <a:solidFill>
                <a:schemeClr val="tx1"/>
              </a:solidFill>
            </a:rPr>
            <a:t>4</a:t>
          </a:r>
          <a:endParaRPr lang="cs-CZ" b="1" dirty="0">
            <a:solidFill>
              <a:schemeClr val="tx1"/>
            </a:solidFill>
          </a:endParaRPr>
        </a:p>
      </dgm:t>
    </dgm:pt>
    <dgm:pt modelId="{51DAD242-CE84-4F90-9834-1F6227ABD20D}" type="parTrans" cxnId="{0CD859FE-9AFE-4FD7-88E4-9A3DF8E8020D}">
      <dgm:prSet/>
      <dgm:spPr/>
      <dgm:t>
        <a:bodyPr/>
        <a:lstStyle/>
        <a:p>
          <a:endParaRPr lang="cs-CZ"/>
        </a:p>
      </dgm:t>
    </dgm:pt>
    <dgm:pt modelId="{03499D24-691A-4B6D-99CE-01C65C9CD44E}" type="sibTrans" cxnId="{0CD859FE-9AFE-4FD7-88E4-9A3DF8E8020D}">
      <dgm:prSet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endParaRPr lang="cs-CZ"/>
        </a:p>
      </dgm:t>
    </dgm:pt>
    <dgm:pt modelId="{C02C60C1-06FC-4F49-A68C-5F3C490AAB5C}" type="pres">
      <dgm:prSet presAssocID="{6631E0A1-A182-4A4C-92D8-28D197EE148E}" presName="cycle" presStyleCnt="0">
        <dgm:presLayoutVars>
          <dgm:dir/>
          <dgm:resizeHandles val="exact"/>
        </dgm:presLayoutVars>
      </dgm:prSet>
      <dgm:spPr/>
    </dgm:pt>
    <dgm:pt modelId="{600CEE48-9058-48EC-A7B5-F5E02AB79E7E}" type="pres">
      <dgm:prSet presAssocID="{EAFD7254-0AE1-425F-9354-786EB5D192FD}" presName="node" presStyleLbl="node1" presStyleIdx="0" presStyleCnt="5" custRadScaleRad="98776" custRadScaleInc="-150">
        <dgm:presLayoutVars>
          <dgm:bulletEnabled val="1"/>
        </dgm:presLayoutVars>
      </dgm:prSet>
      <dgm:spPr/>
    </dgm:pt>
    <dgm:pt modelId="{B450A715-FA4B-4EB0-92AC-2D625DFBCE0D}" type="pres">
      <dgm:prSet presAssocID="{1ABA2B98-FF35-4E0E-9736-C9D45242A2AD}" presName="sibTrans" presStyleLbl="sibTrans2D1" presStyleIdx="0" presStyleCnt="5" custAng="10765676"/>
      <dgm:spPr/>
    </dgm:pt>
    <dgm:pt modelId="{458D70DC-6427-4EA8-81AD-D1184B8421A4}" type="pres">
      <dgm:prSet presAssocID="{1ABA2B98-FF35-4E0E-9736-C9D45242A2AD}" presName="connectorText" presStyleLbl="sibTrans2D1" presStyleIdx="0" presStyleCnt="5"/>
      <dgm:spPr/>
    </dgm:pt>
    <dgm:pt modelId="{94F15D60-A6E8-448C-AB5D-AA4FE65A1EE0}" type="pres">
      <dgm:prSet presAssocID="{FD4E5AE3-E399-4636-8AA5-47D859CCE7EC}" presName="node" presStyleLbl="node1" presStyleIdx="1" presStyleCnt="5" custRadScaleRad="100259" custRadScaleInc="-4998">
        <dgm:presLayoutVars>
          <dgm:bulletEnabled val="1"/>
        </dgm:presLayoutVars>
      </dgm:prSet>
      <dgm:spPr/>
    </dgm:pt>
    <dgm:pt modelId="{B6E0A313-4639-426A-B195-1175A3144FF9}" type="pres">
      <dgm:prSet presAssocID="{4B461DA2-9381-40C4-9FFE-8A4219056576}" presName="sibTrans" presStyleLbl="sibTrans2D1" presStyleIdx="1" presStyleCnt="5" custAng="10677941"/>
      <dgm:spPr/>
    </dgm:pt>
    <dgm:pt modelId="{8574930B-BD5F-440C-9448-BED77C4B1A0A}" type="pres">
      <dgm:prSet presAssocID="{4B461DA2-9381-40C4-9FFE-8A4219056576}" presName="connectorText" presStyleLbl="sibTrans2D1" presStyleIdx="1" presStyleCnt="5"/>
      <dgm:spPr/>
    </dgm:pt>
    <dgm:pt modelId="{7F4E22F4-4541-4313-9429-8652381E2430}" type="pres">
      <dgm:prSet presAssocID="{E3507BB8-F812-450E-B34B-F8F1B45E4A2F}" presName="node" presStyleLbl="node1" presStyleIdx="2" presStyleCnt="5" custRadScaleRad="99863" custRadScaleInc="-5132">
        <dgm:presLayoutVars>
          <dgm:bulletEnabled val="1"/>
        </dgm:presLayoutVars>
      </dgm:prSet>
      <dgm:spPr/>
    </dgm:pt>
    <dgm:pt modelId="{930C1C10-B7D9-4063-97DF-451520631F5C}" type="pres">
      <dgm:prSet presAssocID="{24FBD762-40CB-401B-8C73-6B569C0912DA}" presName="sibTrans" presStyleLbl="sibTrans2D1" presStyleIdx="2" presStyleCnt="5" custAng="10861886"/>
      <dgm:spPr/>
    </dgm:pt>
    <dgm:pt modelId="{5E147015-B94C-4CBB-B758-E6ACF0E35DE6}" type="pres">
      <dgm:prSet presAssocID="{24FBD762-40CB-401B-8C73-6B569C0912DA}" presName="connectorText" presStyleLbl="sibTrans2D1" presStyleIdx="2" presStyleCnt="5"/>
      <dgm:spPr/>
    </dgm:pt>
    <dgm:pt modelId="{4253F2A0-3C4D-41E0-8F8F-602B835DE00E}" type="pres">
      <dgm:prSet presAssocID="{90C7FF67-C3DF-4EB4-9CE8-4E75690D2F65}" presName="node" presStyleLbl="node1" presStyleIdx="3" presStyleCnt="5" custRadScaleRad="99488" custRadScaleInc="-4481">
        <dgm:presLayoutVars>
          <dgm:bulletEnabled val="1"/>
        </dgm:presLayoutVars>
      </dgm:prSet>
      <dgm:spPr/>
    </dgm:pt>
    <dgm:pt modelId="{F8AF0E23-F4AB-4B22-93A2-64EDDCAF3E7E}" type="pres">
      <dgm:prSet presAssocID="{77A882BC-9F8B-4009-B34E-D11B4FC92D47}" presName="sibTrans" presStyleLbl="sibTrans2D1" presStyleIdx="3" presStyleCnt="5" custAng="10655465"/>
      <dgm:spPr/>
    </dgm:pt>
    <dgm:pt modelId="{E2C0DE48-FB2E-4902-9CD5-E59A1930510A}" type="pres">
      <dgm:prSet presAssocID="{77A882BC-9F8B-4009-B34E-D11B4FC92D47}" presName="connectorText" presStyleLbl="sibTrans2D1" presStyleIdx="3" presStyleCnt="5"/>
      <dgm:spPr/>
    </dgm:pt>
    <dgm:pt modelId="{5AC06EA3-1487-4878-8E60-73BC78C506B2}" type="pres">
      <dgm:prSet presAssocID="{3F54CE9F-7CAC-4A59-B171-58292F2C2226}" presName="node" presStyleLbl="node1" presStyleIdx="4" presStyleCnt="5" custRadScaleRad="99190" custRadScaleInc="-3139">
        <dgm:presLayoutVars>
          <dgm:bulletEnabled val="1"/>
        </dgm:presLayoutVars>
      </dgm:prSet>
      <dgm:spPr/>
    </dgm:pt>
    <dgm:pt modelId="{461F6849-4FCE-49EE-9AB8-2EA110D7E1CF}" type="pres">
      <dgm:prSet presAssocID="{03499D24-691A-4B6D-99CE-01C65C9CD44E}" presName="sibTrans" presStyleLbl="sibTrans2D1" presStyleIdx="4" presStyleCnt="5" custAng="11197870"/>
      <dgm:spPr/>
    </dgm:pt>
    <dgm:pt modelId="{C6172BA1-E4A3-4B80-8442-5E4D51311285}" type="pres">
      <dgm:prSet presAssocID="{03499D24-691A-4B6D-99CE-01C65C9CD44E}" presName="connectorText" presStyleLbl="sibTrans2D1" presStyleIdx="4" presStyleCnt="5"/>
      <dgm:spPr/>
    </dgm:pt>
  </dgm:ptLst>
  <dgm:cxnLst>
    <dgm:cxn modelId="{071ECD09-C8FD-4291-BF7B-88748143D632}" type="presOf" srcId="{77A882BC-9F8B-4009-B34E-D11B4FC92D47}" destId="{E2C0DE48-FB2E-4902-9CD5-E59A1930510A}" srcOrd="1" destOrd="0" presId="urn:microsoft.com/office/officeart/2005/8/layout/cycle2"/>
    <dgm:cxn modelId="{8A582619-93FE-4001-B66C-3ABE4F3D3140}" type="presOf" srcId="{FD4E5AE3-E399-4636-8AA5-47D859CCE7EC}" destId="{94F15D60-A6E8-448C-AB5D-AA4FE65A1EE0}" srcOrd="0" destOrd="0" presId="urn:microsoft.com/office/officeart/2005/8/layout/cycle2"/>
    <dgm:cxn modelId="{8692151C-F0FF-4ED9-AAA6-A7745E0CD065}" type="presOf" srcId="{E3507BB8-F812-450E-B34B-F8F1B45E4A2F}" destId="{7F4E22F4-4541-4313-9429-8652381E2430}" srcOrd="0" destOrd="0" presId="urn:microsoft.com/office/officeart/2005/8/layout/cycle2"/>
    <dgm:cxn modelId="{556CE81D-42C3-4351-B8AD-A508E85FE33D}" type="presOf" srcId="{24FBD762-40CB-401B-8C73-6B569C0912DA}" destId="{5E147015-B94C-4CBB-B758-E6ACF0E35DE6}" srcOrd="1" destOrd="0" presId="urn:microsoft.com/office/officeart/2005/8/layout/cycle2"/>
    <dgm:cxn modelId="{50854733-5F78-4513-A3A2-ED6BC5A6957E}" type="presOf" srcId="{3F54CE9F-7CAC-4A59-B171-58292F2C2226}" destId="{5AC06EA3-1487-4878-8E60-73BC78C506B2}" srcOrd="0" destOrd="0" presId="urn:microsoft.com/office/officeart/2005/8/layout/cycle2"/>
    <dgm:cxn modelId="{DEA98A39-1D0F-417A-9D60-41C540D8AB95}" srcId="{6631E0A1-A182-4A4C-92D8-28D197EE148E}" destId="{90C7FF67-C3DF-4EB4-9CE8-4E75690D2F65}" srcOrd="3" destOrd="0" parTransId="{BC71018D-6EED-428C-94F0-F7025D06747A}" sibTransId="{77A882BC-9F8B-4009-B34E-D11B4FC92D47}"/>
    <dgm:cxn modelId="{244F0D5F-4DD9-4AEF-AD91-30D17129584E}" srcId="{6631E0A1-A182-4A4C-92D8-28D197EE148E}" destId="{EAFD7254-0AE1-425F-9354-786EB5D192FD}" srcOrd="0" destOrd="0" parTransId="{A2F5E0A8-0F58-4D23-9F51-DA2750A4AEA8}" sibTransId="{1ABA2B98-FF35-4E0E-9736-C9D45242A2AD}"/>
    <dgm:cxn modelId="{F99BE762-FD9D-4C4E-BBA7-66080D3A5891}" type="presOf" srcId="{03499D24-691A-4B6D-99CE-01C65C9CD44E}" destId="{C6172BA1-E4A3-4B80-8442-5E4D51311285}" srcOrd="1" destOrd="0" presId="urn:microsoft.com/office/officeart/2005/8/layout/cycle2"/>
    <dgm:cxn modelId="{F31CBF47-3671-4D6A-B398-05AA4DAE2643}" type="presOf" srcId="{1ABA2B98-FF35-4E0E-9736-C9D45242A2AD}" destId="{B450A715-FA4B-4EB0-92AC-2D625DFBCE0D}" srcOrd="0" destOrd="0" presId="urn:microsoft.com/office/officeart/2005/8/layout/cycle2"/>
    <dgm:cxn modelId="{54B8C34F-E79F-40F8-9BE7-62CF44134321}" type="presOf" srcId="{24FBD762-40CB-401B-8C73-6B569C0912DA}" destId="{930C1C10-B7D9-4063-97DF-451520631F5C}" srcOrd="0" destOrd="0" presId="urn:microsoft.com/office/officeart/2005/8/layout/cycle2"/>
    <dgm:cxn modelId="{4C167772-552D-49F7-98C2-CC8142B6BA51}" type="presOf" srcId="{03499D24-691A-4B6D-99CE-01C65C9CD44E}" destId="{461F6849-4FCE-49EE-9AB8-2EA110D7E1CF}" srcOrd="0" destOrd="0" presId="urn:microsoft.com/office/officeart/2005/8/layout/cycle2"/>
    <dgm:cxn modelId="{0DFE8352-0EF0-4D2D-9705-E297387B1E4B}" srcId="{6631E0A1-A182-4A4C-92D8-28D197EE148E}" destId="{E3507BB8-F812-450E-B34B-F8F1B45E4A2F}" srcOrd="2" destOrd="0" parTransId="{71D20085-390C-4C80-A5B2-194E99575D34}" sibTransId="{24FBD762-40CB-401B-8C73-6B569C0912DA}"/>
    <dgm:cxn modelId="{87799581-3551-47EE-9495-D62F833DA701}" type="presOf" srcId="{90C7FF67-C3DF-4EB4-9CE8-4E75690D2F65}" destId="{4253F2A0-3C4D-41E0-8F8F-602B835DE00E}" srcOrd="0" destOrd="0" presId="urn:microsoft.com/office/officeart/2005/8/layout/cycle2"/>
    <dgm:cxn modelId="{C6238EB4-2B98-40F9-8BCE-7325B1B6BB42}" type="presOf" srcId="{6631E0A1-A182-4A4C-92D8-28D197EE148E}" destId="{C02C60C1-06FC-4F49-A68C-5F3C490AAB5C}" srcOrd="0" destOrd="0" presId="urn:microsoft.com/office/officeart/2005/8/layout/cycle2"/>
    <dgm:cxn modelId="{6E583CC7-AD65-40E3-8DAF-632CC898C3CF}" type="presOf" srcId="{77A882BC-9F8B-4009-B34E-D11B4FC92D47}" destId="{F8AF0E23-F4AB-4B22-93A2-64EDDCAF3E7E}" srcOrd="0" destOrd="0" presId="urn:microsoft.com/office/officeart/2005/8/layout/cycle2"/>
    <dgm:cxn modelId="{E92B41CB-F3CC-431D-A9A8-F2AC4130BE70}" type="presOf" srcId="{4B461DA2-9381-40C4-9FFE-8A4219056576}" destId="{8574930B-BD5F-440C-9448-BED77C4B1A0A}" srcOrd="1" destOrd="0" presId="urn:microsoft.com/office/officeart/2005/8/layout/cycle2"/>
    <dgm:cxn modelId="{3C0BF9FA-DD49-47FA-9F4D-AE41A7A2DBD3}" srcId="{6631E0A1-A182-4A4C-92D8-28D197EE148E}" destId="{FD4E5AE3-E399-4636-8AA5-47D859CCE7EC}" srcOrd="1" destOrd="0" parTransId="{907E5737-4B4C-4897-B831-0F7428466F8E}" sibTransId="{4B461DA2-9381-40C4-9FFE-8A4219056576}"/>
    <dgm:cxn modelId="{2D2756FB-462B-407F-9D46-0DEC9AC75A1A}" type="presOf" srcId="{4B461DA2-9381-40C4-9FFE-8A4219056576}" destId="{B6E0A313-4639-426A-B195-1175A3144FF9}" srcOrd="0" destOrd="0" presId="urn:microsoft.com/office/officeart/2005/8/layout/cycle2"/>
    <dgm:cxn modelId="{2064B2FD-D397-47FD-ABB5-F3B98439E7B9}" type="presOf" srcId="{1ABA2B98-FF35-4E0E-9736-C9D45242A2AD}" destId="{458D70DC-6427-4EA8-81AD-D1184B8421A4}" srcOrd="1" destOrd="0" presId="urn:microsoft.com/office/officeart/2005/8/layout/cycle2"/>
    <dgm:cxn modelId="{0CD859FE-9AFE-4FD7-88E4-9A3DF8E8020D}" srcId="{6631E0A1-A182-4A4C-92D8-28D197EE148E}" destId="{3F54CE9F-7CAC-4A59-B171-58292F2C2226}" srcOrd="4" destOrd="0" parTransId="{51DAD242-CE84-4F90-9834-1F6227ABD20D}" sibTransId="{03499D24-691A-4B6D-99CE-01C65C9CD44E}"/>
    <dgm:cxn modelId="{C475DAFF-047B-428C-92B8-8C50D06F6A70}" type="presOf" srcId="{EAFD7254-0AE1-425F-9354-786EB5D192FD}" destId="{600CEE48-9058-48EC-A7B5-F5E02AB79E7E}" srcOrd="0" destOrd="0" presId="urn:microsoft.com/office/officeart/2005/8/layout/cycle2"/>
    <dgm:cxn modelId="{819E92BA-3BA5-491A-BF9A-8CFA0600E5FE}" type="presParOf" srcId="{C02C60C1-06FC-4F49-A68C-5F3C490AAB5C}" destId="{600CEE48-9058-48EC-A7B5-F5E02AB79E7E}" srcOrd="0" destOrd="0" presId="urn:microsoft.com/office/officeart/2005/8/layout/cycle2"/>
    <dgm:cxn modelId="{0692929D-85FB-4989-AD55-BF50C3A86F08}" type="presParOf" srcId="{C02C60C1-06FC-4F49-A68C-5F3C490AAB5C}" destId="{B450A715-FA4B-4EB0-92AC-2D625DFBCE0D}" srcOrd="1" destOrd="0" presId="urn:microsoft.com/office/officeart/2005/8/layout/cycle2"/>
    <dgm:cxn modelId="{7FAE5183-3F64-4BEB-817C-3BC1695D0866}" type="presParOf" srcId="{B450A715-FA4B-4EB0-92AC-2D625DFBCE0D}" destId="{458D70DC-6427-4EA8-81AD-D1184B8421A4}" srcOrd="0" destOrd="0" presId="urn:microsoft.com/office/officeart/2005/8/layout/cycle2"/>
    <dgm:cxn modelId="{74FCE85D-665F-4468-858C-9DE3A6C17840}" type="presParOf" srcId="{C02C60C1-06FC-4F49-A68C-5F3C490AAB5C}" destId="{94F15D60-A6E8-448C-AB5D-AA4FE65A1EE0}" srcOrd="2" destOrd="0" presId="urn:microsoft.com/office/officeart/2005/8/layout/cycle2"/>
    <dgm:cxn modelId="{24AE41A5-E898-41CD-825E-70820204FE73}" type="presParOf" srcId="{C02C60C1-06FC-4F49-A68C-5F3C490AAB5C}" destId="{B6E0A313-4639-426A-B195-1175A3144FF9}" srcOrd="3" destOrd="0" presId="urn:microsoft.com/office/officeart/2005/8/layout/cycle2"/>
    <dgm:cxn modelId="{340D25FE-E5C5-4229-BDD1-847F3E3BBACA}" type="presParOf" srcId="{B6E0A313-4639-426A-B195-1175A3144FF9}" destId="{8574930B-BD5F-440C-9448-BED77C4B1A0A}" srcOrd="0" destOrd="0" presId="urn:microsoft.com/office/officeart/2005/8/layout/cycle2"/>
    <dgm:cxn modelId="{E7C5B848-4A83-4514-A82B-74C322107A33}" type="presParOf" srcId="{C02C60C1-06FC-4F49-A68C-5F3C490AAB5C}" destId="{7F4E22F4-4541-4313-9429-8652381E2430}" srcOrd="4" destOrd="0" presId="urn:microsoft.com/office/officeart/2005/8/layout/cycle2"/>
    <dgm:cxn modelId="{3DA6E43B-638D-4CD3-BF6B-ED3106D2A55F}" type="presParOf" srcId="{C02C60C1-06FC-4F49-A68C-5F3C490AAB5C}" destId="{930C1C10-B7D9-4063-97DF-451520631F5C}" srcOrd="5" destOrd="0" presId="urn:microsoft.com/office/officeart/2005/8/layout/cycle2"/>
    <dgm:cxn modelId="{576D0D62-4434-4EBF-A1F5-735C8F4A0DE4}" type="presParOf" srcId="{930C1C10-B7D9-4063-97DF-451520631F5C}" destId="{5E147015-B94C-4CBB-B758-E6ACF0E35DE6}" srcOrd="0" destOrd="0" presId="urn:microsoft.com/office/officeart/2005/8/layout/cycle2"/>
    <dgm:cxn modelId="{44F63EFB-E840-4E96-91D3-E5DB2FA43258}" type="presParOf" srcId="{C02C60C1-06FC-4F49-A68C-5F3C490AAB5C}" destId="{4253F2A0-3C4D-41E0-8F8F-602B835DE00E}" srcOrd="6" destOrd="0" presId="urn:microsoft.com/office/officeart/2005/8/layout/cycle2"/>
    <dgm:cxn modelId="{92DA6E3E-0B5C-4906-9283-047555DC1AD4}" type="presParOf" srcId="{C02C60C1-06FC-4F49-A68C-5F3C490AAB5C}" destId="{F8AF0E23-F4AB-4B22-93A2-64EDDCAF3E7E}" srcOrd="7" destOrd="0" presId="urn:microsoft.com/office/officeart/2005/8/layout/cycle2"/>
    <dgm:cxn modelId="{1C798901-1390-420C-91DE-1D61CA77D5B4}" type="presParOf" srcId="{F8AF0E23-F4AB-4B22-93A2-64EDDCAF3E7E}" destId="{E2C0DE48-FB2E-4902-9CD5-E59A1930510A}" srcOrd="0" destOrd="0" presId="urn:microsoft.com/office/officeart/2005/8/layout/cycle2"/>
    <dgm:cxn modelId="{63B06D34-BC1E-46D2-814C-B1E788661BEB}" type="presParOf" srcId="{C02C60C1-06FC-4F49-A68C-5F3C490AAB5C}" destId="{5AC06EA3-1487-4878-8E60-73BC78C506B2}" srcOrd="8" destOrd="0" presId="urn:microsoft.com/office/officeart/2005/8/layout/cycle2"/>
    <dgm:cxn modelId="{1144ADB6-7843-4551-9C5E-048BBE96D640}" type="presParOf" srcId="{C02C60C1-06FC-4F49-A68C-5F3C490AAB5C}" destId="{461F6849-4FCE-49EE-9AB8-2EA110D7E1CF}" srcOrd="9" destOrd="0" presId="urn:microsoft.com/office/officeart/2005/8/layout/cycle2"/>
    <dgm:cxn modelId="{0B748F7F-7AFD-424F-B257-BE138AA634EE}" type="presParOf" srcId="{461F6849-4FCE-49EE-9AB8-2EA110D7E1CF}" destId="{C6172BA1-E4A3-4B80-8442-5E4D51311285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F0C932-543F-4DCB-ABF8-2C2E7CBD6783}">
      <dsp:nvSpPr>
        <dsp:cNvPr id="0" name=""/>
        <dsp:cNvSpPr/>
      </dsp:nvSpPr>
      <dsp:spPr>
        <a:xfrm>
          <a:off x="95249" y="1416843"/>
          <a:ext cx="2460625" cy="123031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3300" kern="1200" dirty="0"/>
            <a:t>Čítače</a:t>
          </a:r>
        </a:p>
      </dsp:txBody>
      <dsp:txXfrm>
        <a:off x="131284" y="1452878"/>
        <a:ext cx="2388555" cy="1158242"/>
      </dsp:txXfrm>
    </dsp:sp>
    <dsp:sp modelId="{00AF61AA-483C-4D8C-8F04-F30ED618B9C7}">
      <dsp:nvSpPr>
        <dsp:cNvPr id="0" name=""/>
        <dsp:cNvSpPr/>
      </dsp:nvSpPr>
      <dsp:spPr>
        <a:xfrm rot="18289469">
          <a:off x="2186232" y="1297324"/>
          <a:ext cx="1723535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1723535" y="2724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600" kern="1200"/>
        </a:p>
      </dsp:txBody>
      <dsp:txXfrm>
        <a:off x="3004911" y="1281481"/>
        <a:ext cx="86176" cy="86176"/>
      </dsp:txXfrm>
    </dsp:sp>
    <dsp:sp modelId="{78A8C217-0024-4EBC-8DF6-6076DD6B4D24}">
      <dsp:nvSpPr>
        <dsp:cNvPr id="0" name=""/>
        <dsp:cNvSpPr/>
      </dsp:nvSpPr>
      <dsp:spPr>
        <a:xfrm>
          <a:off x="3540125" y="1984"/>
          <a:ext cx="2460625" cy="123031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3300" b="0" kern="12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Generovaný kód</a:t>
          </a:r>
        </a:p>
      </dsp:txBody>
      <dsp:txXfrm>
        <a:off x="3576160" y="38019"/>
        <a:ext cx="2388555" cy="1158242"/>
      </dsp:txXfrm>
    </dsp:sp>
    <dsp:sp modelId="{20311B42-CAAF-47FC-8AAC-BCCC7C917A08}">
      <dsp:nvSpPr>
        <dsp:cNvPr id="0" name=""/>
        <dsp:cNvSpPr/>
      </dsp:nvSpPr>
      <dsp:spPr>
        <a:xfrm>
          <a:off x="2555874" y="2004753"/>
          <a:ext cx="984250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984250" y="2724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500" kern="1200"/>
        </a:p>
      </dsp:txBody>
      <dsp:txXfrm>
        <a:off x="3023393" y="2007393"/>
        <a:ext cx="49212" cy="49212"/>
      </dsp:txXfrm>
    </dsp:sp>
    <dsp:sp modelId="{FEB7062F-52C6-4A28-83A7-43680270949F}">
      <dsp:nvSpPr>
        <dsp:cNvPr id="0" name=""/>
        <dsp:cNvSpPr/>
      </dsp:nvSpPr>
      <dsp:spPr>
        <a:xfrm>
          <a:off x="3540125" y="1416843"/>
          <a:ext cx="2460625" cy="123031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3300" kern="120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Směr čítání</a:t>
          </a:r>
          <a:endParaRPr lang="cs-CZ" sz="3300" kern="1200" dirty="0">
            <a:solidFill>
              <a:srgbClr val="00206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3576160" y="1452878"/>
        <a:ext cx="2388555" cy="1158242"/>
      </dsp:txXfrm>
    </dsp:sp>
    <dsp:sp modelId="{14F58C5B-71A7-4A38-A73E-7E37EE5CDECD}">
      <dsp:nvSpPr>
        <dsp:cNvPr id="0" name=""/>
        <dsp:cNvSpPr/>
      </dsp:nvSpPr>
      <dsp:spPr>
        <a:xfrm rot="3310531">
          <a:off x="2186232" y="2712183"/>
          <a:ext cx="1723535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1723535" y="2724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600" kern="1200"/>
        </a:p>
      </dsp:txBody>
      <dsp:txXfrm>
        <a:off x="3004911" y="2696341"/>
        <a:ext cx="86176" cy="86176"/>
      </dsp:txXfrm>
    </dsp:sp>
    <dsp:sp modelId="{87385569-AD5C-4A15-9F85-B6287E06787B}">
      <dsp:nvSpPr>
        <dsp:cNvPr id="0" name=""/>
        <dsp:cNvSpPr/>
      </dsp:nvSpPr>
      <dsp:spPr>
        <a:xfrm>
          <a:off x="3540125" y="2831703"/>
          <a:ext cx="2460625" cy="123031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3300" b="0" kern="120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Způsob spouštění</a:t>
          </a:r>
          <a:endParaRPr lang="cs-CZ" sz="3300" b="0" kern="1200" dirty="0">
            <a:solidFill>
              <a:srgbClr val="00206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3576160" y="2867738"/>
        <a:ext cx="2388555" cy="115824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0CEE48-9058-48EC-A7B5-F5E02AB79E7E}">
      <dsp:nvSpPr>
        <dsp:cNvPr id="0" name=""/>
        <dsp:cNvSpPr/>
      </dsp:nvSpPr>
      <dsp:spPr>
        <a:xfrm>
          <a:off x="1570071" y="8811"/>
          <a:ext cx="458789" cy="458789"/>
        </a:xfrm>
        <a:prstGeom prst="ellipse">
          <a:avLst/>
        </a:prstGeom>
        <a:solidFill>
          <a:srgbClr val="FFFF0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b="1" kern="1200" dirty="0">
              <a:solidFill>
                <a:schemeClr val="tx1"/>
              </a:solidFill>
            </a:rPr>
            <a:t>0</a:t>
          </a:r>
        </a:p>
      </dsp:txBody>
      <dsp:txXfrm>
        <a:off x="1637259" y="75999"/>
        <a:ext cx="324413" cy="324413"/>
      </dsp:txXfrm>
    </dsp:sp>
    <dsp:sp modelId="{B450A715-FA4B-4EB0-92AC-2D625DFBCE0D}">
      <dsp:nvSpPr>
        <dsp:cNvPr id="0" name=""/>
        <dsp:cNvSpPr/>
      </dsp:nvSpPr>
      <dsp:spPr>
        <a:xfrm rot="1707975">
          <a:off x="2035201" y="318942"/>
          <a:ext cx="111922" cy="154841"/>
        </a:xfrm>
        <a:prstGeom prst="rightArrow">
          <a:avLst>
            <a:gd name="adj1" fmla="val 60000"/>
            <a:gd name="adj2" fmla="val 50000"/>
          </a:avLst>
        </a:prstGeom>
        <a:solidFill>
          <a:schemeClr val="tx1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700" kern="1200"/>
        </a:p>
      </dsp:txBody>
      <dsp:txXfrm>
        <a:off x="2037231" y="341908"/>
        <a:ext cx="78345" cy="92905"/>
      </dsp:txXfrm>
    </dsp:sp>
    <dsp:sp modelId="{94F15D60-A6E8-448C-AB5D-AA4FE65A1EE0}">
      <dsp:nvSpPr>
        <dsp:cNvPr id="0" name=""/>
        <dsp:cNvSpPr/>
      </dsp:nvSpPr>
      <dsp:spPr>
        <a:xfrm>
          <a:off x="2159035" y="328144"/>
          <a:ext cx="458789" cy="458789"/>
        </a:xfrm>
        <a:prstGeom prst="ellipse">
          <a:avLst/>
        </a:prstGeom>
        <a:solidFill>
          <a:srgbClr val="FFFF0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b="1" kern="1200" dirty="0">
              <a:solidFill>
                <a:schemeClr val="tx1"/>
              </a:solidFill>
              <a:latin typeface="Consolas" panose="020B0609020204030204" pitchFamily="49" charset="0"/>
            </a:rPr>
            <a:t>1</a:t>
          </a:r>
        </a:p>
      </dsp:txBody>
      <dsp:txXfrm>
        <a:off x="2226223" y="395332"/>
        <a:ext cx="324413" cy="324413"/>
      </dsp:txXfrm>
    </dsp:sp>
    <dsp:sp modelId="{B6E0A313-4639-426A-B195-1175A3144FF9}">
      <dsp:nvSpPr>
        <dsp:cNvPr id="0" name=""/>
        <dsp:cNvSpPr/>
      </dsp:nvSpPr>
      <dsp:spPr>
        <a:xfrm rot="5320622">
          <a:off x="2335464" y="820756"/>
          <a:ext cx="121664" cy="154841"/>
        </a:xfrm>
        <a:prstGeom prst="rightArrow">
          <a:avLst>
            <a:gd name="adj1" fmla="val 60000"/>
            <a:gd name="adj2" fmla="val 50000"/>
          </a:avLst>
        </a:prstGeom>
        <a:solidFill>
          <a:schemeClr val="tx1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700" kern="1200"/>
        </a:p>
      </dsp:txBody>
      <dsp:txXfrm>
        <a:off x="2353292" y="833479"/>
        <a:ext cx="85165" cy="92905"/>
      </dsp:txXfrm>
    </dsp:sp>
    <dsp:sp modelId="{7F4E22F4-4541-4313-9429-8652381E2430}">
      <dsp:nvSpPr>
        <dsp:cNvPr id="0" name=""/>
        <dsp:cNvSpPr/>
      </dsp:nvSpPr>
      <dsp:spPr>
        <a:xfrm>
          <a:off x="2174927" y="1016305"/>
          <a:ext cx="458789" cy="458789"/>
        </a:xfrm>
        <a:prstGeom prst="ellipse">
          <a:avLst/>
        </a:prstGeom>
        <a:solidFill>
          <a:srgbClr val="FFFF0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b="1" kern="1200" dirty="0">
              <a:solidFill>
                <a:schemeClr val="tx1"/>
              </a:solidFill>
            </a:rPr>
            <a:t>2</a:t>
          </a:r>
        </a:p>
      </dsp:txBody>
      <dsp:txXfrm>
        <a:off x="2242115" y="1083493"/>
        <a:ext cx="324413" cy="324413"/>
      </dsp:txXfrm>
    </dsp:sp>
    <dsp:sp modelId="{930C1C10-B7D9-4063-97DF-451520631F5C}">
      <dsp:nvSpPr>
        <dsp:cNvPr id="0" name=""/>
        <dsp:cNvSpPr/>
      </dsp:nvSpPr>
      <dsp:spPr>
        <a:xfrm rot="8924640">
          <a:off x="2052358" y="1345018"/>
          <a:ext cx="121552" cy="154841"/>
        </a:xfrm>
        <a:prstGeom prst="rightArrow">
          <a:avLst>
            <a:gd name="adj1" fmla="val 60000"/>
            <a:gd name="adj2" fmla="val 50000"/>
          </a:avLst>
        </a:prstGeom>
        <a:solidFill>
          <a:schemeClr val="tx1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700" kern="1200"/>
        </a:p>
      </dsp:txBody>
      <dsp:txXfrm rot="10800000">
        <a:off x="2086178" y="1366526"/>
        <a:ext cx="85086" cy="92905"/>
      </dsp:txXfrm>
    </dsp:sp>
    <dsp:sp modelId="{4253F2A0-3C4D-41E0-8F8F-602B835DE00E}">
      <dsp:nvSpPr>
        <dsp:cNvPr id="0" name=""/>
        <dsp:cNvSpPr/>
      </dsp:nvSpPr>
      <dsp:spPr>
        <a:xfrm>
          <a:off x="1586671" y="1373352"/>
          <a:ext cx="458789" cy="458789"/>
        </a:xfrm>
        <a:prstGeom prst="ellipse">
          <a:avLst/>
        </a:prstGeom>
        <a:solidFill>
          <a:srgbClr val="FFFF0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b="1" kern="1200" dirty="0">
              <a:solidFill>
                <a:schemeClr val="tx1"/>
              </a:solidFill>
            </a:rPr>
            <a:t>3</a:t>
          </a:r>
        </a:p>
      </dsp:txBody>
      <dsp:txXfrm>
        <a:off x="1653859" y="1440540"/>
        <a:ext cx="324413" cy="324413"/>
      </dsp:txXfrm>
    </dsp:sp>
    <dsp:sp modelId="{F8AF0E23-F4AB-4B22-93A2-64EDDCAF3E7E}">
      <dsp:nvSpPr>
        <dsp:cNvPr id="0" name=""/>
        <dsp:cNvSpPr/>
      </dsp:nvSpPr>
      <dsp:spPr>
        <a:xfrm rot="12540279">
          <a:off x="1457511" y="1360206"/>
          <a:ext cx="121454" cy="154841"/>
        </a:xfrm>
        <a:prstGeom prst="rightArrow">
          <a:avLst>
            <a:gd name="adj1" fmla="val 60000"/>
            <a:gd name="adj2" fmla="val 50000"/>
          </a:avLst>
        </a:prstGeom>
        <a:solidFill>
          <a:schemeClr val="tx1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700" kern="1200"/>
        </a:p>
      </dsp:txBody>
      <dsp:txXfrm rot="10800000">
        <a:off x="1491662" y="1400008"/>
        <a:ext cx="85018" cy="92905"/>
      </dsp:txXfrm>
    </dsp:sp>
    <dsp:sp modelId="{5AC06EA3-1487-4878-8E60-73BC78C506B2}">
      <dsp:nvSpPr>
        <dsp:cNvPr id="0" name=""/>
        <dsp:cNvSpPr/>
      </dsp:nvSpPr>
      <dsp:spPr>
        <a:xfrm>
          <a:off x="985004" y="1039779"/>
          <a:ext cx="458789" cy="458789"/>
        </a:xfrm>
        <a:prstGeom prst="ellipse">
          <a:avLst/>
        </a:prstGeom>
        <a:solidFill>
          <a:srgbClr val="FFFF0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b="1" kern="1200" dirty="0">
              <a:solidFill>
                <a:schemeClr val="tx1"/>
              </a:solidFill>
            </a:rPr>
            <a:t>4</a:t>
          </a:r>
        </a:p>
      </dsp:txBody>
      <dsp:txXfrm>
        <a:off x="1052192" y="1106967"/>
        <a:ext cx="324413" cy="324413"/>
      </dsp:txXfrm>
    </dsp:sp>
    <dsp:sp modelId="{461F6849-4FCE-49EE-9AB8-2EA110D7E1CF}">
      <dsp:nvSpPr>
        <dsp:cNvPr id="0" name=""/>
        <dsp:cNvSpPr/>
      </dsp:nvSpPr>
      <dsp:spPr>
        <a:xfrm rot="16165117">
          <a:off x="1150250" y="851294"/>
          <a:ext cx="121389" cy="154841"/>
        </a:xfrm>
        <a:prstGeom prst="rightArrow">
          <a:avLst>
            <a:gd name="adj1" fmla="val 60000"/>
            <a:gd name="adj2" fmla="val 50000"/>
          </a:avLst>
        </a:prstGeom>
        <a:solidFill>
          <a:schemeClr val="tx1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700" kern="1200"/>
        </a:p>
      </dsp:txBody>
      <dsp:txXfrm rot="10800000">
        <a:off x="1168643" y="900470"/>
        <a:ext cx="84972" cy="92905"/>
      </dsp:txXfrm>
    </dsp:sp>
    <dsp:sp modelId="{94FA9188-7ACD-46A3-9671-54526483B058}">
      <dsp:nvSpPr>
        <dsp:cNvPr id="0" name=""/>
        <dsp:cNvSpPr/>
      </dsp:nvSpPr>
      <dsp:spPr>
        <a:xfrm>
          <a:off x="978025" y="351989"/>
          <a:ext cx="458789" cy="458789"/>
        </a:xfrm>
        <a:prstGeom prst="ellipse">
          <a:avLst/>
        </a:prstGeom>
        <a:solidFill>
          <a:srgbClr val="FFFF0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b="1" kern="1200" dirty="0">
              <a:solidFill>
                <a:schemeClr val="tx1"/>
              </a:solidFill>
            </a:rPr>
            <a:t>5</a:t>
          </a:r>
        </a:p>
      </dsp:txBody>
      <dsp:txXfrm>
        <a:off x="1045213" y="419177"/>
        <a:ext cx="324413" cy="324413"/>
      </dsp:txXfrm>
    </dsp:sp>
    <dsp:sp modelId="{0226906C-6F8A-490E-827A-2C59B35F2BD9}">
      <dsp:nvSpPr>
        <dsp:cNvPr id="0" name=""/>
        <dsp:cNvSpPr/>
      </dsp:nvSpPr>
      <dsp:spPr>
        <a:xfrm rot="19794083">
          <a:off x="1440751" y="334071"/>
          <a:ext cx="119529" cy="154841"/>
        </a:xfrm>
        <a:prstGeom prst="rightArrow">
          <a:avLst>
            <a:gd name="adj1" fmla="val 60000"/>
            <a:gd name="adj2" fmla="val 50000"/>
          </a:avLst>
        </a:prstGeom>
        <a:solidFill>
          <a:schemeClr val="tx1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700" kern="1200"/>
        </a:p>
      </dsp:txBody>
      <dsp:txXfrm>
        <a:off x="1443169" y="374030"/>
        <a:ext cx="83670" cy="9290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0CEE48-9058-48EC-A7B5-F5E02AB79E7E}">
      <dsp:nvSpPr>
        <dsp:cNvPr id="0" name=""/>
        <dsp:cNvSpPr/>
      </dsp:nvSpPr>
      <dsp:spPr>
        <a:xfrm>
          <a:off x="1570071" y="8811"/>
          <a:ext cx="458789" cy="458789"/>
        </a:xfrm>
        <a:prstGeom prst="ellipse">
          <a:avLst/>
        </a:prstGeom>
        <a:solidFill>
          <a:srgbClr val="FFFF0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b="1" kern="1200" dirty="0">
              <a:solidFill>
                <a:schemeClr val="tx1"/>
              </a:solidFill>
              <a:latin typeface="Consolas" panose="020B0609020204030204" pitchFamily="49" charset="0"/>
            </a:rPr>
            <a:t>0</a:t>
          </a:r>
        </a:p>
      </dsp:txBody>
      <dsp:txXfrm>
        <a:off x="1637259" y="75999"/>
        <a:ext cx="324413" cy="324413"/>
      </dsp:txXfrm>
    </dsp:sp>
    <dsp:sp modelId="{B450A715-FA4B-4EB0-92AC-2D625DFBCE0D}">
      <dsp:nvSpPr>
        <dsp:cNvPr id="0" name=""/>
        <dsp:cNvSpPr/>
      </dsp:nvSpPr>
      <dsp:spPr>
        <a:xfrm rot="12383319">
          <a:off x="2035201" y="318942"/>
          <a:ext cx="111922" cy="154841"/>
        </a:xfrm>
        <a:prstGeom prst="rightArrow">
          <a:avLst>
            <a:gd name="adj1" fmla="val 60000"/>
            <a:gd name="adj2" fmla="val 50000"/>
          </a:avLst>
        </a:prstGeom>
        <a:solidFill>
          <a:schemeClr val="tx1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600" kern="1200">
            <a:latin typeface="Consolas" panose="020B0609020204030204" pitchFamily="49" charset="0"/>
          </a:endParaRPr>
        </a:p>
      </dsp:txBody>
      <dsp:txXfrm>
        <a:off x="2067029" y="357372"/>
        <a:ext cx="78345" cy="92905"/>
      </dsp:txXfrm>
    </dsp:sp>
    <dsp:sp modelId="{94F15D60-A6E8-448C-AB5D-AA4FE65A1EE0}">
      <dsp:nvSpPr>
        <dsp:cNvPr id="0" name=""/>
        <dsp:cNvSpPr/>
      </dsp:nvSpPr>
      <dsp:spPr>
        <a:xfrm>
          <a:off x="2159035" y="328144"/>
          <a:ext cx="458789" cy="458789"/>
        </a:xfrm>
        <a:prstGeom prst="ellipse">
          <a:avLst/>
        </a:prstGeom>
        <a:solidFill>
          <a:srgbClr val="FFFF0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b="1" kern="1200" dirty="0">
              <a:solidFill>
                <a:schemeClr val="tx1"/>
              </a:solidFill>
              <a:latin typeface="Consolas" panose="020B0609020204030204" pitchFamily="49" charset="0"/>
            </a:rPr>
            <a:t>1</a:t>
          </a:r>
        </a:p>
      </dsp:txBody>
      <dsp:txXfrm>
        <a:off x="2226223" y="395332"/>
        <a:ext cx="324413" cy="324413"/>
      </dsp:txXfrm>
    </dsp:sp>
    <dsp:sp modelId="{B6E0A313-4639-426A-B195-1175A3144FF9}">
      <dsp:nvSpPr>
        <dsp:cNvPr id="0" name=""/>
        <dsp:cNvSpPr/>
      </dsp:nvSpPr>
      <dsp:spPr>
        <a:xfrm rot="16200000">
          <a:off x="2335464" y="820756"/>
          <a:ext cx="121664" cy="154841"/>
        </a:xfrm>
        <a:prstGeom prst="rightArrow">
          <a:avLst>
            <a:gd name="adj1" fmla="val 60000"/>
            <a:gd name="adj2" fmla="val 50000"/>
          </a:avLst>
        </a:prstGeom>
        <a:solidFill>
          <a:schemeClr val="tx1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600" kern="1200">
            <a:latin typeface="Consolas" panose="020B0609020204030204" pitchFamily="49" charset="0"/>
          </a:endParaRPr>
        </a:p>
      </dsp:txBody>
      <dsp:txXfrm>
        <a:off x="2353714" y="869974"/>
        <a:ext cx="85165" cy="92905"/>
      </dsp:txXfrm>
    </dsp:sp>
    <dsp:sp modelId="{7F4E22F4-4541-4313-9429-8652381E2430}">
      <dsp:nvSpPr>
        <dsp:cNvPr id="0" name=""/>
        <dsp:cNvSpPr/>
      </dsp:nvSpPr>
      <dsp:spPr>
        <a:xfrm>
          <a:off x="2174927" y="1016305"/>
          <a:ext cx="458789" cy="458789"/>
        </a:xfrm>
        <a:prstGeom prst="ellipse">
          <a:avLst/>
        </a:prstGeom>
        <a:solidFill>
          <a:srgbClr val="FFFF0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b="1" kern="1200" dirty="0">
              <a:solidFill>
                <a:schemeClr val="tx1"/>
              </a:solidFill>
              <a:latin typeface="Consolas" panose="020B0609020204030204" pitchFamily="49" charset="0"/>
            </a:rPr>
            <a:t>2</a:t>
          </a:r>
        </a:p>
      </dsp:txBody>
      <dsp:txXfrm>
        <a:off x="2242115" y="1083493"/>
        <a:ext cx="324413" cy="324413"/>
      </dsp:txXfrm>
    </dsp:sp>
    <dsp:sp modelId="{930C1C10-B7D9-4063-97DF-451520631F5C}">
      <dsp:nvSpPr>
        <dsp:cNvPr id="0" name=""/>
        <dsp:cNvSpPr/>
      </dsp:nvSpPr>
      <dsp:spPr>
        <a:xfrm rot="19620628">
          <a:off x="2052358" y="1345018"/>
          <a:ext cx="121552" cy="154841"/>
        </a:xfrm>
        <a:prstGeom prst="rightArrow">
          <a:avLst>
            <a:gd name="adj1" fmla="val 60000"/>
            <a:gd name="adj2" fmla="val 50000"/>
          </a:avLst>
        </a:prstGeom>
        <a:solidFill>
          <a:schemeClr val="tx1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600" kern="1200">
            <a:latin typeface="Consolas" panose="020B0609020204030204" pitchFamily="49" charset="0"/>
          </a:endParaRPr>
        </a:p>
      </dsp:txBody>
      <dsp:txXfrm rot="10800000">
        <a:off x="2055298" y="1385914"/>
        <a:ext cx="85086" cy="92905"/>
      </dsp:txXfrm>
    </dsp:sp>
    <dsp:sp modelId="{4253F2A0-3C4D-41E0-8F8F-602B835DE00E}">
      <dsp:nvSpPr>
        <dsp:cNvPr id="0" name=""/>
        <dsp:cNvSpPr/>
      </dsp:nvSpPr>
      <dsp:spPr>
        <a:xfrm>
          <a:off x="1586671" y="1373352"/>
          <a:ext cx="458789" cy="458789"/>
        </a:xfrm>
        <a:prstGeom prst="ellipse">
          <a:avLst/>
        </a:prstGeom>
        <a:solidFill>
          <a:srgbClr val="FFFF0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b="1" kern="1200" dirty="0">
              <a:solidFill>
                <a:schemeClr val="tx1"/>
              </a:solidFill>
              <a:latin typeface="Consolas" panose="020B0609020204030204" pitchFamily="49" charset="0"/>
            </a:rPr>
            <a:t>3</a:t>
          </a:r>
        </a:p>
      </dsp:txBody>
      <dsp:txXfrm>
        <a:off x="1653859" y="1440540"/>
        <a:ext cx="324413" cy="324413"/>
      </dsp:txXfrm>
    </dsp:sp>
    <dsp:sp modelId="{F8AF0E23-F4AB-4B22-93A2-64EDDCAF3E7E}">
      <dsp:nvSpPr>
        <dsp:cNvPr id="0" name=""/>
        <dsp:cNvSpPr/>
      </dsp:nvSpPr>
      <dsp:spPr>
        <a:xfrm rot="1732716">
          <a:off x="1457511" y="1360206"/>
          <a:ext cx="121454" cy="154841"/>
        </a:xfrm>
        <a:prstGeom prst="rightArrow">
          <a:avLst>
            <a:gd name="adj1" fmla="val 60000"/>
            <a:gd name="adj2" fmla="val 50000"/>
          </a:avLst>
        </a:prstGeom>
        <a:solidFill>
          <a:schemeClr val="tx1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600" kern="1200">
            <a:latin typeface="Consolas" panose="020B0609020204030204" pitchFamily="49" charset="0"/>
          </a:endParaRPr>
        </a:p>
      </dsp:txBody>
      <dsp:txXfrm rot="10800000">
        <a:off x="1459776" y="1382376"/>
        <a:ext cx="85018" cy="92905"/>
      </dsp:txXfrm>
    </dsp:sp>
    <dsp:sp modelId="{5AC06EA3-1487-4878-8E60-73BC78C506B2}">
      <dsp:nvSpPr>
        <dsp:cNvPr id="0" name=""/>
        <dsp:cNvSpPr/>
      </dsp:nvSpPr>
      <dsp:spPr>
        <a:xfrm>
          <a:off x="985004" y="1039779"/>
          <a:ext cx="458789" cy="458789"/>
        </a:xfrm>
        <a:prstGeom prst="ellipse">
          <a:avLst/>
        </a:prstGeom>
        <a:solidFill>
          <a:srgbClr val="FFFF0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b="1" kern="1200" dirty="0">
              <a:solidFill>
                <a:schemeClr val="tx1"/>
              </a:solidFill>
              <a:latin typeface="Consolas" panose="020B0609020204030204" pitchFamily="49" charset="0"/>
            </a:rPr>
            <a:t>4</a:t>
          </a:r>
        </a:p>
      </dsp:txBody>
      <dsp:txXfrm>
        <a:off x="1052192" y="1106967"/>
        <a:ext cx="324413" cy="324413"/>
      </dsp:txXfrm>
    </dsp:sp>
    <dsp:sp modelId="{461F6849-4FCE-49EE-9AB8-2EA110D7E1CF}">
      <dsp:nvSpPr>
        <dsp:cNvPr id="0" name=""/>
        <dsp:cNvSpPr/>
      </dsp:nvSpPr>
      <dsp:spPr>
        <a:xfrm rot="5400000">
          <a:off x="1150250" y="851294"/>
          <a:ext cx="121389" cy="154841"/>
        </a:xfrm>
        <a:prstGeom prst="rightArrow">
          <a:avLst>
            <a:gd name="adj1" fmla="val 60000"/>
            <a:gd name="adj2" fmla="val 50000"/>
          </a:avLst>
        </a:prstGeom>
        <a:solidFill>
          <a:schemeClr val="tx1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600" kern="1200">
            <a:latin typeface="Consolas" panose="020B0609020204030204" pitchFamily="49" charset="0"/>
          </a:endParaRPr>
        </a:p>
      </dsp:txBody>
      <dsp:txXfrm rot="10800000">
        <a:off x="1168459" y="864054"/>
        <a:ext cx="84972" cy="92905"/>
      </dsp:txXfrm>
    </dsp:sp>
    <dsp:sp modelId="{94FA9188-7ACD-46A3-9671-54526483B058}">
      <dsp:nvSpPr>
        <dsp:cNvPr id="0" name=""/>
        <dsp:cNvSpPr/>
      </dsp:nvSpPr>
      <dsp:spPr>
        <a:xfrm>
          <a:off x="978025" y="351989"/>
          <a:ext cx="458789" cy="458789"/>
        </a:xfrm>
        <a:prstGeom prst="ellipse">
          <a:avLst/>
        </a:prstGeom>
        <a:solidFill>
          <a:srgbClr val="FFFF0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b="1" kern="1200" dirty="0">
              <a:solidFill>
                <a:schemeClr val="tx1"/>
              </a:solidFill>
              <a:latin typeface="Consolas" panose="020B0609020204030204" pitchFamily="49" charset="0"/>
            </a:rPr>
            <a:t>5</a:t>
          </a:r>
        </a:p>
      </dsp:txBody>
      <dsp:txXfrm>
        <a:off x="1045213" y="419177"/>
        <a:ext cx="324413" cy="324413"/>
      </dsp:txXfrm>
    </dsp:sp>
    <dsp:sp modelId="{0226906C-6F8A-490E-827A-2C59B35F2BD9}">
      <dsp:nvSpPr>
        <dsp:cNvPr id="0" name=""/>
        <dsp:cNvSpPr/>
      </dsp:nvSpPr>
      <dsp:spPr>
        <a:xfrm rot="9150827">
          <a:off x="1440751" y="334071"/>
          <a:ext cx="119529" cy="154841"/>
        </a:xfrm>
        <a:prstGeom prst="rightArrow">
          <a:avLst>
            <a:gd name="adj1" fmla="val 60000"/>
            <a:gd name="adj2" fmla="val 50000"/>
          </a:avLst>
        </a:prstGeom>
        <a:solidFill>
          <a:schemeClr val="tx1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600" kern="1200">
            <a:latin typeface="Consolas" panose="020B0609020204030204" pitchFamily="49" charset="0"/>
          </a:endParaRPr>
        </a:p>
      </dsp:txBody>
      <dsp:txXfrm>
        <a:off x="1474586" y="356764"/>
        <a:ext cx="83670" cy="9290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0CEE48-9058-48EC-A7B5-F5E02AB79E7E}">
      <dsp:nvSpPr>
        <dsp:cNvPr id="0" name=""/>
        <dsp:cNvSpPr/>
      </dsp:nvSpPr>
      <dsp:spPr>
        <a:xfrm>
          <a:off x="2226171" y="15147"/>
          <a:ext cx="586318" cy="586318"/>
        </a:xfrm>
        <a:prstGeom prst="ellipse">
          <a:avLst/>
        </a:prstGeom>
        <a:solidFill>
          <a:schemeClr val="tx1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600" b="1" kern="1200" dirty="0">
              <a:solidFill>
                <a:schemeClr val="bg1">
                  <a:lumMod val="95000"/>
                </a:schemeClr>
              </a:solidFill>
              <a:latin typeface="Consolas" panose="020B0609020204030204" pitchFamily="49" charset="0"/>
            </a:rPr>
            <a:t>0</a:t>
          </a:r>
        </a:p>
      </dsp:txBody>
      <dsp:txXfrm>
        <a:off x="2312035" y="101011"/>
        <a:ext cx="414590" cy="414590"/>
      </dsp:txXfrm>
    </dsp:sp>
    <dsp:sp modelId="{B450A715-FA4B-4EB0-92AC-2D625DFBCE0D}">
      <dsp:nvSpPr>
        <dsp:cNvPr id="0" name=""/>
        <dsp:cNvSpPr/>
      </dsp:nvSpPr>
      <dsp:spPr>
        <a:xfrm rot="1251715">
          <a:off x="2844048" y="360363"/>
          <a:ext cx="142995" cy="197882"/>
        </a:xfrm>
        <a:prstGeom prst="rightArrow">
          <a:avLst>
            <a:gd name="adj1" fmla="val 60000"/>
            <a:gd name="adj2" fmla="val 50000"/>
          </a:avLst>
        </a:prstGeom>
        <a:solidFill>
          <a:schemeClr val="bg1">
            <a:lumMod val="95000"/>
          </a:schemeClr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800" kern="1200">
            <a:latin typeface="Consolas" panose="020B0609020204030204" pitchFamily="49" charset="0"/>
          </a:endParaRPr>
        </a:p>
      </dsp:txBody>
      <dsp:txXfrm>
        <a:off x="2845454" y="392301"/>
        <a:ext cx="100097" cy="118730"/>
      </dsp:txXfrm>
    </dsp:sp>
    <dsp:sp modelId="{94F15D60-A6E8-448C-AB5D-AA4FE65A1EE0}">
      <dsp:nvSpPr>
        <dsp:cNvPr id="0" name=""/>
        <dsp:cNvSpPr/>
      </dsp:nvSpPr>
      <dsp:spPr>
        <a:xfrm>
          <a:off x="3026165" y="320026"/>
          <a:ext cx="586318" cy="586318"/>
        </a:xfrm>
        <a:prstGeom prst="ellipse">
          <a:avLst/>
        </a:prstGeom>
        <a:solidFill>
          <a:srgbClr val="FFFF0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600" b="1" kern="1200" dirty="0">
              <a:solidFill>
                <a:schemeClr val="tx1"/>
              </a:solidFill>
              <a:latin typeface="Consolas" panose="020B0609020204030204" pitchFamily="49" charset="0"/>
            </a:rPr>
            <a:t>1</a:t>
          </a:r>
        </a:p>
      </dsp:txBody>
      <dsp:txXfrm>
        <a:off x="3112029" y="405890"/>
        <a:ext cx="414590" cy="414590"/>
      </dsp:txXfrm>
    </dsp:sp>
    <dsp:sp modelId="{B6E0A313-4639-426A-B195-1175A3144FF9}">
      <dsp:nvSpPr>
        <dsp:cNvPr id="0" name=""/>
        <dsp:cNvSpPr/>
      </dsp:nvSpPr>
      <dsp:spPr>
        <a:xfrm rot="3998058">
          <a:off x="3414227" y="914287"/>
          <a:ext cx="155854" cy="197882"/>
        </a:xfrm>
        <a:prstGeom prst="rightArrow">
          <a:avLst>
            <a:gd name="adj1" fmla="val 60000"/>
            <a:gd name="adj2" fmla="val 50000"/>
          </a:avLst>
        </a:prstGeom>
        <a:solidFill>
          <a:schemeClr val="bg1">
            <a:lumMod val="95000"/>
          </a:schemeClr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800" kern="1200">
            <a:latin typeface="Consolas" panose="020B0609020204030204" pitchFamily="49" charset="0"/>
          </a:endParaRPr>
        </a:p>
      </dsp:txBody>
      <dsp:txXfrm>
        <a:off x="3428333" y="932402"/>
        <a:ext cx="109098" cy="118730"/>
      </dsp:txXfrm>
    </dsp:sp>
    <dsp:sp modelId="{7F4E22F4-4541-4313-9429-8652381E2430}">
      <dsp:nvSpPr>
        <dsp:cNvPr id="0" name=""/>
        <dsp:cNvSpPr/>
      </dsp:nvSpPr>
      <dsp:spPr>
        <a:xfrm>
          <a:off x="3375324" y="1128211"/>
          <a:ext cx="586318" cy="586318"/>
        </a:xfrm>
        <a:prstGeom prst="ellipse">
          <a:avLst/>
        </a:prstGeom>
        <a:solidFill>
          <a:srgbClr val="FFFF0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600" b="1" kern="1200" dirty="0">
              <a:solidFill>
                <a:schemeClr val="tx1"/>
              </a:solidFill>
              <a:latin typeface="Consolas" panose="020B0609020204030204" pitchFamily="49" charset="0"/>
            </a:rPr>
            <a:t>2</a:t>
          </a:r>
        </a:p>
      </dsp:txBody>
      <dsp:txXfrm>
        <a:off x="3461188" y="1214075"/>
        <a:ext cx="414590" cy="414590"/>
      </dsp:txXfrm>
    </dsp:sp>
    <dsp:sp modelId="{930C1C10-B7D9-4063-97DF-451520631F5C}">
      <dsp:nvSpPr>
        <dsp:cNvPr id="0" name=""/>
        <dsp:cNvSpPr/>
      </dsp:nvSpPr>
      <dsp:spPr>
        <a:xfrm rot="6700668">
          <a:off x="3429641" y="1727332"/>
          <a:ext cx="155786" cy="197882"/>
        </a:xfrm>
        <a:prstGeom prst="rightArrow">
          <a:avLst>
            <a:gd name="adj1" fmla="val 60000"/>
            <a:gd name="adj2" fmla="val 50000"/>
          </a:avLst>
        </a:prstGeom>
        <a:solidFill>
          <a:schemeClr val="bg1">
            <a:lumMod val="95000"/>
          </a:schemeClr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800" kern="1200">
            <a:latin typeface="Consolas" panose="020B0609020204030204" pitchFamily="49" charset="0"/>
          </a:endParaRPr>
        </a:p>
      </dsp:txBody>
      <dsp:txXfrm rot="10800000">
        <a:off x="3461641" y="1745193"/>
        <a:ext cx="109050" cy="118730"/>
      </dsp:txXfrm>
    </dsp:sp>
    <dsp:sp modelId="{4253F2A0-3C4D-41E0-8F8F-602B835DE00E}">
      <dsp:nvSpPr>
        <dsp:cNvPr id="0" name=""/>
        <dsp:cNvSpPr/>
      </dsp:nvSpPr>
      <dsp:spPr>
        <a:xfrm>
          <a:off x="3050169" y="1946212"/>
          <a:ext cx="586318" cy="586318"/>
        </a:xfrm>
        <a:prstGeom prst="ellipse">
          <a:avLst/>
        </a:prstGeom>
        <a:solidFill>
          <a:srgbClr val="FFFF0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600" b="1" kern="1200" dirty="0">
              <a:solidFill>
                <a:schemeClr val="tx1"/>
              </a:solidFill>
              <a:latin typeface="Consolas" panose="020B0609020204030204" pitchFamily="49" charset="0"/>
            </a:rPr>
            <a:t>3</a:t>
          </a:r>
        </a:p>
      </dsp:txBody>
      <dsp:txXfrm>
        <a:off x="3136033" y="2032076"/>
        <a:ext cx="414590" cy="414590"/>
      </dsp:txXfrm>
    </dsp:sp>
    <dsp:sp modelId="{F8AF0E23-F4AB-4B22-93A2-64EDDCAF3E7E}">
      <dsp:nvSpPr>
        <dsp:cNvPr id="0" name=""/>
        <dsp:cNvSpPr/>
      </dsp:nvSpPr>
      <dsp:spPr>
        <a:xfrm rot="9410921">
          <a:off x="2864885" y="2311716"/>
          <a:ext cx="155727" cy="197882"/>
        </a:xfrm>
        <a:prstGeom prst="rightArrow">
          <a:avLst>
            <a:gd name="adj1" fmla="val 60000"/>
            <a:gd name="adj2" fmla="val 50000"/>
          </a:avLst>
        </a:prstGeom>
        <a:solidFill>
          <a:schemeClr val="bg1">
            <a:lumMod val="95000"/>
          </a:schemeClr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800" kern="1200">
            <a:latin typeface="Consolas" panose="020B0609020204030204" pitchFamily="49" charset="0"/>
          </a:endParaRPr>
        </a:p>
      </dsp:txBody>
      <dsp:txXfrm rot="10800000">
        <a:off x="2909722" y="2342108"/>
        <a:ext cx="109009" cy="118730"/>
      </dsp:txXfrm>
    </dsp:sp>
    <dsp:sp modelId="{5AC06EA3-1487-4878-8E60-73BC78C506B2}">
      <dsp:nvSpPr>
        <dsp:cNvPr id="0" name=""/>
        <dsp:cNvSpPr/>
      </dsp:nvSpPr>
      <dsp:spPr>
        <a:xfrm>
          <a:off x="2240905" y="2292249"/>
          <a:ext cx="586318" cy="586318"/>
        </a:xfrm>
        <a:prstGeom prst="ellipse">
          <a:avLst/>
        </a:prstGeom>
        <a:solidFill>
          <a:srgbClr val="FFFF0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600" b="1" kern="1200" dirty="0">
              <a:solidFill>
                <a:schemeClr val="tx1"/>
              </a:solidFill>
              <a:latin typeface="Consolas" panose="020B0609020204030204" pitchFamily="49" charset="0"/>
            </a:rPr>
            <a:t>4</a:t>
          </a:r>
        </a:p>
      </dsp:txBody>
      <dsp:txXfrm>
        <a:off x="2326769" y="2378113"/>
        <a:ext cx="414590" cy="414590"/>
      </dsp:txXfrm>
    </dsp:sp>
    <dsp:sp modelId="{461F6849-4FCE-49EE-9AB8-2EA110D7E1CF}">
      <dsp:nvSpPr>
        <dsp:cNvPr id="0" name=""/>
        <dsp:cNvSpPr/>
      </dsp:nvSpPr>
      <dsp:spPr>
        <a:xfrm rot="12127154">
          <a:off x="2052650" y="2322437"/>
          <a:ext cx="155689" cy="197882"/>
        </a:xfrm>
        <a:prstGeom prst="rightArrow">
          <a:avLst>
            <a:gd name="adj1" fmla="val 60000"/>
            <a:gd name="adj2" fmla="val 50000"/>
          </a:avLst>
        </a:prstGeom>
        <a:solidFill>
          <a:schemeClr val="bg1">
            <a:lumMod val="95000"/>
          </a:schemeClr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800" kern="1200">
            <a:latin typeface="Consolas" panose="020B0609020204030204" pitchFamily="49" charset="0"/>
          </a:endParaRPr>
        </a:p>
      </dsp:txBody>
      <dsp:txXfrm rot="10800000">
        <a:off x="2097638" y="2370806"/>
        <a:ext cx="108982" cy="118730"/>
      </dsp:txXfrm>
    </dsp:sp>
    <dsp:sp modelId="{94FA9188-7ACD-46A3-9671-54526483B058}">
      <dsp:nvSpPr>
        <dsp:cNvPr id="0" name=""/>
        <dsp:cNvSpPr/>
      </dsp:nvSpPr>
      <dsp:spPr>
        <a:xfrm>
          <a:off x="1425603" y="1960871"/>
          <a:ext cx="586318" cy="586318"/>
        </a:xfrm>
        <a:prstGeom prst="ellipse">
          <a:avLst/>
        </a:prstGeom>
        <a:solidFill>
          <a:srgbClr val="FFFF0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600" b="1" kern="1200" dirty="0">
              <a:solidFill>
                <a:schemeClr val="tx1"/>
              </a:solidFill>
              <a:latin typeface="Consolas" panose="020B0609020204030204" pitchFamily="49" charset="0"/>
            </a:rPr>
            <a:t>5</a:t>
          </a:r>
        </a:p>
      </dsp:txBody>
      <dsp:txXfrm>
        <a:off x="1511467" y="2046735"/>
        <a:ext cx="414590" cy="414590"/>
      </dsp:txXfrm>
    </dsp:sp>
    <dsp:sp modelId="{0226906C-6F8A-490E-827A-2C59B35F2BD9}">
      <dsp:nvSpPr>
        <dsp:cNvPr id="0" name=""/>
        <dsp:cNvSpPr/>
      </dsp:nvSpPr>
      <dsp:spPr>
        <a:xfrm rot="14847045">
          <a:off x="1473873" y="1752773"/>
          <a:ext cx="155677" cy="197882"/>
        </a:xfrm>
        <a:prstGeom prst="rightArrow">
          <a:avLst>
            <a:gd name="adj1" fmla="val 60000"/>
            <a:gd name="adj2" fmla="val 50000"/>
          </a:avLst>
        </a:prstGeom>
        <a:solidFill>
          <a:schemeClr val="bg1">
            <a:lumMod val="95000"/>
          </a:schemeClr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800" kern="1200">
            <a:latin typeface="Consolas" panose="020B0609020204030204" pitchFamily="49" charset="0"/>
          </a:endParaRPr>
        </a:p>
      </dsp:txBody>
      <dsp:txXfrm rot="10800000">
        <a:off x="1506179" y="1813915"/>
        <a:ext cx="108974" cy="118730"/>
      </dsp:txXfrm>
    </dsp:sp>
    <dsp:sp modelId="{D179AB51-579D-48F7-90A3-A3BCDCE0574A}">
      <dsp:nvSpPr>
        <dsp:cNvPr id="0" name=""/>
        <dsp:cNvSpPr/>
      </dsp:nvSpPr>
      <dsp:spPr>
        <a:xfrm>
          <a:off x="1088124" y="1148100"/>
          <a:ext cx="586318" cy="586318"/>
        </a:xfrm>
        <a:prstGeom prst="ellipse">
          <a:avLst/>
        </a:prstGeom>
        <a:solidFill>
          <a:srgbClr val="FFFF0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600" b="1" kern="1200" dirty="0">
              <a:solidFill>
                <a:schemeClr val="tx1"/>
              </a:solidFill>
              <a:latin typeface="Consolas" panose="020B0609020204030204" pitchFamily="49" charset="0"/>
            </a:rPr>
            <a:t>6</a:t>
          </a:r>
        </a:p>
      </dsp:txBody>
      <dsp:txXfrm>
        <a:off x="1173988" y="1233964"/>
        <a:ext cx="414590" cy="414590"/>
      </dsp:txXfrm>
    </dsp:sp>
    <dsp:sp modelId="{BEDB3ACA-9105-4436-A6A8-D353E9A71C08}">
      <dsp:nvSpPr>
        <dsp:cNvPr id="0" name=""/>
        <dsp:cNvSpPr/>
      </dsp:nvSpPr>
      <dsp:spPr>
        <a:xfrm rot="17567344">
          <a:off x="1472176" y="940700"/>
          <a:ext cx="155683" cy="197882"/>
        </a:xfrm>
        <a:prstGeom prst="rightArrow">
          <a:avLst>
            <a:gd name="adj1" fmla="val 60000"/>
            <a:gd name="adj2" fmla="val 50000"/>
          </a:avLst>
        </a:prstGeom>
        <a:solidFill>
          <a:schemeClr val="bg1">
            <a:lumMod val="95000"/>
          </a:schemeClr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800" kern="1200">
            <a:latin typeface="Consolas" panose="020B0609020204030204" pitchFamily="49" charset="0"/>
          </a:endParaRPr>
        </a:p>
      </dsp:txBody>
      <dsp:txXfrm>
        <a:off x="1486483" y="1001806"/>
        <a:ext cx="108978" cy="118730"/>
      </dsp:txXfrm>
    </dsp:sp>
    <dsp:sp modelId="{0BCD4322-3D00-4B0F-B247-E2F3D69804BC}">
      <dsp:nvSpPr>
        <dsp:cNvPr id="0" name=""/>
        <dsp:cNvSpPr/>
      </dsp:nvSpPr>
      <dsp:spPr>
        <a:xfrm>
          <a:off x="1429006" y="336739"/>
          <a:ext cx="586318" cy="586318"/>
        </a:xfrm>
        <a:prstGeom prst="ellipse">
          <a:avLst/>
        </a:prstGeom>
        <a:solidFill>
          <a:schemeClr val="tx1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600" b="1" kern="1200" dirty="0">
              <a:solidFill>
                <a:schemeClr val="bg1">
                  <a:lumMod val="95000"/>
                </a:schemeClr>
              </a:solidFill>
              <a:latin typeface="Consolas" panose="020B0609020204030204" pitchFamily="49" charset="0"/>
            </a:rPr>
            <a:t>7</a:t>
          </a:r>
        </a:p>
      </dsp:txBody>
      <dsp:txXfrm>
        <a:off x="1514870" y="422603"/>
        <a:ext cx="414590" cy="414590"/>
      </dsp:txXfrm>
    </dsp:sp>
    <dsp:sp modelId="{315666E4-D604-4B68-BABD-CB75609091A1}">
      <dsp:nvSpPr>
        <dsp:cNvPr id="0" name=""/>
        <dsp:cNvSpPr/>
      </dsp:nvSpPr>
      <dsp:spPr>
        <a:xfrm rot="20281791">
          <a:off x="2044530" y="371695"/>
          <a:ext cx="144833" cy="197882"/>
        </a:xfrm>
        <a:prstGeom prst="rightArrow">
          <a:avLst>
            <a:gd name="adj1" fmla="val 60000"/>
            <a:gd name="adj2" fmla="val 50000"/>
          </a:avLst>
        </a:prstGeom>
        <a:solidFill>
          <a:srgbClr val="FF0000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800" kern="1200">
            <a:latin typeface="Consolas" panose="020B0609020204030204" pitchFamily="49" charset="0"/>
          </a:endParaRPr>
        </a:p>
      </dsp:txBody>
      <dsp:txXfrm>
        <a:off x="2046108" y="419399"/>
        <a:ext cx="101383" cy="11873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0CEE48-9058-48EC-A7B5-F5E02AB79E7E}">
      <dsp:nvSpPr>
        <dsp:cNvPr id="0" name=""/>
        <dsp:cNvSpPr/>
      </dsp:nvSpPr>
      <dsp:spPr>
        <a:xfrm>
          <a:off x="2226171" y="15147"/>
          <a:ext cx="586318" cy="586318"/>
        </a:xfrm>
        <a:prstGeom prst="ellipse">
          <a:avLst/>
        </a:prstGeom>
        <a:solidFill>
          <a:schemeClr val="tx1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600" b="1" kern="1200" dirty="0">
              <a:solidFill>
                <a:schemeClr val="bg1">
                  <a:lumMod val="95000"/>
                </a:schemeClr>
              </a:solidFill>
              <a:latin typeface="Consolas" panose="020B0609020204030204" pitchFamily="49" charset="0"/>
            </a:rPr>
            <a:t>0</a:t>
          </a:r>
        </a:p>
      </dsp:txBody>
      <dsp:txXfrm>
        <a:off x="2312035" y="101011"/>
        <a:ext cx="414590" cy="414590"/>
      </dsp:txXfrm>
    </dsp:sp>
    <dsp:sp modelId="{B450A715-FA4B-4EB0-92AC-2D625DFBCE0D}">
      <dsp:nvSpPr>
        <dsp:cNvPr id="0" name=""/>
        <dsp:cNvSpPr/>
      </dsp:nvSpPr>
      <dsp:spPr>
        <a:xfrm rot="12095272">
          <a:off x="2837904" y="361342"/>
          <a:ext cx="131027" cy="197882"/>
        </a:xfrm>
        <a:prstGeom prst="rightArrow">
          <a:avLst>
            <a:gd name="adj1" fmla="val 60000"/>
            <a:gd name="adj2" fmla="val 50000"/>
          </a:avLst>
        </a:prstGeom>
        <a:solidFill>
          <a:schemeClr val="bg1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800" kern="1200">
            <a:latin typeface="Consolas" panose="020B0609020204030204" pitchFamily="49" charset="0"/>
          </a:endParaRPr>
        </a:p>
      </dsp:txBody>
      <dsp:txXfrm>
        <a:off x="2875833" y="408149"/>
        <a:ext cx="91719" cy="118730"/>
      </dsp:txXfrm>
    </dsp:sp>
    <dsp:sp modelId="{94F15D60-A6E8-448C-AB5D-AA4FE65A1EE0}">
      <dsp:nvSpPr>
        <dsp:cNvPr id="0" name=""/>
        <dsp:cNvSpPr/>
      </dsp:nvSpPr>
      <dsp:spPr>
        <a:xfrm>
          <a:off x="3001243" y="321830"/>
          <a:ext cx="586318" cy="586318"/>
        </a:xfrm>
        <a:prstGeom prst="ellipse">
          <a:avLst/>
        </a:prstGeom>
        <a:solidFill>
          <a:srgbClr val="FFFF0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600" b="1" kern="1200" dirty="0">
              <a:solidFill>
                <a:schemeClr val="tx1"/>
              </a:solidFill>
              <a:latin typeface="Consolas" panose="020B0609020204030204" pitchFamily="49" charset="0"/>
            </a:rPr>
            <a:t>1</a:t>
          </a:r>
        </a:p>
      </dsp:txBody>
      <dsp:txXfrm>
        <a:off x="3087107" y="407694"/>
        <a:ext cx="414590" cy="414590"/>
      </dsp:txXfrm>
    </dsp:sp>
    <dsp:sp modelId="{B6E0A313-4639-426A-B195-1175A3144FF9}">
      <dsp:nvSpPr>
        <dsp:cNvPr id="0" name=""/>
        <dsp:cNvSpPr/>
      </dsp:nvSpPr>
      <dsp:spPr>
        <a:xfrm rot="14706801">
          <a:off x="3399341" y="915121"/>
          <a:ext cx="160381" cy="197882"/>
        </a:xfrm>
        <a:prstGeom prst="rightArrow">
          <a:avLst>
            <a:gd name="adj1" fmla="val 60000"/>
            <a:gd name="adj2" fmla="val 50000"/>
          </a:avLst>
        </a:prstGeom>
        <a:solidFill>
          <a:schemeClr val="bg1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800" kern="1200">
            <a:latin typeface="Consolas" panose="020B0609020204030204" pitchFamily="49" charset="0"/>
          </a:endParaRPr>
        </a:p>
      </dsp:txBody>
      <dsp:txXfrm>
        <a:off x="3433522" y="976520"/>
        <a:ext cx="112267" cy="118730"/>
      </dsp:txXfrm>
    </dsp:sp>
    <dsp:sp modelId="{7F4E22F4-4541-4313-9429-8652381E2430}">
      <dsp:nvSpPr>
        <dsp:cNvPr id="0" name=""/>
        <dsp:cNvSpPr/>
      </dsp:nvSpPr>
      <dsp:spPr>
        <a:xfrm>
          <a:off x="3375324" y="1128211"/>
          <a:ext cx="586318" cy="586318"/>
        </a:xfrm>
        <a:prstGeom prst="ellipse">
          <a:avLst/>
        </a:prstGeom>
        <a:solidFill>
          <a:srgbClr val="FFFF0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600" b="1" kern="1200" dirty="0">
              <a:solidFill>
                <a:schemeClr val="tx1"/>
              </a:solidFill>
              <a:latin typeface="Consolas" panose="020B0609020204030204" pitchFamily="49" charset="0"/>
            </a:rPr>
            <a:t>2</a:t>
          </a:r>
        </a:p>
      </dsp:txBody>
      <dsp:txXfrm>
        <a:off x="3461188" y="1214075"/>
        <a:ext cx="414590" cy="414590"/>
      </dsp:txXfrm>
    </dsp:sp>
    <dsp:sp modelId="{930C1C10-B7D9-4063-97DF-451520631F5C}">
      <dsp:nvSpPr>
        <dsp:cNvPr id="0" name=""/>
        <dsp:cNvSpPr/>
      </dsp:nvSpPr>
      <dsp:spPr>
        <a:xfrm rot="17500668">
          <a:off x="3429641" y="1727332"/>
          <a:ext cx="155786" cy="197882"/>
        </a:xfrm>
        <a:prstGeom prst="rightArrow">
          <a:avLst>
            <a:gd name="adj1" fmla="val 60000"/>
            <a:gd name="adj2" fmla="val 50000"/>
          </a:avLst>
        </a:prstGeom>
        <a:solidFill>
          <a:schemeClr val="bg1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800" kern="1200">
            <a:latin typeface="Consolas" panose="020B0609020204030204" pitchFamily="49" charset="0"/>
          </a:endParaRPr>
        </a:p>
      </dsp:txBody>
      <dsp:txXfrm rot="10800000">
        <a:off x="3444377" y="1788623"/>
        <a:ext cx="109050" cy="118730"/>
      </dsp:txXfrm>
    </dsp:sp>
    <dsp:sp modelId="{4253F2A0-3C4D-41E0-8F8F-602B835DE00E}">
      <dsp:nvSpPr>
        <dsp:cNvPr id="0" name=""/>
        <dsp:cNvSpPr/>
      </dsp:nvSpPr>
      <dsp:spPr>
        <a:xfrm>
          <a:off x="3050169" y="1946212"/>
          <a:ext cx="586318" cy="586318"/>
        </a:xfrm>
        <a:prstGeom prst="ellipse">
          <a:avLst/>
        </a:prstGeom>
        <a:solidFill>
          <a:srgbClr val="FFFF0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600" b="1" kern="1200" dirty="0">
              <a:solidFill>
                <a:schemeClr val="tx1"/>
              </a:solidFill>
              <a:latin typeface="Consolas" panose="020B0609020204030204" pitchFamily="49" charset="0"/>
            </a:rPr>
            <a:t>3</a:t>
          </a:r>
        </a:p>
      </dsp:txBody>
      <dsp:txXfrm>
        <a:off x="3136033" y="2032076"/>
        <a:ext cx="414590" cy="414590"/>
      </dsp:txXfrm>
    </dsp:sp>
    <dsp:sp modelId="{F8AF0E23-F4AB-4B22-93A2-64EDDCAF3E7E}">
      <dsp:nvSpPr>
        <dsp:cNvPr id="0" name=""/>
        <dsp:cNvSpPr/>
      </dsp:nvSpPr>
      <dsp:spPr>
        <a:xfrm rot="20210921">
          <a:off x="2864885" y="2311716"/>
          <a:ext cx="155727" cy="197882"/>
        </a:xfrm>
        <a:prstGeom prst="rightArrow">
          <a:avLst>
            <a:gd name="adj1" fmla="val 60000"/>
            <a:gd name="adj2" fmla="val 50000"/>
          </a:avLst>
        </a:prstGeom>
        <a:solidFill>
          <a:schemeClr val="bg1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800" kern="1200">
            <a:latin typeface="Consolas" panose="020B0609020204030204" pitchFamily="49" charset="0"/>
          </a:endParaRPr>
        </a:p>
      </dsp:txBody>
      <dsp:txXfrm rot="10800000">
        <a:off x="2866766" y="2360476"/>
        <a:ext cx="109009" cy="118730"/>
      </dsp:txXfrm>
    </dsp:sp>
    <dsp:sp modelId="{5AC06EA3-1487-4878-8E60-73BC78C506B2}">
      <dsp:nvSpPr>
        <dsp:cNvPr id="0" name=""/>
        <dsp:cNvSpPr/>
      </dsp:nvSpPr>
      <dsp:spPr>
        <a:xfrm>
          <a:off x="2240905" y="2292249"/>
          <a:ext cx="586318" cy="586318"/>
        </a:xfrm>
        <a:prstGeom prst="ellipse">
          <a:avLst/>
        </a:prstGeom>
        <a:solidFill>
          <a:srgbClr val="FFFF0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600" b="1" kern="1200" dirty="0">
              <a:solidFill>
                <a:schemeClr val="tx1"/>
              </a:solidFill>
              <a:latin typeface="Consolas" panose="020B0609020204030204" pitchFamily="49" charset="0"/>
            </a:rPr>
            <a:t>4</a:t>
          </a:r>
        </a:p>
      </dsp:txBody>
      <dsp:txXfrm>
        <a:off x="2326769" y="2378113"/>
        <a:ext cx="414590" cy="414590"/>
      </dsp:txXfrm>
    </dsp:sp>
    <dsp:sp modelId="{461F6849-4FCE-49EE-9AB8-2EA110D7E1CF}">
      <dsp:nvSpPr>
        <dsp:cNvPr id="0" name=""/>
        <dsp:cNvSpPr/>
      </dsp:nvSpPr>
      <dsp:spPr>
        <a:xfrm rot="1327154">
          <a:off x="2052650" y="2322437"/>
          <a:ext cx="155689" cy="197882"/>
        </a:xfrm>
        <a:prstGeom prst="rightArrow">
          <a:avLst>
            <a:gd name="adj1" fmla="val 60000"/>
            <a:gd name="adj2" fmla="val 50000"/>
          </a:avLst>
        </a:prstGeom>
        <a:solidFill>
          <a:schemeClr val="bg1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800" kern="1200">
            <a:latin typeface="Consolas" panose="020B0609020204030204" pitchFamily="49" charset="0"/>
          </a:endParaRPr>
        </a:p>
      </dsp:txBody>
      <dsp:txXfrm rot="10800000">
        <a:off x="2054369" y="2353220"/>
        <a:ext cx="108982" cy="118730"/>
      </dsp:txXfrm>
    </dsp:sp>
    <dsp:sp modelId="{94FA9188-7ACD-46A3-9671-54526483B058}">
      <dsp:nvSpPr>
        <dsp:cNvPr id="0" name=""/>
        <dsp:cNvSpPr/>
      </dsp:nvSpPr>
      <dsp:spPr>
        <a:xfrm>
          <a:off x="1425603" y="1960871"/>
          <a:ext cx="586318" cy="586318"/>
        </a:xfrm>
        <a:prstGeom prst="ellipse">
          <a:avLst/>
        </a:prstGeom>
        <a:solidFill>
          <a:srgbClr val="FFFF0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600" b="1" kern="1200" dirty="0">
              <a:solidFill>
                <a:schemeClr val="tx1"/>
              </a:solidFill>
              <a:latin typeface="Consolas" panose="020B0609020204030204" pitchFamily="49" charset="0"/>
            </a:rPr>
            <a:t>5</a:t>
          </a:r>
        </a:p>
      </dsp:txBody>
      <dsp:txXfrm>
        <a:off x="1511467" y="2046735"/>
        <a:ext cx="414590" cy="414590"/>
      </dsp:txXfrm>
    </dsp:sp>
    <dsp:sp modelId="{0226906C-6F8A-490E-827A-2C59B35F2BD9}">
      <dsp:nvSpPr>
        <dsp:cNvPr id="0" name=""/>
        <dsp:cNvSpPr/>
      </dsp:nvSpPr>
      <dsp:spPr>
        <a:xfrm rot="4047045">
          <a:off x="1473873" y="1752773"/>
          <a:ext cx="155677" cy="197882"/>
        </a:xfrm>
        <a:prstGeom prst="rightArrow">
          <a:avLst>
            <a:gd name="adj1" fmla="val 60000"/>
            <a:gd name="adj2" fmla="val 50000"/>
          </a:avLst>
        </a:prstGeom>
        <a:solidFill>
          <a:schemeClr val="bg1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800" kern="1200">
            <a:latin typeface="Consolas" panose="020B0609020204030204" pitchFamily="49" charset="0"/>
          </a:endParaRPr>
        </a:p>
      </dsp:txBody>
      <dsp:txXfrm rot="10800000">
        <a:off x="1488270" y="1770783"/>
        <a:ext cx="108974" cy="118730"/>
      </dsp:txXfrm>
    </dsp:sp>
    <dsp:sp modelId="{D179AB51-579D-48F7-90A3-A3BCDCE0574A}">
      <dsp:nvSpPr>
        <dsp:cNvPr id="0" name=""/>
        <dsp:cNvSpPr/>
      </dsp:nvSpPr>
      <dsp:spPr>
        <a:xfrm>
          <a:off x="1088124" y="1148100"/>
          <a:ext cx="586318" cy="586318"/>
        </a:xfrm>
        <a:prstGeom prst="ellipse">
          <a:avLst/>
        </a:prstGeom>
        <a:solidFill>
          <a:srgbClr val="FFFF0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600" b="1" kern="1200" dirty="0">
              <a:solidFill>
                <a:schemeClr val="tx1"/>
              </a:solidFill>
              <a:latin typeface="Consolas" panose="020B0609020204030204" pitchFamily="49" charset="0"/>
            </a:rPr>
            <a:t>6</a:t>
          </a:r>
        </a:p>
      </dsp:txBody>
      <dsp:txXfrm>
        <a:off x="1173988" y="1233964"/>
        <a:ext cx="414590" cy="414590"/>
      </dsp:txXfrm>
    </dsp:sp>
    <dsp:sp modelId="{BEDB3ACA-9105-4436-A6A8-D353E9A71C08}">
      <dsp:nvSpPr>
        <dsp:cNvPr id="0" name=""/>
        <dsp:cNvSpPr/>
      </dsp:nvSpPr>
      <dsp:spPr>
        <a:xfrm rot="6767344">
          <a:off x="1472176" y="940700"/>
          <a:ext cx="155683" cy="197882"/>
        </a:xfrm>
        <a:prstGeom prst="rightArrow">
          <a:avLst>
            <a:gd name="adj1" fmla="val 60000"/>
            <a:gd name="adj2" fmla="val 50000"/>
          </a:avLst>
        </a:prstGeom>
        <a:solidFill>
          <a:schemeClr val="bg1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800" kern="1200">
            <a:latin typeface="Consolas" panose="020B0609020204030204" pitchFamily="49" charset="0"/>
          </a:endParaRPr>
        </a:p>
      </dsp:txBody>
      <dsp:txXfrm>
        <a:off x="1504574" y="958746"/>
        <a:ext cx="108978" cy="118730"/>
      </dsp:txXfrm>
    </dsp:sp>
    <dsp:sp modelId="{0BCD4322-3D00-4B0F-B247-E2F3D69804BC}">
      <dsp:nvSpPr>
        <dsp:cNvPr id="0" name=""/>
        <dsp:cNvSpPr/>
      </dsp:nvSpPr>
      <dsp:spPr>
        <a:xfrm>
          <a:off x="1429006" y="336739"/>
          <a:ext cx="586318" cy="586318"/>
        </a:xfrm>
        <a:prstGeom prst="ellipse">
          <a:avLst/>
        </a:prstGeom>
        <a:solidFill>
          <a:schemeClr val="tx1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600" b="1" kern="1200" dirty="0">
              <a:solidFill>
                <a:schemeClr val="bg1">
                  <a:lumMod val="95000"/>
                </a:schemeClr>
              </a:solidFill>
              <a:latin typeface="Consolas" panose="020B0609020204030204" pitchFamily="49" charset="0"/>
            </a:rPr>
            <a:t>7</a:t>
          </a:r>
        </a:p>
      </dsp:txBody>
      <dsp:txXfrm>
        <a:off x="1514870" y="422603"/>
        <a:ext cx="414590" cy="414590"/>
      </dsp:txXfrm>
    </dsp:sp>
    <dsp:sp modelId="{315666E4-D604-4B68-BABD-CB75609091A1}">
      <dsp:nvSpPr>
        <dsp:cNvPr id="0" name=""/>
        <dsp:cNvSpPr/>
      </dsp:nvSpPr>
      <dsp:spPr>
        <a:xfrm rot="9481791">
          <a:off x="2044530" y="371695"/>
          <a:ext cx="144833" cy="197882"/>
        </a:xfrm>
        <a:prstGeom prst="rightArrow">
          <a:avLst>
            <a:gd name="adj1" fmla="val 60000"/>
            <a:gd name="adj2" fmla="val 50000"/>
          </a:avLst>
        </a:prstGeom>
        <a:solidFill>
          <a:srgbClr val="FF0000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800" kern="1200">
            <a:latin typeface="Consolas" panose="020B0609020204030204" pitchFamily="49" charset="0"/>
          </a:endParaRPr>
        </a:p>
      </dsp:txBody>
      <dsp:txXfrm>
        <a:off x="2086402" y="403143"/>
        <a:ext cx="101383" cy="11873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0CEE48-9058-48EC-A7B5-F5E02AB79E7E}">
      <dsp:nvSpPr>
        <dsp:cNvPr id="0" name=""/>
        <dsp:cNvSpPr/>
      </dsp:nvSpPr>
      <dsp:spPr>
        <a:xfrm>
          <a:off x="2750036" y="24482"/>
          <a:ext cx="977695" cy="977695"/>
        </a:xfrm>
        <a:prstGeom prst="ellipse">
          <a:avLst/>
        </a:prstGeom>
        <a:solidFill>
          <a:srgbClr val="FFFF0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b="1" kern="1200" dirty="0">
              <a:solidFill>
                <a:schemeClr val="tx1"/>
              </a:solidFill>
              <a:latin typeface="Consolas" panose="020B0609020204030204" pitchFamily="49" charset="0"/>
            </a:rPr>
            <a:t>000</a:t>
          </a:r>
        </a:p>
      </dsp:txBody>
      <dsp:txXfrm>
        <a:off x="2893216" y="167662"/>
        <a:ext cx="691335" cy="691335"/>
      </dsp:txXfrm>
    </dsp:sp>
    <dsp:sp modelId="{B450A715-FA4B-4EB0-92AC-2D625DFBCE0D}">
      <dsp:nvSpPr>
        <dsp:cNvPr id="0" name=""/>
        <dsp:cNvSpPr/>
      </dsp:nvSpPr>
      <dsp:spPr>
        <a:xfrm rot="1251715">
          <a:off x="3780336" y="600117"/>
          <a:ext cx="238389" cy="329972"/>
        </a:xfrm>
        <a:prstGeom prst="rightArrow">
          <a:avLst>
            <a:gd name="adj1" fmla="val 60000"/>
            <a:gd name="adj2" fmla="val 50000"/>
          </a:avLst>
        </a:prstGeom>
        <a:solidFill>
          <a:schemeClr val="tx1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2800" kern="1200">
            <a:latin typeface="Consolas" panose="020B0609020204030204" pitchFamily="49" charset="0"/>
          </a:endParaRPr>
        </a:p>
      </dsp:txBody>
      <dsp:txXfrm>
        <a:off x="3782680" y="653377"/>
        <a:ext cx="166872" cy="197984"/>
      </dsp:txXfrm>
    </dsp:sp>
    <dsp:sp modelId="{94F15D60-A6E8-448C-AB5D-AA4FE65A1EE0}">
      <dsp:nvSpPr>
        <dsp:cNvPr id="0" name=""/>
        <dsp:cNvSpPr/>
      </dsp:nvSpPr>
      <dsp:spPr>
        <a:xfrm>
          <a:off x="4083939" y="532834"/>
          <a:ext cx="977695" cy="977695"/>
        </a:xfrm>
        <a:prstGeom prst="ellipse">
          <a:avLst/>
        </a:prstGeom>
        <a:solidFill>
          <a:srgbClr val="FFFF0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b="1" kern="1200" dirty="0">
              <a:solidFill>
                <a:schemeClr val="tx1"/>
              </a:solidFill>
              <a:latin typeface="Consolas" panose="020B0609020204030204" pitchFamily="49" charset="0"/>
            </a:rPr>
            <a:t>001</a:t>
          </a:r>
        </a:p>
      </dsp:txBody>
      <dsp:txXfrm>
        <a:off x="4227119" y="676014"/>
        <a:ext cx="691335" cy="691335"/>
      </dsp:txXfrm>
    </dsp:sp>
    <dsp:sp modelId="{B6E0A313-4639-426A-B195-1175A3144FF9}">
      <dsp:nvSpPr>
        <dsp:cNvPr id="0" name=""/>
        <dsp:cNvSpPr/>
      </dsp:nvSpPr>
      <dsp:spPr>
        <a:xfrm rot="3998058">
          <a:off x="4731047" y="1523726"/>
          <a:ext cx="259831" cy="329972"/>
        </a:xfrm>
        <a:prstGeom prst="rightArrow">
          <a:avLst>
            <a:gd name="adj1" fmla="val 60000"/>
            <a:gd name="adj2" fmla="val 50000"/>
          </a:avLst>
        </a:prstGeom>
        <a:solidFill>
          <a:schemeClr val="tx1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2800" kern="1200">
            <a:latin typeface="Consolas" panose="020B0609020204030204" pitchFamily="49" charset="0"/>
          </a:endParaRPr>
        </a:p>
      </dsp:txBody>
      <dsp:txXfrm>
        <a:off x="4754564" y="1553942"/>
        <a:ext cx="181882" cy="197984"/>
      </dsp:txXfrm>
    </dsp:sp>
    <dsp:sp modelId="{7F4E22F4-4541-4313-9429-8652381E2430}">
      <dsp:nvSpPr>
        <dsp:cNvPr id="0" name=""/>
        <dsp:cNvSpPr/>
      </dsp:nvSpPr>
      <dsp:spPr>
        <a:xfrm>
          <a:off x="4666124" y="1880396"/>
          <a:ext cx="977695" cy="977695"/>
        </a:xfrm>
        <a:prstGeom prst="ellipse">
          <a:avLst/>
        </a:prstGeom>
        <a:solidFill>
          <a:srgbClr val="FFFF0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b="1" kern="1200" dirty="0">
              <a:solidFill>
                <a:schemeClr val="tx1"/>
              </a:solidFill>
              <a:latin typeface="Consolas" panose="020B0609020204030204" pitchFamily="49" charset="0"/>
            </a:rPr>
            <a:t>010</a:t>
          </a:r>
        </a:p>
      </dsp:txBody>
      <dsp:txXfrm>
        <a:off x="4809304" y="2023576"/>
        <a:ext cx="691335" cy="691335"/>
      </dsp:txXfrm>
    </dsp:sp>
    <dsp:sp modelId="{930C1C10-B7D9-4063-97DF-451520631F5C}">
      <dsp:nvSpPr>
        <dsp:cNvPr id="0" name=""/>
        <dsp:cNvSpPr/>
      </dsp:nvSpPr>
      <dsp:spPr>
        <a:xfrm rot="6700668">
          <a:off x="4756747" y="2879390"/>
          <a:ext cx="259718" cy="329972"/>
        </a:xfrm>
        <a:prstGeom prst="rightArrow">
          <a:avLst>
            <a:gd name="adj1" fmla="val 60000"/>
            <a:gd name="adj2" fmla="val 50000"/>
          </a:avLst>
        </a:prstGeom>
        <a:solidFill>
          <a:schemeClr val="tx1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2800" kern="1200">
            <a:latin typeface="Consolas" panose="020B0609020204030204" pitchFamily="49" charset="0"/>
          </a:endParaRPr>
        </a:p>
      </dsp:txBody>
      <dsp:txXfrm rot="10800000">
        <a:off x="4810095" y="2909182"/>
        <a:ext cx="181803" cy="197984"/>
      </dsp:txXfrm>
    </dsp:sp>
    <dsp:sp modelId="{4253F2A0-3C4D-41E0-8F8F-602B835DE00E}">
      <dsp:nvSpPr>
        <dsp:cNvPr id="0" name=""/>
        <dsp:cNvSpPr/>
      </dsp:nvSpPr>
      <dsp:spPr>
        <a:xfrm>
          <a:off x="4123964" y="3244322"/>
          <a:ext cx="977695" cy="977695"/>
        </a:xfrm>
        <a:prstGeom prst="ellipse">
          <a:avLst/>
        </a:prstGeom>
        <a:solidFill>
          <a:srgbClr val="FFFF0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b="1" kern="1200" dirty="0">
              <a:solidFill>
                <a:schemeClr val="tx1"/>
              </a:solidFill>
              <a:latin typeface="Consolas" panose="020B0609020204030204" pitchFamily="49" charset="0"/>
            </a:rPr>
            <a:t>011</a:t>
          </a:r>
        </a:p>
      </dsp:txBody>
      <dsp:txXfrm>
        <a:off x="4267144" y="3387502"/>
        <a:ext cx="691335" cy="691335"/>
      </dsp:txXfrm>
    </dsp:sp>
    <dsp:sp modelId="{F8AF0E23-F4AB-4B22-93A2-64EDDCAF3E7E}">
      <dsp:nvSpPr>
        <dsp:cNvPr id="0" name=""/>
        <dsp:cNvSpPr/>
      </dsp:nvSpPr>
      <dsp:spPr>
        <a:xfrm rot="9410921">
          <a:off x="3815077" y="3853785"/>
          <a:ext cx="259619" cy="329972"/>
        </a:xfrm>
        <a:prstGeom prst="rightArrow">
          <a:avLst>
            <a:gd name="adj1" fmla="val 60000"/>
            <a:gd name="adj2" fmla="val 50000"/>
          </a:avLst>
        </a:prstGeom>
        <a:solidFill>
          <a:schemeClr val="tx1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2800" kern="1200">
            <a:latin typeface="Consolas" panose="020B0609020204030204" pitchFamily="49" charset="0"/>
          </a:endParaRPr>
        </a:p>
      </dsp:txBody>
      <dsp:txXfrm rot="10800000">
        <a:off x="3889827" y="3904468"/>
        <a:ext cx="181733" cy="197984"/>
      </dsp:txXfrm>
    </dsp:sp>
    <dsp:sp modelId="{5AC06EA3-1487-4878-8E60-73BC78C506B2}">
      <dsp:nvSpPr>
        <dsp:cNvPr id="0" name=""/>
        <dsp:cNvSpPr/>
      </dsp:nvSpPr>
      <dsp:spPr>
        <a:xfrm>
          <a:off x="2774602" y="3821302"/>
          <a:ext cx="977695" cy="977695"/>
        </a:xfrm>
        <a:prstGeom prst="ellipse">
          <a:avLst/>
        </a:prstGeom>
        <a:solidFill>
          <a:srgbClr val="FFFF0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b="1" kern="1200" dirty="0">
              <a:solidFill>
                <a:schemeClr val="tx1"/>
              </a:solidFill>
              <a:latin typeface="Consolas" panose="020B0609020204030204" pitchFamily="49" charset="0"/>
            </a:rPr>
            <a:t>100</a:t>
          </a:r>
        </a:p>
      </dsp:txBody>
      <dsp:txXfrm>
        <a:off x="2917782" y="3964482"/>
        <a:ext cx="691335" cy="691335"/>
      </dsp:txXfrm>
    </dsp:sp>
    <dsp:sp modelId="{461F6849-4FCE-49EE-9AB8-2EA110D7E1CF}">
      <dsp:nvSpPr>
        <dsp:cNvPr id="0" name=""/>
        <dsp:cNvSpPr/>
      </dsp:nvSpPr>
      <dsp:spPr>
        <a:xfrm rot="12127154">
          <a:off x="2460764" y="3871661"/>
          <a:ext cx="259556" cy="329972"/>
        </a:xfrm>
        <a:prstGeom prst="rightArrow">
          <a:avLst>
            <a:gd name="adj1" fmla="val 60000"/>
            <a:gd name="adj2" fmla="val 50000"/>
          </a:avLst>
        </a:prstGeom>
        <a:solidFill>
          <a:schemeClr val="tx1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2800" kern="1200">
            <a:latin typeface="Consolas" panose="020B0609020204030204" pitchFamily="49" charset="0"/>
          </a:endParaRPr>
        </a:p>
      </dsp:txBody>
      <dsp:txXfrm rot="10800000">
        <a:off x="2535766" y="3952315"/>
        <a:ext cx="181689" cy="197984"/>
      </dsp:txXfrm>
    </dsp:sp>
    <dsp:sp modelId="{94FA9188-7ACD-46A3-9671-54526483B058}">
      <dsp:nvSpPr>
        <dsp:cNvPr id="0" name=""/>
        <dsp:cNvSpPr/>
      </dsp:nvSpPr>
      <dsp:spPr>
        <a:xfrm>
          <a:off x="1415176" y="3268765"/>
          <a:ext cx="977695" cy="977695"/>
        </a:xfrm>
        <a:prstGeom prst="ellipse">
          <a:avLst/>
        </a:prstGeom>
        <a:solidFill>
          <a:srgbClr val="FFFF0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b="1" kern="1200" dirty="0">
              <a:solidFill>
                <a:schemeClr val="tx1"/>
              </a:solidFill>
              <a:latin typeface="Consolas" panose="020B0609020204030204" pitchFamily="49" charset="0"/>
            </a:rPr>
            <a:t>101</a:t>
          </a:r>
        </a:p>
      </dsp:txBody>
      <dsp:txXfrm>
        <a:off x="1558356" y="3411945"/>
        <a:ext cx="691335" cy="691335"/>
      </dsp:txXfrm>
    </dsp:sp>
    <dsp:sp modelId="{0226906C-6F8A-490E-827A-2C59B35F2BD9}">
      <dsp:nvSpPr>
        <dsp:cNvPr id="0" name=""/>
        <dsp:cNvSpPr/>
      </dsp:nvSpPr>
      <dsp:spPr>
        <a:xfrm rot="14847045">
          <a:off x="1495717" y="2921807"/>
          <a:ext cx="259537" cy="329972"/>
        </a:xfrm>
        <a:prstGeom prst="rightArrow">
          <a:avLst>
            <a:gd name="adj1" fmla="val 60000"/>
            <a:gd name="adj2" fmla="val 50000"/>
          </a:avLst>
        </a:prstGeom>
        <a:solidFill>
          <a:schemeClr val="tx1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2800" kern="1200">
            <a:latin typeface="Consolas" panose="020B0609020204030204" pitchFamily="49" charset="0"/>
          </a:endParaRPr>
        </a:p>
      </dsp:txBody>
      <dsp:txXfrm rot="10800000">
        <a:off x="1549576" y="3023755"/>
        <a:ext cx="181676" cy="197984"/>
      </dsp:txXfrm>
    </dsp:sp>
    <dsp:sp modelId="{D179AB51-579D-48F7-90A3-A3BCDCE0574A}">
      <dsp:nvSpPr>
        <dsp:cNvPr id="0" name=""/>
        <dsp:cNvSpPr/>
      </dsp:nvSpPr>
      <dsp:spPr>
        <a:xfrm>
          <a:off x="852466" y="1913558"/>
          <a:ext cx="977695" cy="977695"/>
        </a:xfrm>
        <a:prstGeom prst="ellipse">
          <a:avLst/>
        </a:prstGeom>
        <a:solidFill>
          <a:srgbClr val="FFFF0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b="1" kern="1200" dirty="0">
              <a:solidFill>
                <a:schemeClr val="tx1"/>
              </a:solidFill>
              <a:latin typeface="Consolas" panose="020B0609020204030204" pitchFamily="49" charset="0"/>
            </a:rPr>
            <a:t>110</a:t>
          </a:r>
        </a:p>
      </dsp:txBody>
      <dsp:txXfrm>
        <a:off x="995646" y="2056738"/>
        <a:ext cx="691335" cy="691335"/>
      </dsp:txXfrm>
    </dsp:sp>
    <dsp:sp modelId="{BEDB3ACA-9105-4436-A6A8-D353E9A71C08}">
      <dsp:nvSpPr>
        <dsp:cNvPr id="0" name=""/>
        <dsp:cNvSpPr/>
      </dsp:nvSpPr>
      <dsp:spPr>
        <a:xfrm rot="17567344">
          <a:off x="1492887" y="1567764"/>
          <a:ext cx="259546" cy="329972"/>
        </a:xfrm>
        <a:prstGeom prst="rightArrow">
          <a:avLst>
            <a:gd name="adj1" fmla="val 60000"/>
            <a:gd name="adj2" fmla="val 50000"/>
          </a:avLst>
        </a:prstGeom>
        <a:solidFill>
          <a:schemeClr val="tx1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2800" kern="1200">
            <a:latin typeface="Consolas" panose="020B0609020204030204" pitchFamily="49" charset="0"/>
          </a:endParaRPr>
        </a:p>
      </dsp:txBody>
      <dsp:txXfrm>
        <a:off x="1516739" y="1669651"/>
        <a:ext cx="181682" cy="197984"/>
      </dsp:txXfrm>
    </dsp:sp>
    <dsp:sp modelId="{0BCD4322-3D00-4B0F-B247-E2F3D69804BC}">
      <dsp:nvSpPr>
        <dsp:cNvPr id="0" name=""/>
        <dsp:cNvSpPr/>
      </dsp:nvSpPr>
      <dsp:spPr>
        <a:xfrm>
          <a:off x="1420851" y="560702"/>
          <a:ext cx="977695" cy="977695"/>
        </a:xfrm>
        <a:prstGeom prst="ellipse">
          <a:avLst/>
        </a:prstGeom>
        <a:solidFill>
          <a:srgbClr val="FFFF0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b="1" kern="1200" dirty="0">
              <a:solidFill>
                <a:schemeClr val="tx1"/>
              </a:solidFill>
              <a:latin typeface="Consolas" panose="020B0609020204030204" pitchFamily="49" charset="0"/>
            </a:rPr>
            <a:t>111</a:t>
          </a:r>
        </a:p>
      </dsp:txBody>
      <dsp:txXfrm>
        <a:off x="1564031" y="703882"/>
        <a:ext cx="691335" cy="691335"/>
      </dsp:txXfrm>
    </dsp:sp>
    <dsp:sp modelId="{315666E4-D604-4B68-BABD-CB75609091A1}">
      <dsp:nvSpPr>
        <dsp:cNvPr id="0" name=""/>
        <dsp:cNvSpPr/>
      </dsp:nvSpPr>
      <dsp:spPr>
        <a:xfrm rot="20281791">
          <a:off x="2447226" y="619010"/>
          <a:ext cx="241455" cy="329972"/>
        </a:xfrm>
        <a:prstGeom prst="rightArrow">
          <a:avLst>
            <a:gd name="adj1" fmla="val 60000"/>
            <a:gd name="adj2" fmla="val 50000"/>
          </a:avLst>
        </a:prstGeom>
        <a:solidFill>
          <a:schemeClr val="tx1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2800" kern="1200">
            <a:latin typeface="Consolas" panose="020B0609020204030204" pitchFamily="49" charset="0"/>
          </a:endParaRPr>
        </a:p>
      </dsp:txBody>
      <dsp:txXfrm>
        <a:off x="2449856" y="698554"/>
        <a:ext cx="169019" cy="19798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0CEE48-9058-48EC-A7B5-F5E02AB79E7E}">
      <dsp:nvSpPr>
        <dsp:cNvPr id="0" name=""/>
        <dsp:cNvSpPr/>
      </dsp:nvSpPr>
      <dsp:spPr>
        <a:xfrm>
          <a:off x="2814286" y="21916"/>
          <a:ext cx="847739" cy="847739"/>
        </a:xfrm>
        <a:prstGeom prst="ellipse">
          <a:avLst/>
        </a:prstGeom>
        <a:solidFill>
          <a:srgbClr val="FFFF0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500" b="1" kern="1200" dirty="0">
              <a:solidFill>
                <a:schemeClr val="tx1"/>
              </a:solidFill>
              <a:latin typeface="Consolas" panose="020B0609020204030204" pitchFamily="49" charset="0"/>
            </a:rPr>
            <a:t>000</a:t>
          </a:r>
        </a:p>
      </dsp:txBody>
      <dsp:txXfrm>
        <a:off x="2938435" y="146065"/>
        <a:ext cx="599441" cy="599441"/>
      </dsp:txXfrm>
    </dsp:sp>
    <dsp:sp modelId="{B450A715-FA4B-4EB0-92AC-2D625DFBCE0D}">
      <dsp:nvSpPr>
        <dsp:cNvPr id="0" name=""/>
        <dsp:cNvSpPr/>
      </dsp:nvSpPr>
      <dsp:spPr>
        <a:xfrm rot="12051715">
          <a:off x="3707570" y="520975"/>
          <a:ext cx="206512" cy="286112"/>
        </a:xfrm>
        <a:prstGeom prst="rightArrow">
          <a:avLst>
            <a:gd name="adj1" fmla="val 60000"/>
            <a:gd name="adj2" fmla="val 50000"/>
          </a:avLst>
        </a:prstGeom>
        <a:solidFill>
          <a:schemeClr val="tx1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1200" kern="1200">
            <a:latin typeface="Consolas" panose="020B0609020204030204" pitchFamily="49" charset="0"/>
          </a:endParaRPr>
        </a:p>
      </dsp:txBody>
      <dsp:txXfrm>
        <a:off x="3767493" y="589228"/>
        <a:ext cx="144558" cy="171668"/>
      </dsp:txXfrm>
    </dsp:sp>
    <dsp:sp modelId="{94F15D60-A6E8-448C-AB5D-AA4FE65A1EE0}">
      <dsp:nvSpPr>
        <dsp:cNvPr id="0" name=""/>
        <dsp:cNvSpPr/>
      </dsp:nvSpPr>
      <dsp:spPr>
        <a:xfrm>
          <a:off x="3970550" y="462569"/>
          <a:ext cx="847739" cy="847739"/>
        </a:xfrm>
        <a:prstGeom prst="ellipse">
          <a:avLst/>
        </a:prstGeom>
        <a:solidFill>
          <a:srgbClr val="FFFF0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500" b="1" kern="1200" dirty="0">
              <a:solidFill>
                <a:schemeClr val="tx1"/>
              </a:solidFill>
              <a:latin typeface="Consolas" panose="020B0609020204030204" pitchFamily="49" charset="0"/>
            </a:rPr>
            <a:t>001</a:t>
          </a:r>
        </a:p>
      </dsp:txBody>
      <dsp:txXfrm>
        <a:off x="4094699" y="586718"/>
        <a:ext cx="599441" cy="599441"/>
      </dsp:txXfrm>
    </dsp:sp>
    <dsp:sp modelId="{B6E0A313-4639-426A-B195-1175A3144FF9}">
      <dsp:nvSpPr>
        <dsp:cNvPr id="0" name=""/>
        <dsp:cNvSpPr/>
      </dsp:nvSpPr>
      <dsp:spPr>
        <a:xfrm rot="14798058">
          <a:off x="4531670" y="1321586"/>
          <a:ext cx="225098" cy="286112"/>
        </a:xfrm>
        <a:prstGeom prst="rightArrow">
          <a:avLst>
            <a:gd name="adj1" fmla="val 60000"/>
            <a:gd name="adj2" fmla="val 50000"/>
          </a:avLst>
        </a:prstGeom>
        <a:solidFill>
          <a:schemeClr val="tx1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1200" kern="1200">
            <a:latin typeface="Consolas" panose="020B0609020204030204" pitchFamily="49" charset="0"/>
          </a:endParaRPr>
        </a:p>
      </dsp:txBody>
      <dsp:txXfrm>
        <a:off x="4578825" y="1409804"/>
        <a:ext cx="157569" cy="171668"/>
      </dsp:txXfrm>
    </dsp:sp>
    <dsp:sp modelId="{7F4E22F4-4541-4313-9429-8652381E2430}">
      <dsp:nvSpPr>
        <dsp:cNvPr id="0" name=""/>
        <dsp:cNvSpPr/>
      </dsp:nvSpPr>
      <dsp:spPr>
        <a:xfrm>
          <a:off x="4475203" y="1630672"/>
          <a:ext cx="847739" cy="847739"/>
        </a:xfrm>
        <a:prstGeom prst="ellipse">
          <a:avLst/>
        </a:prstGeom>
        <a:solidFill>
          <a:srgbClr val="FFFF0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500" b="1" kern="1200" dirty="0">
              <a:solidFill>
                <a:schemeClr val="tx1"/>
              </a:solidFill>
              <a:latin typeface="Consolas" panose="020B0609020204030204" pitchFamily="49" charset="0"/>
            </a:rPr>
            <a:t>010</a:t>
          </a:r>
        </a:p>
      </dsp:txBody>
      <dsp:txXfrm>
        <a:off x="4599352" y="1754821"/>
        <a:ext cx="599441" cy="599441"/>
      </dsp:txXfrm>
    </dsp:sp>
    <dsp:sp modelId="{930C1C10-B7D9-4063-97DF-451520631F5C}">
      <dsp:nvSpPr>
        <dsp:cNvPr id="0" name=""/>
        <dsp:cNvSpPr/>
      </dsp:nvSpPr>
      <dsp:spPr>
        <a:xfrm rot="17500668">
          <a:off x="4553945" y="2496712"/>
          <a:ext cx="225000" cy="286112"/>
        </a:xfrm>
        <a:prstGeom prst="rightArrow">
          <a:avLst>
            <a:gd name="adj1" fmla="val 60000"/>
            <a:gd name="adj2" fmla="val 50000"/>
          </a:avLst>
        </a:prstGeom>
        <a:solidFill>
          <a:schemeClr val="tx1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1200" kern="1200">
            <a:latin typeface="Consolas" panose="020B0609020204030204" pitchFamily="49" charset="0"/>
          </a:endParaRPr>
        </a:p>
      </dsp:txBody>
      <dsp:txXfrm rot="10800000">
        <a:off x="4575228" y="2585297"/>
        <a:ext cx="157500" cy="171668"/>
      </dsp:txXfrm>
    </dsp:sp>
    <dsp:sp modelId="{4253F2A0-3C4D-41E0-8F8F-602B835DE00E}">
      <dsp:nvSpPr>
        <dsp:cNvPr id="0" name=""/>
        <dsp:cNvSpPr/>
      </dsp:nvSpPr>
      <dsp:spPr>
        <a:xfrm>
          <a:off x="4005244" y="2812960"/>
          <a:ext cx="847739" cy="847739"/>
        </a:xfrm>
        <a:prstGeom prst="ellipse">
          <a:avLst/>
        </a:prstGeom>
        <a:solidFill>
          <a:srgbClr val="FFFF0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500" b="1" kern="1200" dirty="0">
              <a:solidFill>
                <a:schemeClr val="tx1"/>
              </a:solidFill>
              <a:latin typeface="Consolas" panose="020B0609020204030204" pitchFamily="49" charset="0"/>
            </a:rPr>
            <a:t>011</a:t>
          </a:r>
        </a:p>
      </dsp:txBody>
      <dsp:txXfrm>
        <a:off x="4129393" y="2937109"/>
        <a:ext cx="599441" cy="599441"/>
      </dsp:txXfrm>
    </dsp:sp>
    <dsp:sp modelId="{F8AF0E23-F4AB-4B22-93A2-64EDDCAF3E7E}">
      <dsp:nvSpPr>
        <dsp:cNvPr id="0" name=""/>
        <dsp:cNvSpPr/>
      </dsp:nvSpPr>
      <dsp:spPr>
        <a:xfrm rot="20210921">
          <a:off x="3737678" y="3341342"/>
          <a:ext cx="224914" cy="286112"/>
        </a:xfrm>
        <a:prstGeom prst="rightArrow">
          <a:avLst>
            <a:gd name="adj1" fmla="val 60000"/>
            <a:gd name="adj2" fmla="val 50000"/>
          </a:avLst>
        </a:prstGeom>
        <a:solidFill>
          <a:schemeClr val="tx1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1200" kern="1200">
            <a:latin typeface="Consolas" panose="020B0609020204030204" pitchFamily="49" charset="0"/>
          </a:endParaRPr>
        </a:p>
      </dsp:txBody>
      <dsp:txXfrm rot="10800000">
        <a:off x="3740395" y="3411828"/>
        <a:ext cx="157440" cy="171668"/>
      </dsp:txXfrm>
    </dsp:sp>
    <dsp:sp modelId="{5AC06EA3-1487-4878-8E60-73BC78C506B2}">
      <dsp:nvSpPr>
        <dsp:cNvPr id="0" name=""/>
        <dsp:cNvSpPr/>
      </dsp:nvSpPr>
      <dsp:spPr>
        <a:xfrm>
          <a:off x="2835581" y="3313102"/>
          <a:ext cx="847739" cy="847739"/>
        </a:xfrm>
        <a:prstGeom prst="ellipse">
          <a:avLst/>
        </a:prstGeom>
        <a:solidFill>
          <a:srgbClr val="FFFF0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500" b="1" kern="1200" dirty="0">
              <a:solidFill>
                <a:schemeClr val="tx1"/>
              </a:solidFill>
              <a:latin typeface="Consolas" panose="020B0609020204030204" pitchFamily="49" charset="0"/>
            </a:rPr>
            <a:t>100</a:t>
          </a:r>
        </a:p>
      </dsp:txBody>
      <dsp:txXfrm>
        <a:off x="2959730" y="3437251"/>
        <a:ext cx="599441" cy="599441"/>
      </dsp:txXfrm>
    </dsp:sp>
    <dsp:sp modelId="{461F6849-4FCE-49EE-9AB8-2EA110D7E1CF}">
      <dsp:nvSpPr>
        <dsp:cNvPr id="0" name=""/>
        <dsp:cNvSpPr/>
      </dsp:nvSpPr>
      <dsp:spPr>
        <a:xfrm rot="1327154">
          <a:off x="2563722" y="3356835"/>
          <a:ext cx="224860" cy="286112"/>
        </a:xfrm>
        <a:prstGeom prst="rightArrow">
          <a:avLst>
            <a:gd name="adj1" fmla="val 60000"/>
            <a:gd name="adj2" fmla="val 50000"/>
          </a:avLst>
        </a:prstGeom>
        <a:solidFill>
          <a:schemeClr val="tx1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1200" kern="1200">
            <a:latin typeface="Consolas" panose="020B0609020204030204" pitchFamily="49" charset="0"/>
          </a:endParaRPr>
        </a:p>
      </dsp:txBody>
      <dsp:txXfrm rot="10800000">
        <a:off x="2566204" y="3401357"/>
        <a:ext cx="157402" cy="171668"/>
      </dsp:txXfrm>
    </dsp:sp>
    <dsp:sp modelId="{94FA9188-7ACD-46A3-9671-54526483B058}">
      <dsp:nvSpPr>
        <dsp:cNvPr id="0" name=""/>
        <dsp:cNvSpPr/>
      </dsp:nvSpPr>
      <dsp:spPr>
        <a:xfrm>
          <a:off x="1657194" y="2834148"/>
          <a:ext cx="847739" cy="847739"/>
        </a:xfrm>
        <a:prstGeom prst="ellipse">
          <a:avLst/>
        </a:prstGeom>
        <a:solidFill>
          <a:srgbClr val="FFFF0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500" b="1" kern="1200" dirty="0">
              <a:solidFill>
                <a:schemeClr val="tx1"/>
              </a:solidFill>
              <a:latin typeface="Consolas" panose="020B0609020204030204" pitchFamily="49" charset="0"/>
            </a:rPr>
            <a:t>101</a:t>
          </a:r>
        </a:p>
      </dsp:txBody>
      <dsp:txXfrm>
        <a:off x="1781343" y="2958297"/>
        <a:ext cx="599441" cy="599441"/>
      </dsp:txXfrm>
    </dsp:sp>
    <dsp:sp modelId="{0226906C-6F8A-490E-827A-2C59B35F2BD9}">
      <dsp:nvSpPr>
        <dsp:cNvPr id="0" name=""/>
        <dsp:cNvSpPr/>
      </dsp:nvSpPr>
      <dsp:spPr>
        <a:xfrm rot="4000476">
          <a:off x="1718344" y="2535826"/>
          <a:ext cx="225999" cy="286112"/>
        </a:xfrm>
        <a:prstGeom prst="rightArrow">
          <a:avLst>
            <a:gd name="adj1" fmla="val 60000"/>
            <a:gd name="adj2" fmla="val 50000"/>
          </a:avLst>
        </a:prstGeom>
        <a:solidFill>
          <a:schemeClr val="tx1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1200" kern="1200">
            <a:latin typeface="Consolas" panose="020B0609020204030204" pitchFamily="49" charset="0"/>
          </a:endParaRPr>
        </a:p>
      </dsp:txBody>
      <dsp:txXfrm rot="10800000">
        <a:off x="1738821" y="2561919"/>
        <a:ext cx="158199" cy="171668"/>
      </dsp:txXfrm>
    </dsp:sp>
    <dsp:sp modelId="{A16066DC-2E03-4BEE-AAF9-CBA7B1A66E11}">
      <dsp:nvSpPr>
        <dsp:cNvPr id="0" name=""/>
        <dsp:cNvSpPr/>
      </dsp:nvSpPr>
      <dsp:spPr>
        <a:xfrm>
          <a:off x="1152689" y="1664130"/>
          <a:ext cx="847739" cy="847739"/>
        </a:xfrm>
        <a:prstGeom prst="ellipse">
          <a:avLst/>
        </a:prstGeom>
        <a:solidFill>
          <a:srgbClr val="FFFF0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500" b="1" kern="1200" dirty="0">
              <a:solidFill>
                <a:schemeClr val="tx1"/>
              </a:solidFill>
              <a:latin typeface="Consolas" panose="020B0609020204030204" pitchFamily="49" charset="0"/>
            </a:rPr>
            <a:t>110</a:t>
          </a:r>
        </a:p>
      </dsp:txBody>
      <dsp:txXfrm>
        <a:off x="1276838" y="1788279"/>
        <a:ext cx="599441" cy="599441"/>
      </dsp:txXfrm>
    </dsp:sp>
    <dsp:sp modelId="{D6BD61B9-C95F-4D04-B691-17FB7D7C6243}">
      <dsp:nvSpPr>
        <dsp:cNvPr id="0" name=""/>
        <dsp:cNvSpPr/>
      </dsp:nvSpPr>
      <dsp:spPr>
        <a:xfrm rot="7141887">
          <a:off x="1705043" y="1363024"/>
          <a:ext cx="225108" cy="286112"/>
        </a:xfrm>
        <a:prstGeom prst="rightArrow">
          <a:avLst>
            <a:gd name="adj1" fmla="val 60000"/>
            <a:gd name="adj2" fmla="val 50000"/>
          </a:avLst>
        </a:prstGeom>
        <a:solidFill>
          <a:schemeClr val="tx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1200" kern="1200">
            <a:latin typeface="Consolas" panose="020B0609020204030204" pitchFamily="49" charset="0"/>
          </a:endParaRPr>
        </a:p>
      </dsp:txBody>
      <dsp:txXfrm>
        <a:off x="1755195" y="1390723"/>
        <a:ext cx="157576" cy="171668"/>
      </dsp:txXfrm>
    </dsp:sp>
    <dsp:sp modelId="{E133A4E1-B1B9-4CA4-9F02-391DBD9FA8A4}">
      <dsp:nvSpPr>
        <dsp:cNvPr id="0" name=""/>
        <dsp:cNvSpPr/>
      </dsp:nvSpPr>
      <dsp:spPr>
        <a:xfrm>
          <a:off x="1639643" y="488519"/>
          <a:ext cx="847739" cy="847739"/>
        </a:xfrm>
        <a:prstGeom prst="ellipse">
          <a:avLst/>
        </a:prstGeom>
        <a:solidFill>
          <a:srgbClr val="FFFF0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500" b="1" kern="1200" dirty="0">
              <a:solidFill>
                <a:schemeClr val="tx1"/>
              </a:solidFill>
              <a:latin typeface="Consolas" panose="020B0609020204030204" pitchFamily="49" charset="0"/>
            </a:rPr>
            <a:t>111</a:t>
          </a:r>
        </a:p>
      </dsp:txBody>
      <dsp:txXfrm>
        <a:off x="1763792" y="612668"/>
        <a:ext cx="599441" cy="599441"/>
      </dsp:txXfrm>
    </dsp:sp>
    <dsp:sp modelId="{02030933-DF7F-4E3F-ABDD-C4146311AF1A}">
      <dsp:nvSpPr>
        <dsp:cNvPr id="0" name=""/>
        <dsp:cNvSpPr/>
      </dsp:nvSpPr>
      <dsp:spPr>
        <a:xfrm rot="9187700">
          <a:off x="2534743" y="538336"/>
          <a:ext cx="220578" cy="286112"/>
        </a:xfrm>
        <a:prstGeom prst="rightArrow">
          <a:avLst>
            <a:gd name="adj1" fmla="val 60000"/>
            <a:gd name="adj2" fmla="val 50000"/>
          </a:avLst>
        </a:prstGeom>
        <a:solidFill>
          <a:schemeClr val="tx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1200" kern="1200">
            <a:latin typeface="Consolas" panose="020B0609020204030204" pitchFamily="49" charset="0"/>
          </a:endParaRPr>
        </a:p>
      </dsp:txBody>
      <dsp:txXfrm>
        <a:off x="2597343" y="580603"/>
        <a:ext cx="154405" cy="17166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0CEE48-9058-48EC-A7B5-F5E02AB79E7E}">
      <dsp:nvSpPr>
        <dsp:cNvPr id="0" name=""/>
        <dsp:cNvSpPr/>
      </dsp:nvSpPr>
      <dsp:spPr>
        <a:xfrm>
          <a:off x="2139002" y="19042"/>
          <a:ext cx="760459" cy="760459"/>
        </a:xfrm>
        <a:prstGeom prst="ellipse">
          <a:avLst/>
        </a:prstGeom>
        <a:solidFill>
          <a:srgbClr val="FFFF0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b="1" kern="1200" dirty="0">
              <a:solidFill>
                <a:schemeClr val="tx1"/>
              </a:solidFill>
              <a:latin typeface="Consolas" panose="020B0609020204030204" pitchFamily="49" charset="0"/>
            </a:rPr>
            <a:t>000</a:t>
          </a:r>
        </a:p>
      </dsp:txBody>
      <dsp:txXfrm>
        <a:off x="2250369" y="130409"/>
        <a:ext cx="537725" cy="537725"/>
      </dsp:txXfrm>
    </dsp:sp>
    <dsp:sp modelId="{B450A715-FA4B-4EB0-92AC-2D625DFBCE0D}">
      <dsp:nvSpPr>
        <dsp:cNvPr id="0" name=""/>
        <dsp:cNvSpPr/>
      </dsp:nvSpPr>
      <dsp:spPr>
        <a:xfrm rot="1251715">
          <a:off x="2940378" y="466776"/>
          <a:ext cx="185421" cy="256655"/>
        </a:xfrm>
        <a:prstGeom prst="rightArrow">
          <a:avLst>
            <a:gd name="adj1" fmla="val 60000"/>
            <a:gd name="adj2" fmla="val 50000"/>
          </a:avLst>
        </a:prstGeom>
        <a:solidFill>
          <a:schemeClr val="tx1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2000" kern="1200">
            <a:latin typeface="Consolas" panose="020B0609020204030204" pitchFamily="49" charset="0"/>
          </a:endParaRPr>
        </a:p>
      </dsp:txBody>
      <dsp:txXfrm>
        <a:off x="2942201" y="508202"/>
        <a:ext cx="129795" cy="153993"/>
      </dsp:txXfrm>
    </dsp:sp>
    <dsp:sp modelId="{94F15D60-A6E8-448C-AB5D-AA4FE65A1EE0}">
      <dsp:nvSpPr>
        <dsp:cNvPr id="0" name=""/>
        <dsp:cNvSpPr/>
      </dsp:nvSpPr>
      <dsp:spPr>
        <a:xfrm>
          <a:off x="3176523" y="414443"/>
          <a:ext cx="760459" cy="760459"/>
        </a:xfrm>
        <a:prstGeom prst="ellipse">
          <a:avLst/>
        </a:prstGeom>
        <a:solidFill>
          <a:srgbClr val="FFFF0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b="1" kern="1200" dirty="0">
              <a:solidFill>
                <a:schemeClr val="tx1"/>
              </a:solidFill>
              <a:latin typeface="Consolas" panose="020B0609020204030204" pitchFamily="49" charset="0"/>
            </a:rPr>
            <a:t>001</a:t>
          </a:r>
        </a:p>
      </dsp:txBody>
      <dsp:txXfrm>
        <a:off x="3287890" y="525810"/>
        <a:ext cx="537725" cy="537725"/>
      </dsp:txXfrm>
    </dsp:sp>
    <dsp:sp modelId="{B6E0A313-4639-426A-B195-1175A3144FF9}">
      <dsp:nvSpPr>
        <dsp:cNvPr id="0" name=""/>
        <dsp:cNvSpPr/>
      </dsp:nvSpPr>
      <dsp:spPr>
        <a:xfrm rot="3998058">
          <a:off x="3679849" y="1185167"/>
          <a:ext cx="202099" cy="256655"/>
        </a:xfrm>
        <a:prstGeom prst="rightArrow">
          <a:avLst>
            <a:gd name="adj1" fmla="val 60000"/>
            <a:gd name="adj2" fmla="val 50000"/>
          </a:avLst>
        </a:prstGeom>
        <a:solidFill>
          <a:schemeClr val="tx1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2000" kern="1200">
            <a:latin typeface="Consolas" panose="020B0609020204030204" pitchFamily="49" charset="0"/>
          </a:endParaRPr>
        </a:p>
      </dsp:txBody>
      <dsp:txXfrm>
        <a:off x="3698141" y="1208669"/>
        <a:ext cx="141469" cy="153993"/>
      </dsp:txXfrm>
    </dsp:sp>
    <dsp:sp modelId="{7F4E22F4-4541-4313-9429-8652381E2430}">
      <dsp:nvSpPr>
        <dsp:cNvPr id="0" name=""/>
        <dsp:cNvSpPr/>
      </dsp:nvSpPr>
      <dsp:spPr>
        <a:xfrm>
          <a:off x="3629351" y="1462588"/>
          <a:ext cx="760459" cy="760459"/>
        </a:xfrm>
        <a:prstGeom prst="ellipse">
          <a:avLst/>
        </a:prstGeom>
        <a:solidFill>
          <a:srgbClr val="FFFF0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b="1" kern="1200" dirty="0">
              <a:solidFill>
                <a:schemeClr val="tx1"/>
              </a:solidFill>
              <a:latin typeface="Consolas" panose="020B0609020204030204" pitchFamily="49" charset="0"/>
            </a:rPr>
            <a:t>010</a:t>
          </a:r>
        </a:p>
      </dsp:txBody>
      <dsp:txXfrm>
        <a:off x="3740718" y="1573955"/>
        <a:ext cx="537725" cy="537725"/>
      </dsp:txXfrm>
    </dsp:sp>
    <dsp:sp modelId="{930C1C10-B7D9-4063-97DF-451520631F5C}">
      <dsp:nvSpPr>
        <dsp:cNvPr id="0" name=""/>
        <dsp:cNvSpPr/>
      </dsp:nvSpPr>
      <dsp:spPr>
        <a:xfrm rot="6700668">
          <a:off x="3699839" y="2239614"/>
          <a:ext cx="202011" cy="256655"/>
        </a:xfrm>
        <a:prstGeom prst="rightArrow">
          <a:avLst>
            <a:gd name="adj1" fmla="val 60000"/>
            <a:gd name="adj2" fmla="val 50000"/>
          </a:avLst>
        </a:prstGeom>
        <a:solidFill>
          <a:schemeClr val="tx1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2000" kern="1200">
            <a:latin typeface="Consolas" panose="020B0609020204030204" pitchFamily="49" charset="0"/>
          </a:endParaRPr>
        </a:p>
      </dsp:txBody>
      <dsp:txXfrm rot="10800000">
        <a:off x="3741333" y="2262787"/>
        <a:ext cx="141408" cy="153993"/>
      </dsp:txXfrm>
    </dsp:sp>
    <dsp:sp modelId="{4253F2A0-3C4D-41E0-8F8F-602B835DE00E}">
      <dsp:nvSpPr>
        <dsp:cNvPr id="0" name=""/>
        <dsp:cNvSpPr/>
      </dsp:nvSpPr>
      <dsp:spPr>
        <a:xfrm>
          <a:off x="3207655" y="2523462"/>
          <a:ext cx="760459" cy="760459"/>
        </a:xfrm>
        <a:prstGeom prst="ellipse">
          <a:avLst/>
        </a:prstGeom>
        <a:solidFill>
          <a:srgbClr val="FFFF0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b="1" kern="1200" dirty="0">
              <a:solidFill>
                <a:schemeClr val="tx1"/>
              </a:solidFill>
              <a:latin typeface="Consolas" panose="020B0609020204030204" pitchFamily="49" charset="0"/>
            </a:rPr>
            <a:t>011</a:t>
          </a:r>
        </a:p>
      </dsp:txBody>
      <dsp:txXfrm>
        <a:off x="3319022" y="2634829"/>
        <a:ext cx="537725" cy="537725"/>
      </dsp:txXfrm>
    </dsp:sp>
    <dsp:sp modelId="{F8AF0E23-F4AB-4B22-93A2-64EDDCAF3E7E}">
      <dsp:nvSpPr>
        <dsp:cNvPr id="0" name=""/>
        <dsp:cNvSpPr/>
      </dsp:nvSpPr>
      <dsp:spPr>
        <a:xfrm rot="9410921">
          <a:off x="2967400" y="2997507"/>
          <a:ext cx="201934" cy="256655"/>
        </a:xfrm>
        <a:prstGeom prst="rightArrow">
          <a:avLst>
            <a:gd name="adj1" fmla="val 60000"/>
            <a:gd name="adj2" fmla="val 50000"/>
          </a:avLst>
        </a:prstGeom>
        <a:solidFill>
          <a:schemeClr val="tx1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2000" kern="1200">
            <a:latin typeface="Consolas" panose="020B0609020204030204" pitchFamily="49" charset="0"/>
          </a:endParaRPr>
        </a:p>
      </dsp:txBody>
      <dsp:txXfrm rot="10800000">
        <a:off x="3025541" y="3036929"/>
        <a:ext cx="141354" cy="153993"/>
      </dsp:txXfrm>
    </dsp:sp>
    <dsp:sp modelId="{5AC06EA3-1487-4878-8E60-73BC78C506B2}">
      <dsp:nvSpPr>
        <dsp:cNvPr id="0" name=""/>
        <dsp:cNvSpPr/>
      </dsp:nvSpPr>
      <dsp:spPr>
        <a:xfrm>
          <a:off x="2158110" y="2972242"/>
          <a:ext cx="760459" cy="760459"/>
        </a:xfrm>
        <a:prstGeom prst="ellipse">
          <a:avLst/>
        </a:prstGeom>
        <a:solidFill>
          <a:srgbClr val="FFFF0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b="1" kern="1200" dirty="0">
              <a:solidFill>
                <a:schemeClr val="tx1"/>
              </a:solidFill>
              <a:latin typeface="Consolas" panose="020B0609020204030204" pitchFamily="49" charset="0"/>
            </a:rPr>
            <a:t>100</a:t>
          </a:r>
        </a:p>
      </dsp:txBody>
      <dsp:txXfrm>
        <a:off x="2269477" y="3083609"/>
        <a:ext cx="537725" cy="537725"/>
      </dsp:txXfrm>
    </dsp:sp>
    <dsp:sp modelId="{461F6849-4FCE-49EE-9AB8-2EA110D7E1CF}">
      <dsp:nvSpPr>
        <dsp:cNvPr id="0" name=""/>
        <dsp:cNvSpPr/>
      </dsp:nvSpPr>
      <dsp:spPr>
        <a:xfrm rot="12127154">
          <a:off x="1914003" y="3011412"/>
          <a:ext cx="201885" cy="256655"/>
        </a:xfrm>
        <a:prstGeom prst="rightArrow">
          <a:avLst>
            <a:gd name="adj1" fmla="val 60000"/>
            <a:gd name="adj2" fmla="val 50000"/>
          </a:avLst>
        </a:prstGeom>
        <a:solidFill>
          <a:schemeClr val="tx1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2000" kern="1200">
            <a:latin typeface="Consolas" panose="020B0609020204030204" pitchFamily="49" charset="0"/>
          </a:endParaRPr>
        </a:p>
      </dsp:txBody>
      <dsp:txXfrm rot="10800000">
        <a:off x="1972339" y="3074145"/>
        <a:ext cx="141320" cy="153993"/>
      </dsp:txXfrm>
    </dsp:sp>
    <dsp:sp modelId="{94FA9188-7ACD-46A3-9671-54526483B058}">
      <dsp:nvSpPr>
        <dsp:cNvPr id="0" name=""/>
        <dsp:cNvSpPr/>
      </dsp:nvSpPr>
      <dsp:spPr>
        <a:xfrm>
          <a:off x="1100736" y="2542474"/>
          <a:ext cx="760459" cy="760459"/>
        </a:xfrm>
        <a:prstGeom prst="ellipse">
          <a:avLst/>
        </a:prstGeom>
        <a:solidFill>
          <a:srgbClr val="FFFF0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b="1" kern="1200" dirty="0">
              <a:solidFill>
                <a:schemeClr val="tx1"/>
              </a:solidFill>
              <a:latin typeface="Consolas" panose="020B0609020204030204" pitchFamily="49" charset="0"/>
            </a:rPr>
            <a:t>101</a:t>
          </a:r>
        </a:p>
      </dsp:txBody>
      <dsp:txXfrm>
        <a:off x="1212103" y="2653841"/>
        <a:ext cx="537725" cy="537725"/>
      </dsp:txXfrm>
    </dsp:sp>
    <dsp:sp modelId="{0226906C-6F8A-490E-827A-2C59B35F2BD9}">
      <dsp:nvSpPr>
        <dsp:cNvPr id="0" name=""/>
        <dsp:cNvSpPr/>
      </dsp:nvSpPr>
      <dsp:spPr>
        <a:xfrm rot="14847045">
          <a:off x="1163381" y="2272607"/>
          <a:ext cx="201870" cy="256655"/>
        </a:xfrm>
        <a:prstGeom prst="rightArrow">
          <a:avLst>
            <a:gd name="adj1" fmla="val 60000"/>
            <a:gd name="adj2" fmla="val 50000"/>
          </a:avLst>
        </a:prstGeom>
        <a:noFill/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2000" kern="1200">
            <a:latin typeface="Consolas" panose="020B0609020204030204" pitchFamily="49" charset="0"/>
          </a:endParaRPr>
        </a:p>
      </dsp:txBody>
      <dsp:txXfrm rot="10800000">
        <a:off x="1205273" y="2351904"/>
        <a:ext cx="141309" cy="153993"/>
      </dsp:txXfrm>
    </dsp:sp>
    <dsp:sp modelId="{D179AB51-579D-48F7-90A3-A3BCDCE0574A}">
      <dsp:nvSpPr>
        <dsp:cNvPr id="0" name=""/>
        <dsp:cNvSpPr/>
      </dsp:nvSpPr>
      <dsp:spPr>
        <a:xfrm>
          <a:off x="663055" y="1488382"/>
          <a:ext cx="760459" cy="760459"/>
        </a:xfrm>
        <a:prstGeom prst="ellipse">
          <a:avLst/>
        </a:prstGeom>
        <a:solidFill>
          <a:schemeClr val="tx1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b="1" kern="1200" dirty="0">
              <a:solidFill>
                <a:schemeClr val="bg1"/>
              </a:solidFill>
              <a:latin typeface="Consolas" panose="020B0609020204030204" pitchFamily="49" charset="0"/>
            </a:rPr>
            <a:t>110</a:t>
          </a:r>
        </a:p>
      </dsp:txBody>
      <dsp:txXfrm>
        <a:off x="774422" y="1599749"/>
        <a:ext cx="537725" cy="537725"/>
      </dsp:txXfrm>
    </dsp:sp>
    <dsp:sp modelId="{BEDB3ACA-9105-4436-A6A8-D353E9A71C08}">
      <dsp:nvSpPr>
        <dsp:cNvPr id="0" name=""/>
        <dsp:cNvSpPr/>
      </dsp:nvSpPr>
      <dsp:spPr>
        <a:xfrm rot="17567344">
          <a:off x="1161180" y="1219420"/>
          <a:ext cx="201877" cy="256655"/>
        </a:xfrm>
        <a:prstGeom prst="rightArrow">
          <a:avLst>
            <a:gd name="adj1" fmla="val 60000"/>
            <a:gd name="adj2" fmla="val 50000"/>
          </a:avLst>
        </a:prstGeom>
        <a:noFill/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2000" kern="1200">
            <a:latin typeface="Consolas" panose="020B0609020204030204" pitchFamily="49" charset="0"/>
          </a:endParaRPr>
        </a:p>
      </dsp:txBody>
      <dsp:txXfrm>
        <a:off x="1179732" y="1298669"/>
        <a:ext cx="141314" cy="153993"/>
      </dsp:txXfrm>
    </dsp:sp>
    <dsp:sp modelId="{0BCD4322-3D00-4B0F-B247-E2F3D69804BC}">
      <dsp:nvSpPr>
        <dsp:cNvPr id="0" name=""/>
        <dsp:cNvSpPr/>
      </dsp:nvSpPr>
      <dsp:spPr>
        <a:xfrm>
          <a:off x="1105150" y="436119"/>
          <a:ext cx="760459" cy="760459"/>
        </a:xfrm>
        <a:prstGeom prst="ellipse">
          <a:avLst/>
        </a:prstGeom>
        <a:solidFill>
          <a:srgbClr val="92D05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b="1" kern="1200" dirty="0">
              <a:solidFill>
                <a:schemeClr val="tx1"/>
              </a:solidFill>
              <a:latin typeface="Consolas" panose="020B0609020204030204" pitchFamily="49" charset="0"/>
            </a:rPr>
            <a:t>111</a:t>
          </a:r>
        </a:p>
      </dsp:txBody>
      <dsp:txXfrm>
        <a:off x="1216517" y="547486"/>
        <a:ext cx="537725" cy="537725"/>
      </dsp:txXfrm>
    </dsp:sp>
    <dsp:sp modelId="{315666E4-D604-4B68-BABD-CB75609091A1}">
      <dsp:nvSpPr>
        <dsp:cNvPr id="0" name=""/>
        <dsp:cNvSpPr/>
      </dsp:nvSpPr>
      <dsp:spPr>
        <a:xfrm rot="20281791">
          <a:off x="1903473" y="481471"/>
          <a:ext cx="187805" cy="256655"/>
        </a:xfrm>
        <a:prstGeom prst="rightArrow">
          <a:avLst>
            <a:gd name="adj1" fmla="val 60000"/>
            <a:gd name="adj2" fmla="val 50000"/>
          </a:avLst>
        </a:prstGeom>
        <a:noFill/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2000" kern="1200">
            <a:latin typeface="Consolas" panose="020B0609020204030204" pitchFamily="49" charset="0"/>
          </a:endParaRPr>
        </a:p>
      </dsp:txBody>
      <dsp:txXfrm>
        <a:off x="1905519" y="543341"/>
        <a:ext cx="131464" cy="153993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0CEE48-9058-48EC-A7B5-F5E02AB79E7E}">
      <dsp:nvSpPr>
        <dsp:cNvPr id="0" name=""/>
        <dsp:cNvSpPr/>
      </dsp:nvSpPr>
      <dsp:spPr>
        <a:xfrm>
          <a:off x="2521380" y="22463"/>
          <a:ext cx="468315" cy="468315"/>
        </a:xfrm>
        <a:prstGeom prst="ellipse">
          <a:avLst/>
        </a:prstGeom>
        <a:solidFill>
          <a:srgbClr val="FFFF0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b="1" kern="1200" dirty="0">
              <a:solidFill>
                <a:schemeClr val="tx1"/>
              </a:solidFill>
              <a:latin typeface="Consolas" panose="020B0609020204030204" pitchFamily="49" charset="0"/>
            </a:rPr>
            <a:t>0</a:t>
          </a:r>
        </a:p>
      </dsp:txBody>
      <dsp:txXfrm>
        <a:off x="2589963" y="91046"/>
        <a:ext cx="331149" cy="331149"/>
      </dsp:txXfrm>
    </dsp:sp>
    <dsp:sp modelId="{B450A715-FA4B-4EB0-92AC-2D625DFBCE0D}">
      <dsp:nvSpPr>
        <dsp:cNvPr id="0" name=""/>
        <dsp:cNvSpPr/>
      </dsp:nvSpPr>
      <dsp:spPr>
        <a:xfrm rot="525636">
          <a:off x="3033166" y="229178"/>
          <a:ext cx="114243" cy="158056"/>
        </a:xfrm>
        <a:prstGeom prst="rightArrow">
          <a:avLst>
            <a:gd name="adj1" fmla="val 60000"/>
            <a:gd name="adj2" fmla="val 50000"/>
          </a:avLst>
        </a:prstGeom>
        <a:solidFill>
          <a:schemeClr val="tx1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700" kern="1200">
            <a:latin typeface="Consolas" panose="020B0609020204030204" pitchFamily="49" charset="0"/>
          </a:endParaRPr>
        </a:p>
      </dsp:txBody>
      <dsp:txXfrm>
        <a:off x="3033366" y="258179"/>
        <a:ext cx="79970" cy="94834"/>
      </dsp:txXfrm>
    </dsp:sp>
    <dsp:sp modelId="{94F15D60-A6E8-448C-AB5D-AA4FE65A1EE0}">
      <dsp:nvSpPr>
        <dsp:cNvPr id="0" name=""/>
        <dsp:cNvSpPr/>
      </dsp:nvSpPr>
      <dsp:spPr>
        <a:xfrm>
          <a:off x="3197272" y="126620"/>
          <a:ext cx="468315" cy="468315"/>
        </a:xfrm>
        <a:prstGeom prst="ellipse">
          <a:avLst/>
        </a:prstGeom>
        <a:solidFill>
          <a:srgbClr val="FFFF0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b="1" kern="1200" dirty="0">
              <a:solidFill>
                <a:schemeClr val="tx1"/>
              </a:solidFill>
              <a:latin typeface="Consolas" panose="020B0609020204030204" pitchFamily="49" charset="0"/>
            </a:rPr>
            <a:t>1</a:t>
          </a:r>
        </a:p>
      </dsp:txBody>
      <dsp:txXfrm>
        <a:off x="3265855" y="195203"/>
        <a:ext cx="331149" cy="331149"/>
      </dsp:txXfrm>
    </dsp:sp>
    <dsp:sp modelId="{B6E0A313-4639-426A-B195-1175A3144FF9}">
      <dsp:nvSpPr>
        <dsp:cNvPr id="0" name=""/>
        <dsp:cNvSpPr/>
      </dsp:nvSpPr>
      <dsp:spPr>
        <a:xfrm rot="2025033">
          <a:off x="3658642" y="475219"/>
          <a:ext cx="124657" cy="158056"/>
        </a:xfrm>
        <a:prstGeom prst="rightArrow">
          <a:avLst>
            <a:gd name="adj1" fmla="val 60000"/>
            <a:gd name="adj2" fmla="val 50000"/>
          </a:avLst>
        </a:prstGeom>
        <a:solidFill>
          <a:schemeClr val="tx1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700" kern="1200">
            <a:latin typeface="Consolas" panose="020B0609020204030204" pitchFamily="49" charset="0"/>
          </a:endParaRPr>
        </a:p>
      </dsp:txBody>
      <dsp:txXfrm>
        <a:off x="3661793" y="496442"/>
        <a:ext cx="87260" cy="94834"/>
      </dsp:txXfrm>
    </dsp:sp>
    <dsp:sp modelId="{7F4E22F4-4541-4313-9429-8652381E2430}">
      <dsp:nvSpPr>
        <dsp:cNvPr id="0" name=""/>
        <dsp:cNvSpPr/>
      </dsp:nvSpPr>
      <dsp:spPr>
        <a:xfrm>
          <a:off x="3782223" y="517480"/>
          <a:ext cx="468315" cy="468315"/>
        </a:xfrm>
        <a:prstGeom prst="ellipse">
          <a:avLst/>
        </a:prstGeom>
        <a:solidFill>
          <a:srgbClr val="FFFF0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b="1" kern="1200" dirty="0">
              <a:solidFill>
                <a:schemeClr val="tx1"/>
              </a:solidFill>
              <a:latin typeface="Consolas" panose="020B0609020204030204" pitchFamily="49" charset="0"/>
            </a:rPr>
            <a:t>2</a:t>
          </a:r>
        </a:p>
      </dsp:txBody>
      <dsp:txXfrm>
        <a:off x="3850806" y="586063"/>
        <a:ext cx="331149" cy="331149"/>
      </dsp:txXfrm>
    </dsp:sp>
    <dsp:sp modelId="{930C1C10-B7D9-4063-97DF-451520631F5C}">
      <dsp:nvSpPr>
        <dsp:cNvPr id="0" name=""/>
        <dsp:cNvSpPr/>
      </dsp:nvSpPr>
      <dsp:spPr>
        <a:xfrm rot="3374958">
          <a:off x="4147522" y="962152"/>
          <a:ext cx="124659" cy="158056"/>
        </a:xfrm>
        <a:prstGeom prst="rightArrow">
          <a:avLst>
            <a:gd name="adj1" fmla="val 60000"/>
            <a:gd name="adj2" fmla="val 50000"/>
          </a:avLst>
        </a:prstGeom>
        <a:solidFill>
          <a:schemeClr val="tx1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700" kern="1200">
            <a:latin typeface="Consolas" panose="020B0609020204030204" pitchFamily="49" charset="0"/>
          </a:endParaRPr>
        </a:p>
      </dsp:txBody>
      <dsp:txXfrm>
        <a:off x="4155832" y="978215"/>
        <a:ext cx="87261" cy="94834"/>
      </dsp:txXfrm>
    </dsp:sp>
    <dsp:sp modelId="{4253F2A0-3C4D-41E0-8F8F-602B835DE00E}">
      <dsp:nvSpPr>
        <dsp:cNvPr id="0" name=""/>
        <dsp:cNvSpPr/>
      </dsp:nvSpPr>
      <dsp:spPr>
        <a:xfrm>
          <a:off x="4173086" y="1102432"/>
          <a:ext cx="468315" cy="468315"/>
        </a:xfrm>
        <a:prstGeom prst="ellipse">
          <a:avLst/>
        </a:prstGeom>
        <a:solidFill>
          <a:srgbClr val="FFFF0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b="1" kern="1200" dirty="0">
              <a:solidFill>
                <a:schemeClr val="tx1"/>
              </a:solidFill>
              <a:latin typeface="Consolas" panose="020B0609020204030204" pitchFamily="49" charset="0"/>
            </a:rPr>
            <a:t>3</a:t>
          </a:r>
        </a:p>
      </dsp:txBody>
      <dsp:txXfrm>
        <a:off x="4241669" y="1171015"/>
        <a:ext cx="331149" cy="331149"/>
      </dsp:txXfrm>
    </dsp:sp>
    <dsp:sp modelId="{F8AF0E23-F4AB-4B22-93A2-64EDDCAF3E7E}">
      <dsp:nvSpPr>
        <dsp:cNvPr id="0" name=""/>
        <dsp:cNvSpPr/>
      </dsp:nvSpPr>
      <dsp:spPr>
        <a:xfrm rot="4725027">
          <a:off x="4412848" y="1599102"/>
          <a:ext cx="124657" cy="158056"/>
        </a:xfrm>
        <a:prstGeom prst="rightArrow">
          <a:avLst>
            <a:gd name="adj1" fmla="val 60000"/>
            <a:gd name="adj2" fmla="val 50000"/>
          </a:avLst>
        </a:prstGeom>
        <a:solidFill>
          <a:schemeClr val="tx1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700" kern="1200">
            <a:latin typeface="Consolas" panose="020B0609020204030204" pitchFamily="49" charset="0"/>
          </a:endParaRPr>
        </a:p>
      </dsp:txBody>
      <dsp:txXfrm>
        <a:off x="4427899" y="1612374"/>
        <a:ext cx="87260" cy="94834"/>
      </dsp:txXfrm>
    </dsp:sp>
    <dsp:sp modelId="{5AC06EA3-1487-4878-8E60-73BC78C506B2}">
      <dsp:nvSpPr>
        <dsp:cNvPr id="0" name=""/>
        <dsp:cNvSpPr/>
      </dsp:nvSpPr>
      <dsp:spPr>
        <a:xfrm>
          <a:off x="4310330" y="1792434"/>
          <a:ext cx="468315" cy="468315"/>
        </a:xfrm>
        <a:prstGeom prst="ellipse">
          <a:avLst/>
        </a:prstGeom>
        <a:solidFill>
          <a:srgbClr val="FFFF0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b="1" kern="1200" dirty="0">
              <a:solidFill>
                <a:schemeClr val="tx1"/>
              </a:solidFill>
              <a:latin typeface="Consolas" panose="020B0609020204030204" pitchFamily="49" charset="0"/>
            </a:rPr>
            <a:t>4</a:t>
          </a:r>
        </a:p>
      </dsp:txBody>
      <dsp:txXfrm>
        <a:off x="4378913" y="1861017"/>
        <a:ext cx="331149" cy="331149"/>
      </dsp:txXfrm>
    </dsp:sp>
    <dsp:sp modelId="{461F6849-4FCE-49EE-9AB8-2EA110D7E1CF}">
      <dsp:nvSpPr>
        <dsp:cNvPr id="0" name=""/>
        <dsp:cNvSpPr/>
      </dsp:nvSpPr>
      <dsp:spPr>
        <a:xfrm rot="6074936">
          <a:off x="4414228" y="2289105"/>
          <a:ext cx="124658" cy="158056"/>
        </a:xfrm>
        <a:prstGeom prst="rightArrow">
          <a:avLst>
            <a:gd name="adj1" fmla="val 60000"/>
            <a:gd name="adj2" fmla="val 50000"/>
          </a:avLst>
        </a:prstGeom>
        <a:solidFill>
          <a:schemeClr val="tx1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700" kern="1200">
            <a:latin typeface="Consolas" panose="020B0609020204030204" pitchFamily="49" charset="0"/>
          </a:endParaRPr>
        </a:p>
      </dsp:txBody>
      <dsp:txXfrm rot="10800000">
        <a:off x="4436574" y="2302377"/>
        <a:ext cx="87261" cy="94834"/>
      </dsp:txXfrm>
    </dsp:sp>
    <dsp:sp modelId="{94FA9188-7ACD-46A3-9671-54526483B058}">
      <dsp:nvSpPr>
        <dsp:cNvPr id="0" name=""/>
        <dsp:cNvSpPr/>
      </dsp:nvSpPr>
      <dsp:spPr>
        <a:xfrm>
          <a:off x="4173093" y="2482438"/>
          <a:ext cx="468315" cy="468315"/>
        </a:xfrm>
        <a:prstGeom prst="ellipse">
          <a:avLst/>
        </a:prstGeom>
        <a:solidFill>
          <a:srgbClr val="FFFF0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b="1" kern="1200" dirty="0">
              <a:solidFill>
                <a:schemeClr val="tx1"/>
              </a:solidFill>
              <a:latin typeface="Consolas" panose="020B0609020204030204" pitchFamily="49" charset="0"/>
            </a:rPr>
            <a:t>5</a:t>
          </a:r>
        </a:p>
      </dsp:txBody>
      <dsp:txXfrm>
        <a:off x="4241676" y="2551021"/>
        <a:ext cx="331149" cy="331149"/>
      </dsp:txXfrm>
    </dsp:sp>
    <dsp:sp modelId="{0226906C-6F8A-490E-827A-2C59B35F2BD9}">
      <dsp:nvSpPr>
        <dsp:cNvPr id="0" name=""/>
        <dsp:cNvSpPr/>
      </dsp:nvSpPr>
      <dsp:spPr>
        <a:xfrm rot="7425033">
          <a:off x="4151448" y="2927112"/>
          <a:ext cx="124661" cy="158056"/>
        </a:xfrm>
        <a:prstGeom prst="rightArrow">
          <a:avLst>
            <a:gd name="adj1" fmla="val 60000"/>
            <a:gd name="adj2" fmla="val 50000"/>
          </a:avLst>
        </a:prstGeom>
        <a:solidFill>
          <a:schemeClr val="tx1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700" kern="1200">
            <a:latin typeface="Consolas" panose="020B0609020204030204" pitchFamily="49" charset="0"/>
          </a:endParaRPr>
        </a:p>
      </dsp:txBody>
      <dsp:txXfrm rot="10800000">
        <a:off x="4180536" y="2943175"/>
        <a:ext cx="87263" cy="94834"/>
      </dsp:txXfrm>
    </dsp:sp>
    <dsp:sp modelId="{D179AB51-579D-48F7-90A3-A3BCDCE0574A}">
      <dsp:nvSpPr>
        <dsp:cNvPr id="0" name=""/>
        <dsp:cNvSpPr/>
      </dsp:nvSpPr>
      <dsp:spPr>
        <a:xfrm>
          <a:off x="3782229" y="3067395"/>
          <a:ext cx="468315" cy="468315"/>
        </a:xfrm>
        <a:prstGeom prst="ellipse">
          <a:avLst/>
        </a:prstGeom>
        <a:solidFill>
          <a:srgbClr val="FFFF0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b="1" kern="1200" dirty="0">
              <a:solidFill>
                <a:schemeClr val="tx1"/>
              </a:solidFill>
              <a:latin typeface="Consolas" panose="020B0609020204030204" pitchFamily="49" charset="0"/>
            </a:rPr>
            <a:t>6</a:t>
          </a:r>
        </a:p>
      </dsp:txBody>
      <dsp:txXfrm>
        <a:off x="3850812" y="3135978"/>
        <a:ext cx="331149" cy="331149"/>
      </dsp:txXfrm>
    </dsp:sp>
    <dsp:sp modelId="{BEDB3ACA-9105-4436-A6A8-D353E9A71C08}">
      <dsp:nvSpPr>
        <dsp:cNvPr id="0" name=""/>
        <dsp:cNvSpPr/>
      </dsp:nvSpPr>
      <dsp:spPr>
        <a:xfrm rot="8775005">
          <a:off x="3664513" y="3415991"/>
          <a:ext cx="124659" cy="158056"/>
        </a:xfrm>
        <a:prstGeom prst="rightArrow">
          <a:avLst>
            <a:gd name="adj1" fmla="val 60000"/>
            <a:gd name="adj2" fmla="val 50000"/>
          </a:avLst>
        </a:prstGeom>
        <a:solidFill>
          <a:schemeClr val="tx1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700" kern="1200">
            <a:latin typeface="Consolas" panose="020B0609020204030204" pitchFamily="49" charset="0"/>
          </a:endParaRPr>
        </a:p>
      </dsp:txBody>
      <dsp:txXfrm rot="10800000">
        <a:off x="3698760" y="3437213"/>
        <a:ext cx="87261" cy="94834"/>
      </dsp:txXfrm>
    </dsp:sp>
    <dsp:sp modelId="{0BCD4322-3D00-4B0F-B247-E2F3D69804BC}">
      <dsp:nvSpPr>
        <dsp:cNvPr id="0" name=""/>
        <dsp:cNvSpPr/>
      </dsp:nvSpPr>
      <dsp:spPr>
        <a:xfrm>
          <a:off x="3197272" y="3458249"/>
          <a:ext cx="468315" cy="468315"/>
        </a:xfrm>
        <a:prstGeom prst="ellipse">
          <a:avLst/>
        </a:prstGeom>
        <a:solidFill>
          <a:srgbClr val="FFFF0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b="1" kern="1200" dirty="0">
              <a:solidFill>
                <a:schemeClr val="tx1"/>
              </a:solidFill>
              <a:latin typeface="Consolas" panose="020B0609020204030204" pitchFamily="49" charset="0"/>
            </a:rPr>
            <a:t>7</a:t>
          </a:r>
        </a:p>
      </dsp:txBody>
      <dsp:txXfrm>
        <a:off x="3265855" y="3526832"/>
        <a:ext cx="331149" cy="331149"/>
      </dsp:txXfrm>
    </dsp:sp>
    <dsp:sp modelId="{315666E4-D604-4B68-BABD-CB75609091A1}">
      <dsp:nvSpPr>
        <dsp:cNvPr id="0" name=""/>
        <dsp:cNvSpPr/>
      </dsp:nvSpPr>
      <dsp:spPr>
        <a:xfrm rot="10057057">
          <a:off x="3037884" y="3686797"/>
          <a:ext cx="118262" cy="158056"/>
        </a:xfrm>
        <a:prstGeom prst="rightArrow">
          <a:avLst>
            <a:gd name="adj1" fmla="val 60000"/>
            <a:gd name="adj2" fmla="val 50000"/>
          </a:avLst>
        </a:prstGeom>
        <a:solidFill>
          <a:schemeClr val="tx1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700" kern="1200">
            <a:latin typeface="Consolas" panose="020B0609020204030204" pitchFamily="49" charset="0"/>
          </a:endParaRPr>
        </a:p>
      </dsp:txBody>
      <dsp:txXfrm rot="10800000">
        <a:off x="3072950" y="3714604"/>
        <a:ext cx="82783" cy="94834"/>
      </dsp:txXfrm>
    </dsp:sp>
    <dsp:sp modelId="{C7AE0913-6DF2-4D4D-8FB3-F1366AD289D7}">
      <dsp:nvSpPr>
        <dsp:cNvPr id="0" name=""/>
        <dsp:cNvSpPr/>
      </dsp:nvSpPr>
      <dsp:spPr>
        <a:xfrm>
          <a:off x="2521905" y="3606521"/>
          <a:ext cx="468315" cy="468315"/>
        </a:xfrm>
        <a:prstGeom prst="ellipse">
          <a:avLst/>
        </a:prstGeom>
        <a:solidFill>
          <a:srgbClr val="FFFF0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b="1" kern="1200" dirty="0">
              <a:solidFill>
                <a:schemeClr val="tx1"/>
              </a:solidFill>
              <a:latin typeface="Consolas" panose="020B0609020204030204" pitchFamily="49" charset="0"/>
            </a:rPr>
            <a:t>8</a:t>
          </a:r>
        </a:p>
      </dsp:txBody>
      <dsp:txXfrm>
        <a:off x="2590488" y="3675104"/>
        <a:ext cx="331149" cy="331149"/>
      </dsp:txXfrm>
    </dsp:sp>
    <dsp:sp modelId="{7AFEFD81-554F-4C9D-88DE-00B147F45C80}">
      <dsp:nvSpPr>
        <dsp:cNvPr id="0" name=""/>
        <dsp:cNvSpPr/>
      </dsp:nvSpPr>
      <dsp:spPr>
        <a:xfrm rot="11475000">
          <a:off x="2352192" y="3693713"/>
          <a:ext cx="124658" cy="158056"/>
        </a:xfrm>
        <a:prstGeom prst="rightArrow">
          <a:avLst>
            <a:gd name="adj1" fmla="val 60000"/>
            <a:gd name="adj2" fmla="val 50000"/>
          </a:avLst>
        </a:prstGeom>
        <a:solidFill>
          <a:schemeClr val="tx1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700" kern="1200">
            <a:latin typeface="Consolas" panose="020B0609020204030204" pitchFamily="49" charset="0"/>
          </a:endParaRPr>
        </a:p>
      </dsp:txBody>
      <dsp:txXfrm rot="10800000">
        <a:off x="2389230" y="3728972"/>
        <a:ext cx="87261" cy="94834"/>
      </dsp:txXfrm>
    </dsp:sp>
    <dsp:sp modelId="{06021AB8-0FDB-40CD-B76D-6889AEA15898}">
      <dsp:nvSpPr>
        <dsp:cNvPr id="0" name=""/>
        <dsp:cNvSpPr/>
      </dsp:nvSpPr>
      <dsp:spPr>
        <a:xfrm>
          <a:off x="1831902" y="3469271"/>
          <a:ext cx="468315" cy="468315"/>
        </a:xfrm>
        <a:prstGeom prst="ellipse">
          <a:avLst/>
        </a:prstGeom>
        <a:solidFill>
          <a:srgbClr val="FFFF0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b="1" kern="1200" dirty="0">
              <a:solidFill>
                <a:schemeClr val="tx1"/>
              </a:solidFill>
              <a:latin typeface="Consolas" panose="020B0609020204030204" pitchFamily="49" charset="0"/>
            </a:rPr>
            <a:t>9</a:t>
          </a:r>
        </a:p>
      </dsp:txBody>
      <dsp:txXfrm>
        <a:off x="1900485" y="3537854"/>
        <a:ext cx="331149" cy="331149"/>
      </dsp:txXfrm>
    </dsp:sp>
    <dsp:sp modelId="{BC1949BE-A785-474F-962B-A97DAA19A8ED}">
      <dsp:nvSpPr>
        <dsp:cNvPr id="0" name=""/>
        <dsp:cNvSpPr/>
      </dsp:nvSpPr>
      <dsp:spPr>
        <a:xfrm rot="16886897" flipV="1">
          <a:off x="1175041" y="1893119"/>
          <a:ext cx="2493175" cy="199293"/>
        </a:xfrm>
        <a:prstGeom prst="rightArrow">
          <a:avLst>
            <a:gd name="adj1" fmla="val 60000"/>
            <a:gd name="adj2" fmla="val 50000"/>
          </a:avLst>
        </a:prstGeom>
        <a:solidFill>
          <a:schemeClr val="tx1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800" kern="1200">
            <a:latin typeface="Consolas" panose="020B0609020204030204" pitchFamily="49" charset="0"/>
          </a:endParaRPr>
        </a:p>
      </dsp:txBody>
      <dsp:txXfrm rot="10800000">
        <a:off x="1199002" y="1962277"/>
        <a:ext cx="2433387" cy="119575"/>
      </dsp:txXfrm>
    </dsp:sp>
    <dsp:sp modelId="{E28A9E64-954A-4093-A8F0-6AA3D131BDC4}">
      <dsp:nvSpPr>
        <dsp:cNvPr id="0" name=""/>
        <dsp:cNvSpPr/>
      </dsp:nvSpPr>
      <dsp:spPr>
        <a:xfrm>
          <a:off x="1246946" y="3078415"/>
          <a:ext cx="468315" cy="468315"/>
        </a:xfrm>
        <a:prstGeom prst="ellipse">
          <a:avLst/>
        </a:prstGeom>
        <a:solidFill>
          <a:schemeClr val="tx1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b="1" kern="1200" dirty="0">
              <a:solidFill>
                <a:schemeClr val="bg1"/>
              </a:solidFill>
              <a:latin typeface="Consolas" panose="020B0609020204030204" pitchFamily="49" charset="0"/>
            </a:rPr>
            <a:t>10</a:t>
          </a:r>
        </a:p>
      </dsp:txBody>
      <dsp:txXfrm>
        <a:off x="1315529" y="3146998"/>
        <a:ext cx="331149" cy="331149"/>
      </dsp:txXfrm>
    </dsp:sp>
    <dsp:sp modelId="{EF190D75-DDB7-411F-884B-A3300526C306}">
      <dsp:nvSpPr>
        <dsp:cNvPr id="0" name=""/>
        <dsp:cNvSpPr/>
      </dsp:nvSpPr>
      <dsp:spPr>
        <a:xfrm rot="14175000">
          <a:off x="1225307" y="2944000"/>
          <a:ext cx="124658" cy="158056"/>
        </a:xfrm>
        <a:prstGeom prst="rightArrow">
          <a:avLst>
            <a:gd name="adj1" fmla="val 60000"/>
            <a:gd name="adj2" fmla="val 50000"/>
          </a:avLst>
        </a:prstGeom>
        <a:noFill/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700" kern="1200">
            <a:latin typeface="Consolas" panose="020B0609020204030204" pitchFamily="49" charset="0"/>
          </a:endParaRPr>
        </a:p>
      </dsp:txBody>
      <dsp:txXfrm rot="10800000">
        <a:off x="1254394" y="2991158"/>
        <a:ext cx="87261" cy="94834"/>
      </dsp:txXfrm>
    </dsp:sp>
    <dsp:sp modelId="{695496C3-4D17-4EBA-8BAC-9D92EF12720B}">
      <dsp:nvSpPr>
        <dsp:cNvPr id="0" name=""/>
        <dsp:cNvSpPr/>
      </dsp:nvSpPr>
      <dsp:spPr>
        <a:xfrm>
          <a:off x="856091" y="2493459"/>
          <a:ext cx="468315" cy="468315"/>
        </a:xfrm>
        <a:prstGeom prst="ellipse">
          <a:avLst/>
        </a:prstGeom>
        <a:solidFill>
          <a:srgbClr val="00B05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b="1" kern="1200" dirty="0">
              <a:solidFill>
                <a:schemeClr val="tx1"/>
              </a:solidFill>
              <a:latin typeface="Consolas" panose="020B0609020204030204" pitchFamily="49" charset="0"/>
            </a:rPr>
            <a:t>11</a:t>
          </a:r>
        </a:p>
      </dsp:txBody>
      <dsp:txXfrm>
        <a:off x="924674" y="2562042"/>
        <a:ext cx="331149" cy="331149"/>
      </dsp:txXfrm>
    </dsp:sp>
    <dsp:sp modelId="{A5FBBE95-1A10-4659-A139-37AD68E1EB56}">
      <dsp:nvSpPr>
        <dsp:cNvPr id="0" name=""/>
        <dsp:cNvSpPr/>
      </dsp:nvSpPr>
      <dsp:spPr>
        <a:xfrm rot="15525000">
          <a:off x="959983" y="2307048"/>
          <a:ext cx="124658" cy="158056"/>
        </a:xfrm>
        <a:prstGeom prst="rightArrow">
          <a:avLst>
            <a:gd name="adj1" fmla="val 60000"/>
            <a:gd name="adj2" fmla="val 50000"/>
          </a:avLst>
        </a:prstGeom>
        <a:noFill/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700" kern="1200">
            <a:latin typeface="Consolas" panose="020B0609020204030204" pitchFamily="49" charset="0"/>
          </a:endParaRPr>
        </a:p>
      </dsp:txBody>
      <dsp:txXfrm rot="10800000">
        <a:off x="982329" y="2356998"/>
        <a:ext cx="87261" cy="94834"/>
      </dsp:txXfrm>
    </dsp:sp>
    <dsp:sp modelId="{EC7A6C3E-5CE1-4E4B-9A17-2F965774BA8D}">
      <dsp:nvSpPr>
        <dsp:cNvPr id="0" name=""/>
        <dsp:cNvSpPr/>
      </dsp:nvSpPr>
      <dsp:spPr>
        <a:xfrm>
          <a:off x="718841" y="1803457"/>
          <a:ext cx="468315" cy="468315"/>
        </a:xfrm>
        <a:prstGeom prst="ellipse">
          <a:avLst/>
        </a:prstGeom>
        <a:solidFill>
          <a:srgbClr val="00B05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b="1" kern="1200" dirty="0">
              <a:solidFill>
                <a:schemeClr val="tx1"/>
              </a:solidFill>
              <a:latin typeface="Consolas" panose="020B0609020204030204" pitchFamily="49" charset="0"/>
            </a:rPr>
            <a:t>12</a:t>
          </a:r>
        </a:p>
      </dsp:txBody>
      <dsp:txXfrm>
        <a:off x="787424" y="1872040"/>
        <a:ext cx="331149" cy="331149"/>
      </dsp:txXfrm>
    </dsp:sp>
    <dsp:sp modelId="{E8827A8A-CF94-410F-811F-8E7F19C5A588}">
      <dsp:nvSpPr>
        <dsp:cNvPr id="0" name=""/>
        <dsp:cNvSpPr/>
      </dsp:nvSpPr>
      <dsp:spPr>
        <a:xfrm rot="16875000">
          <a:off x="958606" y="1617045"/>
          <a:ext cx="124658" cy="158056"/>
        </a:xfrm>
        <a:prstGeom prst="rightArrow">
          <a:avLst>
            <a:gd name="adj1" fmla="val 60000"/>
            <a:gd name="adj2" fmla="val 50000"/>
          </a:avLst>
        </a:prstGeom>
        <a:noFill/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700" kern="1200">
            <a:latin typeface="Consolas" panose="020B0609020204030204" pitchFamily="49" charset="0"/>
          </a:endParaRPr>
        </a:p>
      </dsp:txBody>
      <dsp:txXfrm>
        <a:off x="973657" y="1666995"/>
        <a:ext cx="87261" cy="94834"/>
      </dsp:txXfrm>
    </dsp:sp>
    <dsp:sp modelId="{26030DD5-D437-4D90-9CEC-090838106C1F}">
      <dsp:nvSpPr>
        <dsp:cNvPr id="0" name=""/>
        <dsp:cNvSpPr/>
      </dsp:nvSpPr>
      <dsp:spPr>
        <a:xfrm>
          <a:off x="856091" y="1113454"/>
          <a:ext cx="468315" cy="468315"/>
        </a:xfrm>
        <a:prstGeom prst="ellipse">
          <a:avLst/>
        </a:prstGeom>
        <a:solidFill>
          <a:srgbClr val="00B05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b="1" kern="1200" dirty="0">
              <a:solidFill>
                <a:schemeClr val="tx1"/>
              </a:solidFill>
              <a:latin typeface="Consolas" panose="020B0609020204030204" pitchFamily="49" charset="0"/>
            </a:rPr>
            <a:t>13</a:t>
          </a:r>
        </a:p>
      </dsp:txBody>
      <dsp:txXfrm>
        <a:off x="924674" y="1182037"/>
        <a:ext cx="331149" cy="331149"/>
      </dsp:txXfrm>
    </dsp:sp>
    <dsp:sp modelId="{EB2683A9-965F-4375-8838-5849A4B76B4B}">
      <dsp:nvSpPr>
        <dsp:cNvPr id="0" name=""/>
        <dsp:cNvSpPr/>
      </dsp:nvSpPr>
      <dsp:spPr>
        <a:xfrm rot="18225000">
          <a:off x="1221387" y="979039"/>
          <a:ext cx="124658" cy="158056"/>
        </a:xfrm>
        <a:prstGeom prst="rightArrow">
          <a:avLst>
            <a:gd name="adj1" fmla="val 60000"/>
            <a:gd name="adj2" fmla="val 50000"/>
          </a:avLst>
        </a:prstGeom>
        <a:noFill/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700" kern="1200">
            <a:latin typeface="Consolas" panose="020B0609020204030204" pitchFamily="49" charset="0"/>
          </a:endParaRPr>
        </a:p>
      </dsp:txBody>
      <dsp:txXfrm>
        <a:off x="1229697" y="1026197"/>
        <a:ext cx="87261" cy="94834"/>
      </dsp:txXfrm>
    </dsp:sp>
    <dsp:sp modelId="{C9C3957F-BCD2-417E-8FD4-583060E92AD6}">
      <dsp:nvSpPr>
        <dsp:cNvPr id="0" name=""/>
        <dsp:cNvSpPr/>
      </dsp:nvSpPr>
      <dsp:spPr>
        <a:xfrm>
          <a:off x="1246946" y="528498"/>
          <a:ext cx="468315" cy="468315"/>
        </a:xfrm>
        <a:prstGeom prst="ellipse">
          <a:avLst/>
        </a:prstGeom>
        <a:solidFill>
          <a:srgbClr val="00B05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b="1" kern="1200" dirty="0">
              <a:solidFill>
                <a:schemeClr val="tx1"/>
              </a:solidFill>
              <a:latin typeface="Consolas" panose="020B0609020204030204" pitchFamily="49" charset="0"/>
            </a:rPr>
            <a:t>14</a:t>
          </a:r>
        </a:p>
      </dsp:txBody>
      <dsp:txXfrm>
        <a:off x="1315529" y="597081"/>
        <a:ext cx="331149" cy="331149"/>
      </dsp:txXfrm>
    </dsp:sp>
    <dsp:sp modelId="{25C42851-F8AB-462C-964A-0CA34768E7A7}">
      <dsp:nvSpPr>
        <dsp:cNvPr id="0" name=""/>
        <dsp:cNvSpPr/>
      </dsp:nvSpPr>
      <dsp:spPr>
        <a:xfrm rot="19489745">
          <a:off x="1702666" y="484668"/>
          <a:ext cx="121568" cy="158056"/>
        </a:xfrm>
        <a:prstGeom prst="rightArrow">
          <a:avLst>
            <a:gd name="adj1" fmla="val 60000"/>
            <a:gd name="adj2" fmla="val 50000"/>
          </a:avLst>
        </a:prstGeom>
        <a:noFill/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700" kern="1200">
            <a:latin typeface="Consolas" panose="020B0609020204030204" pitchFamily="49" charset="0"/>
          </a:endParaRPr>
        </a:p>
      </dsp:txBody>
      <dsp:txXfrm>
        <a:off x="1705995" y="526783"/>
        <a:ext cx="85098" cy="94834"/>
      </dsp:txXfrm>
    </dsp:sp>
    <dsp:sp modelId="{30E9EBD6-7BF8-4A38-852D-35BDF8CAAD1F}">
      <dsp:nvSpPr>
        <dsp:cNvPr id="0" name=""/>
        <dsp:cNvSpPr/>
      </dsp:nvSpPr>
      <dsp:spPr>
        <a:xfrm>
          <a:off x="1817265" y="126616"/>
          <a:ext cx="468315" cy="468315"/>
        </a:xfrm>
        <a:prstGeom prst="ellipse">
          <a:avLst/>
        </a:prstGeom>
        <a:solidFill>
          <a:srgbClr val="00B05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b="1" kern="1200" dirty="0">
              <a:solidFill>
                <a:schemeClr val="tx1"/>
              </a:solidFill>
              <a:latin typeface="Consolas" panose="020B0609020204030204" pitchFamily="49" charset="0"/>
            </a:rPr>
            <a:t>15</a:t>
          </a:r>
        </a:p>
      </dsp:txBody>
      <dsp:txXfrm>
        <a:off x="1885848" y="195199"/>
        <a:ext cx="331149" cy="331149"/>
      </dsp:txXfrm>
    </dsp:sp>
    <dsp:sp modelId="{3431DE10-3FE3-4940-8AE1-6319B3F2E6AC}">
      <dsp:nvSpPr>
        <dsp:cNvPr id="0" name=""/>
        <dsp:cNvSpPr/>
      </dsp:nvSpPr>
      <dsp:spPr>
        <a:xfrm rot="21095146">
          <a:off x="2335350" y="230203"/>
          <a:ext cx="129034" cy="158056"/>
        </a:xfrm>
        <a:prstGeom prst="rightArrow">
          <a:avLst>
            <a:gd name="adj1" fmla="val 60000"/>
            <a:gd name="adj2" fmla="val 50000"/>
          </a:avLst>
        </a:prstGeom>
        <a:noFill/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700" kern="1200">
            <a:latin typeface="Consolas" panose="020B0609020204030204" pitchFamily="49" charset="0"/>
          </a:endParaRPr>
        </a:p>
      </dsp:txBody>
      <dsp:txXfrm>
        <a:off x="2335558" y="264646"/>
        <a:ext cx="90324" cy="94834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0CEE48-9058-48EC-A7B5-F5E02AB79E7E}">
      <dsp:nvSpPr>
        <dsp:cNvPr id="0" name=""/>
        <dsp:cNvSpPr/>
      </dsp:nvSpPr>
      <dsp:spPr>
        <a:xfrm>
          <a:off x="1196693" y="13541"/>
          <a:ext cx="819374" cy="819374"/>
        </a:xfrm>
        <a:prstGeom prst="ellipse">
          <a:avLst/>
        </a:prstGeom>
        <a:solidFill>
          <a:srgbClr val="FFFF0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3600" b="1" kern="1200" dirty="0">
              <a:solidFill>
                <a:schemeClr val="tx1"/>
              </a:solidFill>
            </a:rPr>
            <a:t>0</a:t>
          </a:r>
        </a:p>
      </dsp:txBody>
      <dsp:txXfrm>
        <a:off x="1316688" y="133536"/>
        <a:ext cx="579384" cy="579384"/>
      </dsp:txXfrm>
    </dsp:sp>
    <dsp:sp modelId="{B450A715-FA4B-4EB0-92AC-2D625DFBCE0D}">
      <dsp:nvSpPr>
        <dsp:cNvPr id="0" name=""/>
        <dsp:cNvSpPr/>
      </dsp:nvSpPr>
      <dsp:spPr>
        <a:xfrm rot="2067994">
          <a:off x="1995345" y="621006"/>
          <a:ext cx="201195" cy="276538"/>
        </a:xfrm>
        <a:prstGeom prst="rightArrow">
          <a:avLst>
            <a:gd name="adj1" fmla="val 60000"/>
            <a:gd name="adj2" fmla="val 50000"/>
          </a:avLst>
        </a:prstGeom>
        <a:solidFill>
          <a:schemeClr val="tx1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1200" kern="1200"/>
        </a:p>
      </dsp:txBody>
      <dsp:txXfrm>
        <a:off x="2000643" y="659235"/>
        <a:ext cx="140837" cy="165922"/>
      </dsp:txXfrm>
    </dsp:sp>
    <dsp:sp modelId="{94F15D60-A6E8-448C-AB5D-AA4FE65A1EE0}">
      <dsp:nvSpPr>
        <dsp:cNvPr id="0" name=""/>
        <dsp:cNvSpPr/>
      </dsp:nvSpPr>
      <dsp:spPr>
        <a:xfrm>
          <a:off x="2185207" y="692080"/>
          <a:ext cx="819374" cy="819374"/>
        </a:xfrm>
        <a:prstGeom prst="ellipse">
          <a:avLst/>
        </a:prstGeom>
        <a:solidFill>
          <a:srgbClr val="FFFF0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3600" b="1" kern="1200" dirty="0">
              <a:solidFill>
                <a:schemeClr val="tx1"/>
              </a:solidFill>
            </a:rPr>
            <a:t>1</a:t>
          </a:r>
        </a:p>
      </dsp:txBody>
      <dsp:txXfrm>
        <a:off x="2305202" y="812075"/>
        <a:ext cx="579384" cy="579384"/>
      </dsp:txXfrm>
    </dsp:sp>
    <dsp:sp modelId="{B6E0A313-4639-426A-B195-1175A3144FF9}">
      <dsp:nvSpPr>
        <dsp:cNvPr id="0" name=""/>
        <dsp:cNvSpPr/>
      </dsp:nvSpPr>
      <dsp:spPr>
        <a:xfrm rot="6379967">
          <a:off x="2314575" y="1548102"/>
          <a:ext cx="218011" cy="276538"/>
        </a:xfrm>
        <a:prstGeom prst="rightArrow">
          <a:avLst>
            <a:gd name="adj1" fmla="val 60000"/>
            <a:gd name="adj2" fmla="val 50000"/>
          </a:avLst>
        </a:prstGeom>
        <a:solidFill>
          <a:schemeClr val="tx1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1200" kern="1200"/>
        </a:p>
      </dsp:txBody>
      <dsp:txXfrm rot="10800000">
        <a:off x="2356473" y="1572028"/>
        <a:ext cx="152608" cy="165922"/>
      </dsp:txXfrm>
    </dsp:sp>
    <dsp:sp modelId="{7F4E22F4-4541-4313-9429-8652381E2430}">
      <dsp:nvSpPr>
        <dsp:cNvPr id="0" name=""/>
        <dsp:cNvSpPr/>
      </dsp:nvSpPr>
      <dsp:spPr>
        <a:xfrm>
          <a:off x="1839110" y="1873130"/>
          <a:ext cx="819374" cy="819374"/>
        </a:xfrm>
        <a:prstGeom prst="ellipse">
          <a:avLst/>
        </a:prstGeom>
        <a:solidFill>
          <a:srgbClr val="FFFF0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3600" b="1" kern="1200" dirty="0">
              <a:solidFill>
                <a:schemeClr val="tx1"/>
              </a:solidFill>
            </a:rPr>
            <a:t>2</a:t>
          </a:r>
        </a:p>
      </dsp:txBody>
      <dsp:txXfrm>
        <a:off x="1959105" y="1993125"/>
        <a:ext cx="579384" cy="579384"/>
      </dsp:txXfrm>
    </dsp:sp>
    <dsp:sp modelId="{930C1C10-B7D9-4063-97DF-451520631F5C}">
      <dsp:nvSpPr>
        <dsp:cNvPr id="0" name=""/>
        <dsp:cNvSpPr/>
      </dsp:nvSpPr>
      <dsp:spPr>
        <a:xfrm rot="10738114">
          <a:off x="1531340" y="2155507"/>
          <a:ext cx="217560" cy="276538"/>
        </a:xfrm>
        <a:prstGeom prst="rightArrow">
          <a:avLst>
            <a:gd name="adj1" fmla="val 60000"/>
            <a:gd name="adj2" fmla="val 50000"/>
          </a:avLst>
        </a:prstGeom>
        <a:solidFill>
          <a:schemeClr val="tx1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1200" kern="1200"/>
        </a:p>
      </dsp:txBody>
      <dsp:txXfrm rot="10800000">
        <a:off x="1596603" y="2210228"/>
        <a:ext cx="152292" cy="165922"/>
      </dsp:txXfrm>
    </dsp:sp>
    <dsp:sp modelId="{4253F2A0-3C4D-41E0-8F8F-602B835DE00E}">
      <dsp:nvSpPr>
        <dsp:cNvPr id="0" name=""/>
        <dsp:cNvSpPr/>
      </dsp:nvSpPr>
      <dsp:spPr>
        <a:xfrm>
          <a:off x="609443" y="1895269"/>
          <a:ext cx="819374" cy="819374"/>
        </a:xfrm>
        <a:prstGeom prst="ellipse">
          <a:avLst/>
        </a:prstGeom>
        <a:solidFill>
          <a:srgbClr val="FFFF0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3600" b="1" kern="1200" dirty="0">
              <a:solidFill>
                <a:schemeClr val="tx1"/>
              </a:solidFill>
            </a:rPr>
            <a:t>3</a:t>
          </a:r>
        </a:p>
      </dsp:txBody>
      <dsp:txXfrm>
        <a:off x="729438" y="2015264"/>
        <a:ext cx="579384" cy="579384"/>
      </dsp:txXfrm>
    </dsp:sp>
    <dsp:sp modelId="{F8AF0E23-F4AB-4B22-93A2-64EDDCAF3E7E}">
      <dsp:nvSpPr>
        <dsp:cNvPr id="0" name=""/>
        <dsp:cNvSpPr/>
      </dsp:nvSpPr>
      <dsp:spPr>
        <a:xfrm rot="15033727">
          <a:off x="712623" y="1597827"/>
          <a:ext cx="211514" cy="276538"/>
        </a:xfrm>
        <a:prstGeom prst="rightArrow">
          <a:avLst>
            <a:gd name="adj1" fmla="val 60000"/>
            <a:gd name="adj2" fmla="val 50000"/>
          </a:avLst>
        </a:prstGeom>
        <a:solidFill>
          <a:schemeClr val="tx1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1200" kern="1200"/>
        </a:p>
      </dsp:txBody>
      <dsp:txXfrm rot="10800000">
        <a:off x="754908" y="1683054"/>
        <a:ext cx="148060" cy="165922"/>
      </dsp:txXfrm>
    </dsp:sp>
    <dsp:sp modelId="{5AC06EA3-1487-4878-8E60-73BC78C506B2}">
      <dsp:nvSpPr>
        <dsp:cNvPr id="0" name=""/>
        <dsp:cNvSpPr/>
      </dsp:nvSpPr>
      <dsp:spPr>
        <a:xfrm>
          <a:off x="203959" y="746259"/>
          <a:ext cx="819374" cy="819374"/>
        </a:xfrm>
        <a:prstGeom prst="ellipse">
          <a:avLst/>
        </a:prstGeom>
        <a:solidFill>
          <a:srgbClr val="FFFF0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3600" b="1" kern="1200">
              <a:solidFill>
                <a:schemeClr val="tx1"/>
              </a:solidFill>
            </a:rPr>
            <a:t>4</a:t>
          </a:r>
          <a:endParaRPr lang="cs-CZ" sz="3600" b="1" kern="1200" dirty="0">
            <a:solidFill>
              <a:schemeClr val="tx1"/>
            </a:solidFill>
          </a:endParaRPr>
        </a:p>
      </dsp:txBody>
      <dsp:txXfrm>
        <a:off x="323954" y="866254"/>
        <a:ext cx="579384" cy="579384"/>
      </dsp:txXfrm>
    </dsp:sp>
    <dsp:sp modelId="{461F6849-4FCE-49EE-9AB8-2EA110D7E1CF}">
      <dsp:nvSpPr>
        <dsp:cNvPr id="0" name=""/>
        <dsp:cNvSpPr/>
      </dsp:nvSpPr>
      <dsp:spPr>
        <a:xfrm rot="19414181">
          <a:off x="995173" y="655010"/>
          <a:ext cx="219674" cy="276538"/>
        </a:xfrm>
        <a:prstGeom prst="rightArrow">
          <a:avLst>
            <a:gd name="adj1" fmla="val 60000"/>
            <a:gd name="adj2" fmla="val 50000"/>
          </a:avLst>
        </a:prstGeom>
        <a:solidFill>
          <a:schemeClr val="tx1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1200" kern="1200"/>
        </a:p>
      </dsp:txBody>
      <dsp:txXfrm>
        <a:off x="1001612" y="729886"/>
        <a:ext cx="153772" cy="165922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0CEE48-9058-48EC-A7B5-F5E02AB79E7E}">
      <dsp:nvSpPr>
        <dsp:cNvPr id="0" name=""/>
        <dsp:cNvSpPr/>
      </dsp:nvSpPr>
      <dsp:spPr>
        <a:xfrm>
          <a:off x="1196693" y="13541"/>
          <a:ext cx="819374" cy="819374"/>
        </a:xfrm>
        <a:prstGeom prst="ellipse">
          <a:avLst/>
        </a:prstGeom>
        <a:solidFill>
          <a:srgbClr val="FFFF0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3600" b="1" kern="1200" dirty="0">
              <a:solidFill>
                <a:schemeClr val="tx1"/>
              </a:solidFill>
            </a:rPr>
            <a:t>0</a:t>
          </a:r>
        </a:p>
      </dsp:txBody>
      <dsp:txXfrm>
        <a:off x="1316688" y="133536"/>
        <a:ext cx="579384" cy="579384"/>
      </dsp:txXfrm>
    </dsp:sp>
    <dsp:sp modelId="{B450A715-FA4B-4EB0-92AC-2D625DFBCE0D}">
      <dsp:nvSpPr>
        <dsp:cNvPr id="0" name=""/>
        <dsp:cNvSpPr/>
      </dsp:nvSpPr>
      <dsp:spPr>
        <a:xfrm rot="12833670">
          <a:off x="1995345" y="621006"/>
          <a:ext cx="201195" cy="276538"/>
        </a:xfrm>
        <a:prstGeom prst="rightArrow">
          <a:avLst>
            <a:gd name="adj1" fmla="val 60000"/>
            <a:gd name="adj2" fmla="val 50000"/>
          </a:avLst>
        </a:prstGeom>
        <a:solidFill>
          <a:schemeClr val="tx1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1200" kern="1200"/>
        </a:p>
      </dsp:txBody>
      <dsp:txXfrm>
        <a:off x="2050575" y="693144"/>
        <a:ext cx="140837" cy="165922"/>
      </dsp:txXfrm>
    </dsp:sp>
    <dsp:sp modelId="{94F15D60-A6E8-448C-AB5D-AA4FE65A1EE0}">
      <dsp:nvSpPr>
        <dsp:cNvPr id="0" name=""/>
        <dsp:cNvSpPr/>
      </dsp:nvSpPr>
      <dsp:spPr>
        <a:xfrm>
          <a:off x="2185207" y="692080"/>
          <a:ext cx="819374" cy="819374"/>
        </a:xfrm>
        <a:prstGeom prst="ellipse">
          <a:avLst/>
        </a:prstGeom>
        <a:solidFill>
          <a:srgbClr val="FFFF0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3600" b="1" kern="1200" dirty="0">
              <a:solidFill>
                <a:schemeClr val="tx1"/>
              </a:solidFill>
            </a:rPr>
            <a:t>1</a:t>
          </a:r>
        </a:p>
      </dsp:txBody>
      <dsp:txXfrm>
        <a:off x="2305202" y="812075"/>
        <a:ext cx="579384" cy="579384"/>
      </dsp:txXfrm>
    </dsp:sp>
    <dsp:sp modelId="{B6E0A313-4639-426A-B195-1175A3144FF9}">
      <dsp:nvSpPr>
        <dsp:cNvPr id="0" name=""/>
        <dsp:cNvSpPr/>
      </dsp:nvSpPr>
      <dsp:spPr>
        <a:xfrm rot="17057908">
          <a:off x="2314575" y="1548102"/>
          <a:ext cx="218011" cy="276538"/>
        </a:xfrm>
        <a:prstGeom prst="rightArrow">
          <a:avLst>
            <a:gd name="adj1" fmla="val 60000"/>
            <a:gd name="adj2" fmla="val 50000"/>
          </a:avLst>
        </a:prstGeom>
        <a:solidFill>
          <a:schemeClr val="tx1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1200" kern="1200"/>
        </a:p>
      </dsp:txBody>
      <dsp:txXfrm rot="10800000">
        <a:off x="2339200" y="1635098"/>
        <a:ext cx="152608" cy="165922"/>
      </dsp:txXfrm>
    </dsp:sp>
    <dsp:sp modelId="{7F4E22F4-4541-4313-9429-8652381E2430}">
      <dsp:nvSpPr>
        <dsp:cNvPr id="0" name=""/>
        <dsp:cNvSpPr/>
      </dsp:nvSpPr>
      <dsp:spPr>
        <a:xfrm>
          <a:off x="1839110" y="1873130"/>
          <a:ext cx="819374" cy="819374"/>
        </a:xfrm>
        <a:prstGeom prst="ellipse">
          <a:avLst/>
        </a:prstGeom>
        <a:solidFill>
          <a:srgbClr val="FFFF0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3600" b="1" kern="1200" dirty="0">
              <a:solidFill>
                <a:schemeClr val="tx1"/>
              </a:solidFill>
            </a:rPr>
            <a:t>2</a:t>
          </a:r>
        </a:p>
      </dsp:txBody>
      <dsp:txXfrm>
        <a:off x="1959105" y="1993125"/>
        <a:ext cx="579384" cy="579384"/>
      </dsp:txXfrm>
    </dsp:sp>
    <dsp:sp modelId="{930C1C10-B7D9-4063-97DF-451520631F5C}">
      <dsp:nvSpPr>
        <dsp:cNvPr id="0" name=""/>
        <dsp:cNvSpPr/>
      </dsp:nvSpPr>
      <dsp:spPr>
        <a:xfrm rot="21600000">
          <a:off x="1531340" y="2155507"/>
          <a:ext cx="217560" cy="276538"/>
        </a:xfrm>
        <a:prstGeom prst="rightArrow">
          <a:avLst>
            <a:gd name="adj1" fmla="val 60000"/>
            <a:gd name="adj2" fmla="val 50000"/>
          </a:avLst>
        </a:prstGeom>
        <a:solidFill>
          <a:schemeClr val="tx1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1200" kern="1200"/>
        </a:p>
      </dsp:txBody>
      <dsp:txXfrm rot="-10800000">
        <a:off x="1531340" y="2210815"/>
        <a:ext cx="152292" cy="165922"/>
      </dsp:txXfrm>
    </dsp:sp>
    <dsp:sp modelId="{4253F2A0-3C4D-41E0-8F8F-602B835DE00E}">
      <dsp:nvSpPr>
        <dsp:cNvPr id="0" name=""/>
        <dsp:cNvSpPr/>
      </dsp:nvSpPr>
      <dsp:spPr>
        <a:xfrm>
          <a:off x="609443" y="1895269"/>
          <a:ext cx="819374" cy="819374"/>
        </a:xfrm>
        <a:prstGeom prst="ellipse">
          <a:avLst/>
        </a:prstGeom>
        <a:solidFill>
          <a:srgbClr val="FFFF0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3600" b="1" kern="1200" dirty="0">
              <a:solidFill>
                <a:schemeClr val="tx1"/>
              </a:solidFill>
            </a:rPr>
            <a:t>3</a:t>
          </a:r>
        </a:p>
      </dsp:txBody>
      <dsp:txXfrm>
        <a:off x="729438" y="2015264"/>
        <a:ext cx="579384" cy="579384"/>
      </dsp:txXfrm>
    </dsp:sp>
    <dsp:sp modelId="{F8AF0E23-F4AB-4B22-93A2-64EDDCAF3E7E}">
      <dsp:nvSpPr>
        <dsp:cNvPr id="0" name=""/>
        <dsp:cNvSpPr/>
      </dsp:nvSpPr>
      <dsp:spPr>
        <a:xfrm rot="4089192">
          <a:off x="712623" y="1597827"/>
          <a:ext cx="211514" cy="276538"/>
        </a:xfrm>
        <a:prstGeom prst="rightArrow">
          <a:avLst>
            <a:gd name="adj1" fmla="val 60000"/>
            <a:gd name="adj2" fmla="val 50000"/>
          </a:avLst>
        </a:prstGeom>
        <a:solidFill>
          <a:schemeClr val="tx1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1200" kern="1200"/>
        </a:p>
      </dsp:txBody>
      <dsp:txXfrm rot="10800000">
        <a:off x="732544" y="1623687"/>
        <a:ext cx="148060" cy="165922"/>
      </dsp:txXfrm>
    </dsp:sp>
    <dsp:sp modelId="{5AC06EA3-1487-4878-8E60-73BC78C506B2}">
      <dsp:nvSpPr>
        <dsp:cNvPr id="0" name=""/>
        <dsp:cNvSpPr/>
      </dsp:nvSpPr>
      <dsp:spPr>
        <a:xfrm>
          <a:off x="203959" y="746259"/>
          <a:ext cx="819374" cy="819374"/>
        </a:xfrm>
        <a:prstGeom prst="ellipse">
          <a:avLst/>
        </a:prstGeom>
        <a:solidFill>
          <a:srgbClr val="FFFF0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3600" b="1" kern="1200">
              <a:solidFill>
                <a:schemeClr val="tx1"/>
              </a:solidFill>
            </a:rPr>
            <a:t>4</a:t>
          </a:r>
          <a:endParaRPr lang="cs-CZ" sz="3600" b="1" kern="1200" dirty="0">
            <a:solidFill>
              <a:schemeClr val="tx1"/>
            </a:solidFill>
          </a:endParaRPr>
        </a:p>
      </dsp:txBody>
      <dsp:txXfrm>
        <a:off x="323954" y="866254"/>
        <a:ext cx="579384" cy="579384"/>
      </dsp:txXfrm>
    </dsp:sp>
    <dsp:sp modelId="{461F6849-4FCE-49EE-9AB8-2EA110D7E1CF}">
      <dsp:nvSpPr>
        <dsp:cNvPr id="0" name=""/>
        <dsp:cNvSpPr/>
      </dsp:nvSpPr>
      <dsp:spPr>
        <a:xfrm rot="9012051">
          <a:off x="995173" y="655010"/>
          <a:ext cx="219674" cy="276538"/>
        </a:xfrm>
        <a:prstGeom prst="rightArrow">
          <a:avLst>
            <a:gd name="adj1" fmla="val 60000"/>
            <a:gd name="adj2" fmla="val 50000"/>
          </a:avLst>
        </a:prstGeom>
        <a:solidFill>
          <a:schemeClr val="tx1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1200" kern="1200"/>
        </a:p>
      </dsp:txBody>
      <dsp:txXfrm>
        <a:off x="1056718" y="693943"/>
        <a:ext cx="153772" cy="16592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6667" cy="49681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0054" tIns="45028" rIns="90054" bIns="45028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cs-CZ" dirty="0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2600" y="1"/>
            <a:ext cx="2946666" cy="49681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0054" tIns="45028" rIns="90054" bIns="45028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cs-CZ" dirty="0"/>
          </a:p>
        </p:txBody>
      </p:sp>
      <p:sp>
        <p:nvSpPr>
          <p:cNvPr id="307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3003"/>
            <a:ext cx="2946667" cy="4968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0054" tIns="45028" rIns="90054" bIns="45028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cs-CZ" dirty="0"/>
          </a:p>
        </p:txBody>
      </p:sp>
      <p:sp>
        <p:nvSpPr>
          <p:cNvPr id="307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2600" y="9433003"/>
            <a:ext cx="2946666" cy="4968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0054" tIns="45028" rIns="90054" bIns="45028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fld id="{D9C3BD88-AB8F-4DD0-940F-0691A005B5C0}" type="slidenum">
              <a:rPr lang="cs-CZ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9227961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2"/>
            <a:ext cx="2919457" cy="4600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54" tIns="45028" rIns="90054" bIns="45028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cs-CZ" dirty="0"/>
          </a:p>
        </p:txBody>
      </p:sp>
      <p:sp>
        <p:nvSpPr>
          <p:cNvPr id="1740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1394" y="2"/>
            <a:ext cx="2919457" cy="4600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54" tIns="45028" rIns="90054" bIns="45028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cs-CZ" dirty="0"/>
          </a:p>
        </p:txBody>
      </p:sp>
      <p:sp>
        <p:nvSpPr>
          <p:cNvPr id="1740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5200" y="766763"/>
            <a:ext cx="4906963" cy="36814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740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1933" y="4754043"/>
            <a:ext cx="4993810" cy="4447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54" tIns="45028" rIns="90054" bIns="4502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1740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431408"/>
            <a:ext cx="2919457" cy="4600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54" tIns="45028" rIns="90054" bIns="45028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cs-CZ" dirty="0"/>
          </a:p>
        </p:txBody>
      </p:sp>
      <p:sp>
        <p:nvSpPr>
          <p:cNvPr id="1740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1394" y="9431408"/>
            <a:ext cx="2919457" cy="4600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54" tIns="45028" rIns="90054" bIns="45028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fld id="{C02B8BDB-81C6-494F-8B22-C88AD200B1A5}" type="slidenum">
              <a:rPr lang="cs-CZ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2200326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EEAFF5-42F6-48E8-8B2A-FBA7A2EC0999}" type="slidenum">
              <a:rPr lang="cs-CZ" smtClean="0"/>
              <a:pPr/>
              <a:t>1</a:t>
            </a:fld>
            <a:endParaRPr lang="cs-CZ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47E2342-14F7-425B-93D2-D06753AC8677}" type="slidenum">
              <a:rPr lang="cs-CZ"/>
              <a:pPr/>
              <a:t>2</a:t>
            </a:fld>
            <a:endParaRPr lang="cs-CZ"/>
          </a:p>
        </p:txBody>
      </p:sp>
      <p:sp>
        <p:nvSpPr>
          <p:cNvPr id="273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3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0F6ACE72-45B9-46EB-9812-BE6DEFC3F096}" type="slidenum">
              <a:rPr lang="cs-CZ">
                <a:solidFill>
                  <a:prstClr val="black"/>
                </a:solidFill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cs-CZ" dirty="0">
              <a:solidFill>
                <a:prstClr val="black"/>
              </a:solidFill>
            </a:endParaRPr>
          </a:p>
        </p:txBody>
      </p:sp>
      <p:sp>
        <p:nvSpPr>
          <p:cNvPr id="274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4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B415192-1EC6-44ED-96DF-1592854C7C07}" type="slidenum">
              <a:rPr lang="cs-CZ"/>
              <a:pPr/>
              <a:t>4</a:t>
            </a:fld>
            <a:endParaRPr lang="cs-CZ"/>
          </a:p>
        </p:txBody>
      </p:sp>
      <p:sp>
        <p:nvSpPr>
          <p:cNvPr id="200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0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DB91C7E-1F9C-43FE-8A52-B34C2D03A2AC}" type="slidenum">
              <a:rPr lang="cs-CZ"/>
              <a:pPr/>
              <a:t>5</a:t>
            </a:fld>
            <a:endParaRPr lang="cs-CZ"/>
          </a:p>
        </p:txBody>
      </p:sp>
      <p:sp>
        <p:nvSpPr>
          <p:cNvPr id="275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5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B9527F9-336E-460A-A2F0-3C043A77F706}" type="slidenum">
              <a:rPr lang="cs-CZ"/>
              <a:pPr/>
              <a:t>6</a:t>
            </a:fld>
            <a:endParaRPr lang="cs-CZ"/>
          </a:p>
        </p:txBody>
      </p:sp>
      <p:sp>
        <p:nvSpPr>
          <p:cNvPr id="289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9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8C484D4-F850-46A6-AA8E-03301FC79A3A}" type="slidenum">
              <a:rPr lang="cs-CZ"/>
              <a:pPr/>
              <a:t>7</a:t>
            </a:fld>
            <a:endParaRPr lang="cs-CZ"/>
          </a:p>
        </p:txBody>
      </p:sp>
      <p:sp>
        <p:nvSpPr>
          <p:cNvPr id="291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1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8C484D4-F850-46A6-AA8E-03301FC79A3A}" type="slidenum">
              <a:rPr lang="cs-CZ"/>
              <a:pPr/>
              <a:t>8</a:t>
            </a:fld>
            <a:endParaRPr lang="cs-CZ"/>
          </a:p>
        </p:txBody>
      </p:sp>
      <p:sp>
        <p:nvSpPr>
          <p:cNvPr id="291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1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EC17E76-7526-4033-AA79-0CFAE4C35CD5}" type="slidenum">
              <a:rPr lang="cs-CZ"/>
              <a:pPr/>
              <a:t>9</a:t>
            </a:fld>
            <a:endParaRPr lang="cs-CZ"/>
          </a:p>
        </p:txBody>
      </p:sp>
      <p:sp>
        <p:nvSpPr>
          <p:cNvPr id="332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2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EC17E76-7526-4033-AA79-0CFAE4C35CD5}" type="slidenum">
              <a:rPr lang="cs-CZ"/>
              <a:pPr/>
              <a:t>10</a:t>
            </a:fld>
            <a:endParaRPr lang="cs-CZ"/>
          </a:p>
        </p:txBody>
      </p:sp>
      <p:sp>
        <p:nvSpPr>
          <p:cNvPr id="332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2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EC17E76-7526-4033-AA79-0CFAE4C35CD5}" type="slidenum">
              <a:rPr lang="cs-CZ"/>
              <a:pPr/>
              <a:t>11</a:t>
            </a:fld>
            <a:endParaRPr lang="cs-CZ"/>
          </a:p>
        </p:txBody>
      </p:sp>
      <p:sp>
        <p:nvSpPr>
          <p:cNvPr id="332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2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EC17E76-7526-4033-AA79-0CFAE4C35CD5}" type="slidenum">
              <a:rPr lang="cs-CZ"/>
              <a:pPr/>
              <a:t>12</a:t>
            </a:fld>
            <a:endParaRPr lang="cs-CZ"/>
          </a:p>
        </p:txBody>
      </p:sp>
      <p:sp>
        <p:nvSpPr>
          <p:cNvPr id="332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2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D68F8A5-EE33-47AA-BDFA-185B7187FD77}" type="slidenum">
              <a:rPr lang="cs-CZ"/>
              <a:pPr/>
              <a:t>13</a:t>
            </a:fld>
            <a:endParaRPr lang="cs-CZ"/>
          </a:p>
        </p:txBody>
      </p:sp>
      <p:sp>
        <p:nvSpPr>
          <p:cNvPr id="335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5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EC17E76-7526-4033-AA79-0CFAE4C35CD5}" type="slidenum">
              <a:rPr lang="cs-CZ"/>
              <a:pPr/>
              <a:t>14</a:t>
            </a:fld>
            <a:endParaRPr lang="cs-CZ"/>
          </a:p>
        </p:txBody>
      </p:sp>
      <p:sp>
        <p:nvSpPr>
          <p:cNvPr id="332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2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EC17E76-7526-4033-AA79-0CFAE4C35CD5}" type="slidenum">
              <a:rPr lang="cs-CZ"/>
              <a:pPr/>
              <a:t>15</a:t>
            </a:fld>
            <a:endParaRPr lang="cs-CZ"/>
          </a:p>
        </p:txBody>
      </p:sp>
      <p:sp>
        <p:nvSpPr>
          <p:cNvPr id="332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2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EC17E76-7526-4033-AA79-0CFAE4C35CD5}" type="slidenum">
              <a:rPr lang="cs-CZ"/>
              <a:pPr/>
              <a:t>16</a:t>
            </a:fld>
            <a:endParaRPr lang="cs-CZ"/>
          </a:p>
        </p:txBody>
      </p:sp>
      <p:sp>
        <p:nvSpPr>
          <p:cNvPr id="332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2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12D9044-9A91-4F94-AC7C-C94B9B900160}" type="slidenum">
              <a:rPr lang="cs-CZ"/>
              <a:pPr/>
              <a:t>17</a:t>
            </a:fld>
            <a:endParaRPr lang="cs-CZ"/>
          </a:p>
        </p:txBody>
      </p:sp>
      <p:sp>
        <p:nvSpPr>
          <p:cNvPr id="334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4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D68F8A5-EE33-47AA-BDFA-185B7187FD77}" type="slidenum">
              <a:rPr lang="cs-CZ"/>
              <a:pPr/>
              <a:t>18</a:t>
            </a:fld>
            <a:endParaRPr lang="cs-CZ"/>
          </a:p>
        </p:txBody>
      </p:sp>
      <p:sp>
        <p:nvSpPr>
          <p:cNvPr id="335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5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Předělat na 3 </a:t>
            </a:r>
            <a:r>
              <a:rPr lang="cs-CZ"/>
              <a:t>bitový čítač</a:t>
            </a:r>
            <a:endParaRPr lang="cs-CZ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42FF2D5-6BE6-420E-B810-13F2D97D34E0}" type="slidenum">
              <a:rPr lang="cs-CZ"/>
              <a:pPr/>
              <a:t>19</a:t>
            </a:fld>
            <a:endParaRPr lang="cs-CZ"/>
          </a:p>
        </p:txBody>
      </p:sp>
      <p:sp>
        <p:nvSpPr>
          <p:cNvPr id="336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6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D68F8A5-EE33-47AA-BDFA-185B7187FD77}" type="slidenum">
              <a:rPr lang="cs-CZ"/>
              <a:pPr/>
              <a:t>20</a:t>
            </a:fld>
            <a:endParaRPr lang="cs-CZ"/>
          </a:p>
        </p:txBody>
      </p:sp>
      <p:sp>
        <p:nvSpPr>
          <p:cNvPr id="335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5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D68F8A5-EE33-47AA-BDFA-185B7187FD77}" type="slidenum">
              <a:rPr lang="cs-CZ"/>
              <a:pPr/>
              <a:t>21</a:t>
            </a:fld>
            <a:endParaRPr lang="cs-CZ"/>
          </a:p>
        </p:txBody>
      </p:sp>
      <p:sp>
        <p:nvSpPr>
          <p:cNvPr id="335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5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42FF2D5-6BE6-420E-B810-13F2D97D34E0}" type="slidenum">
              <a:rPr lang="cs-CZ"/>
              <a:pPr/>
              <a:t>22</a:t>
            </a:fld>
            <a:endParaRPr lang="cs-CZ"/>
          </a:p>
        </p:txBody>
      </p:sp>
      <p:sp>
        <p:nvSpPr>
          <p:cNvPr id="336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6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D68F8A5-EE33-47AA-BDFA-185B7187FD77}" type="slidenum">
              <a:rPr lang="cs-CZ"/>
              <a:pPr/>
              <a:t>23</a:t>
            </a:fld>
            <a:endParaRPr lang="cs-CZ"/>
          </a:p>
        </p:txBody>
      </p:sp>
      <p:sp>
        <p:nvSpPr>
          <p:cNvPr id="335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5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80C7D93-059D-431E-A332-752043169B1F}" type="slidenum">
              <a:rPr lang="cs-CZ"/>
              <a:pPr/>
              <a:t>24</a:t>
            </a:fld>
            <a:endParaRPr lang="cs-CZ"/>
          </a:p>
        </p:txBody>
      </p:sp>
      <p:sp>
        <p:nvSpPr>
          <p:cNvPr id="339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9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07460795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80C7D93-059D-431E-A332-752043169B1F}" type="slidenum">
              <a:rPr lang="cs-CZ"/>
              <a:pPr/>
              <a:t>25</a:t>
            </a:fld>
            <a:endParaRPr lang="cs-CZ"/>
          </a:p>
        </p:txBody>
      </p:sp>
      <p:sp>
        <p:nvSpPr>
          <p:cNvPr id="339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9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65342752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80C7D93-059D-431E-A332-752043169B1F}" type="slidenum">
              <a:rPr lang="cs-CZ"/>
              <a:pPr/>
              <a:t>26</a:t>
            </a:fld>
            <a:endParaRPr lang="cs-CZ"/>
          </a:p>
        </p:txBody>
      </p:sp>
      <p:sp>
        <p:nvSpPr>
          <p:cNvPr id="339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9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52450693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80C7D93-059D-431E-A332-752043169B1F}" type="slidenum">
              <a:rPr lang="cs-CZ"/>
              <a:pPr/>
              <a:t>27</a:t>
            </a:fld>
            <a:endParaRPr lang="cs-CZ"/>
          </a:p>
        </p:txBody>
      </p:sp>
      <p:sp>
        <p:nvSpPr>
          <p:cNvPr id="339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9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39145422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80C7D93-059D-431E-A332-752043169B1F}" type="slidenum">
              <a:rPr lang="cs-CZ"/>
              <a:pPr/>
              <a:t>28</a:t>
            </a:fld>
            <a:endParaRPr lang="cs-CZ"/>
          </a:p>
        </p:txBody>
      </p:sp>
      <p:sp>
        <p:nvSpPr>
          <p:cNvPr id="339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9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02567852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80C7D93-059D-431E-A332-752043169B1F}" type="slidenum">
              <a:rPr lang="cs-CZ"/>
              <a:pPr/>
              <a:t>29</a:t>
            </a:fld>
            <a:endParaRPr lang="cs-CZ"/>
          </a:p>
        </p:txBody>
      </p:sp>
      <p:sp>
        <p:nvSpPr>
          <p:cNvPr id="339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9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62737078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9192348-C100-4BB0-9385-B216B648978F}" type="slidenum">
              <a:rPr lang="cs-CZ"/>
              <a:pPr/>
              <a:t>30</a:t>
            </a:fld>
            <a:endParaRPr lang="cs-CZ"/>
          </a:p>
        </p:txBody>
      </p:sp>
      <p:sp>
        <p:nvSpPr>
          <p:cNvPr id="340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0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80C7D93-059D-431E-A332-752043169B1F}" type="slidenum">
              <a:rPr lang="cs-CZ"/>
              <a:pPr/>
              <a:t>31</a:t>
            </a:fld>
            <a:endParaRPr lang="cs-CZ"/>
          </a:p>
        </p:txBody>
      </p:sp>
      <p:sp>
        <p:nvSpPr>
          <p:cNvPr id="339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9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D68F8A5-EE33-47AA-BDFA-185B7187FD77}" type="slidenum">
              <a:rPr lang="cs-CZ"/>
              <a:pPr/>
              <a:t>32</a:t>
            </a:fld>
            <a:endParaRPr lang="cs-CZ"/>
          </a:p>
        </p:txBody>
      </p:sp>
      <p:sp>
        <p:nvSpPr>
          <p:cNvPr id="335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5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175F9B7-2F8E-41DA-B5D5-87EF14E5D489}" type="slidenum">
              <a:rPr lang="cs-CZ"/>
              <a:pPr/>
              <a:t>33</a:t>
            </a:fld>
            <a:endParaRPr lang="cs-CZ"/>
          </a:p>
        </p:txBody>
      </p:sp>
      <p:sp>
        <p:nvSpPr>
          <p:cNvPr id="342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2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175F9B7-2F8E-41DA-B5D5-87EF14E5D489}" type="slidenum">
              <a:rPr lang="cs-CZ"/>
              <a:pPr/>
              <a:t>34</a:t>
            </a:fld>
            <a:endParaRPr lang="cs-CZ"/>
          </a:p>
        </p:txBody>
      </p:sp>
      <p:sp>
        <p:nvSpPr>
          <p:cNvPr id="342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2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CB375-0293-501A-A6EA-0562244AA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B7BA2846-3DE6-2214-B309-B7E78590C1F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F29F93E-7EB9-48AC-A655-D81E24A1BB89}" type="slidenum">
              <a:rPr lang="cs-CZ"/>
              <a:pPr/>
              <a:t>35</a:t>
            </a:fld>
            <a:endParaRPr lang="cs-CZ"/>
          </a:p>
        </p:txBody>
      </p:sp>
      <p:sp>
        <p:nvSpPr>
          <p:cNvPr id="343042" name="Rectangle 2">
            <a:extLst>
              <a:ext uri="{FF2B5EF4-FFF2-40B4-BE49-F238E27FC236}">
                <a16:creationId xmlns:a16="http://schemas.microsoft.com/office/drawing/2014/main" id="{4CC43233-6C9B-AF4C-3AE0-F706B95199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3043" name="Rectangle 3">
            <a:extLst>
              <a:ext uri="{FF2B5EF4-FFF2-40B4-BE49-F238E27FC236}">
                <a16:creationId xmlns:a16="http://schemas.microsoft.com/office/drawing/2014/main" id="{A0735810-B5E1-BDB7-C125-C9F7A3D8C3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90056701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89FCCF3-85FA-4A6C-AF2B-B738DC59194F}" type="slidenum">
              <a:rPr lang="cs-CZ"/>
              <a:pPr/>
              <a:t>36</a:t>
            </a:fld>
            <a:endParaRPr lang="cs-CZ"/>
          </a:p>
        </p:txBody>
      </p:sp>
      <p:sp>
        <p:nvSpPr>
          <p:cNvPr id="345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5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F29F93E-7EB9-48AC-A655-D81E24A1BB89}" type="slidenum">
              <a:rPr lang="cs-CZ"/>
              <a:pPr/>
              <a:t>37</a:t>
            </a:fld>
            <a:endParaRPr lang="cs-CZ"/>
          </a:p>
        </p:txBody>
      </p:sp>
      <p:sp>
        <p:nvSpPr>
          <p:cNvPr id="343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3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9C60332-A93E-4480-8BE4-892E741D9552}" type="slidenum">
              <a:rPr lang="cs-CZ"/>
              <a:pPr/>
              <a:t>38</a:t>
            </a:fld>
            <a:endParaRPr lang="cs-CZ"/>
          </a:p>
        </p:txBody>
      </p:sp>
      <p:sp>
        <p:nvSpPr>
          <p:cNvPr id="344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4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9AF5282-79F3-411A-83E5-B1DB3357C66B}" type="slidenum">
              <a:rPr lang="cs-CZ"/>
              <a:pPr/>
              <a:t>39</a:t>
            </a:fld>
            <a:endParaRPr lang="cs-CZ"/>
          </a:p>
        </p:txBody>
      </p:sp>
      <p:sp>
        <p:nvSpPr>
          <p:cNvPr id="346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6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9AF5282-79F3-411A-83E5-B1DB3357C66B}" type="slidenum">
              <a:rPr lang="cs-CZ"/>
              <a:pPr/>
              <a:t>40</a:t>
            </a:fld>
            <a:endParaRPr lang="cs-CZ"/>
          </a:p>
        </p:txBody>
      </p:sp>
      <p:sp>
        <p:nvSpPr>
          <p:cNvPr id="346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6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AAFEE11-1C1D-4BE8-BEEE-8E5BBC425F50}" type="slidenum">
              <a:rPr lang="cs-CZ"/>
              <a:pPr/>
              <a:t>41</a:t>
            </a:fld>
            <a:endParaRPr lang="cs-CZ"/>
          </a:p>
        </p:txBody>
      </p:sp>
      <p:sp>
        <p:nvSpPr>
          <p:cNvPr id="347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7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F84A89F-EE35-4BE9-B464-08E7D53EF1DE}" type="slidenum">
              <a:rPr lang="cs-CZ"/>
              <a:pPr/>
              <a:t>42</a:t>
            </a:fld>
            <a:endParaRPr lang="cs-CZ"/>
          </a:p>
        </p:txBody>
      </p:sp>
      <p:sp>
        <p:nvSpPr>
          <p:cNvPr id="280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0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9E3FC4E-6FCD-40BD-A62C-4DEA580B026D}" type="slidenum">
              <a:rPr lang="cs-CZ"/>
              <a:pPr/>
              <a:t>43</a:t>
            </a:fld>
            <a:endParaRPr lang="cs-CZ"/>
          </a:p>
        </p:txBody>
      </p:sp>
      <p:sp>
        <p:nvSpPr>
          <p:cNvPr id="353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3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A2834BC-D167-4020-99AD-C284BF8A4C68}" type="slidenum">
              <a:rPr lang="cs-CZ"/>
              <a:pPr/>
              <a:t>44</a:t>
            </a:fld>
            <a:endParaRPr lang="cs-CZ"/>
          </a:p>
        </p:txBody>
      </p:sp>
      <p:sp>
        <p:nvSpPr>
          <p:cNvPr id="354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4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7B8A587-E8A5-4258-8037-712E41DB74FC}" type="slidenum">
              <a:rPr lang="cs-CZ"/>
              <a:pPr/>
              <a:t>45</a:t>
            </a:fld>
            <a:endParaRPr lang="cs-CZ"/>
          </a:p>
        </p:txBody>
      </p:sp>
      <p:sp>
        <p:nvSpPr>
          <p:cNvPr id="355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5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E063C0D-AD31-4DEE-9749-463D30A269CC}" type="slidenum">
              <a:rPr lang="cs-CZ"/>
              <a:pPr/>
              <a:t>46</a:t>
            </a:fld>
            <a:endParaRPr lang="cs-CZ"/>
          </a:p>
        </p:txBody>
      </p:sp>
      <p:sp>
        <p:nvSpPr>
          <p:cNvPr id="356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6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C90501A-26F8-4DDF-A9D9-127AB85EED9F}" type="slidenum">
              <a:rPr lang="cs-CZ"/>
              <a:pPr/>
              <a:t>47</a:t>
            </a:fld>
            <a:endParaRPr lang="cs-CZ"/>
          </a:p>
        </p:txBody>
      </p:sp>
      <p:sp>
        <p:nvSpPr>
          <p:cNvPr id="352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2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9AF5282-79F3-411A-83E5-B1DB3357C66B}" type="slidenum">
              <a:rPr lang="cs-CZ"/>
              <a:pPr/>
              <a:t>48</a:t>
            </a:fld>
            <a:endParaRPr lang="cs-CZ"/>
          </a:p>
        </p:txBody>
      </p:sp>
      <p:sp>
        <p:nvSpPr>
          <p:cNvPr id="346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6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9AF5282-79F3-411A-83E5-B1DB3357C66B}" type="slidenum">
              <a:rPr lang="cs-CZ"/>
              <a:pPr/>
              <a:t>49</a:t>
            </a:fld>
            <a:endParaRPr lang="cs-CZ"/>
          </a:p>
        </p:txBody>
      </p:sp>
      <p:sp>
        <p:nvSpPr>
          <p:cNvPr id="346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6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9AF5282-79F3-411A-83E5-B1DB3357C66B}" type="slidenum">
              <a:rPr lang="cs-CZ"/>
              <a:pPr/>
              <a:t>50</a:t>
            </a:fld>
            <a:endParaRPr lang="cs-CZ"/>
          </a:p>
        </p:txBody>
      </p:sp>
      <p:sp>
        <p:nvSpPr>
          <p:cNvPr id="346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6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4696038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9AF5282-79F3-411A-83E5-B1DB3357C66B}" type="slidenum">
              <a:rPr lang="cs-CZ"/>
              <a:pPr/>
              <a:t>51</a:t>
            </a:fld>
            <a:endParaRPr lang="cs-CZ"/>
          </a:p>
        </p:txBody>
      </p:sp>
      <p:sp>
        <p:nvSpPr>
          <p:cNvPr id="346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6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1996721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9AF5282-79F3-411A-83E5-B1DB3357C66B}" type="slidenum">
              <a:rPr lang="cs-CZ"/>
              <a:pPr/>
              <a:t>52</a:t>
            </a:fld>
            <a:endParaRPr lang="cs-CZ"/>
          </a:p>
        </p:txBody>
      </p:sp>
      <p:sp>
        <p:nvSpPr>
          <p:cNvPr id="346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6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58BF7-FED9-8045-D000-BD03BC76F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6BD11BC0-BE4B-034A-DE5F-AAA0F4E31AD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9AF5282-79F3-411A-83E5-B1DB3357C66B}" type="slidenum">
              <a:rPr lang="cs-CZ"/>
              <a:pPr/>
              <a:t>53</a:t>
            </a:fld>
            <a:endParaRPr lang="cs-CZ"/>
          </a:p>
        </p:txBody>
      </p:sp>
      <p:sp>
        <p:nvSpPr>
          <p:cNvPr id="346114" name="Rectangle 2">
            <a:extLst>
              <a:ext uri="{FF2B5EF4-FFF2-40B4-BE49-F238E27FC236}">
                <a16:creationId xmlns:a16="http://schemas.microsoft.com/office/drawing/2014/main" id="{C0D88090-A96C-FC38-0B96-5284CD2D6D7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6115" name="Rectangle 3">
            <a:extLst>
              <a:ext uri="{FF2B5EF4-FFF2-40B4-BE49-F238E27FC236}">
                <a16:creationId xmlns:a16="http://schemas.microsoft.com/office/drawing/2014/main" id="{F7267978-9A63-A1F2-4E17-A806BD062E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37607983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74F74-8E9F-4E87-3688-1EAE09A50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768B048B-321A-51F7-B5C4-07E76A82E40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9AF5282-79F3-411A-83E5-B1DB3357C66B}" type="slidenum">
              <a:rPr lang="cs-CZ"/>
              <a:pPr/>
              <a:t>54</a:t>
            </a:fld>
            <a:endParaRPr lang="cs-CZ"/>
          </a:p>
        </p:txBody>
      </p:sp>
      <p:sp>
        <p:nvSpPr>
          <p:cNvPr id="346114" name="Rectangle 2">
            <a:extLst>
              <a:ext uri="{FF2B5EF4-FFF2-40B4-BE49-F238E27FC236}">
                <a16:creationId xmlns:a16="http://schemas.microsoft.com/office/drawing/2014/main" id="{28B207B6-54BD-5B30-F490-1F3DA77A33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6115" name="Rectangle 3">
            <a:extLst>
              <a:ext uri="{FF2B5EF4-FFF2-40B4-BE49-F238E27FC236}">
                <a16:creationId xmlns:a16="http://schemas.microsoft.com/office/drawing/2014/main" id="{7376BF67-299E-F6EC-00FA-0745C28643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5867256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9AF5282-79F3-411A-83E5-B1DB3357C66B}" type="slidenum">
              <a:rPr lang="cs-CZ"/>
              <a:pPr/>
              <a:t>55</a:t>
            </a:fld>
            <a:endParaRPr lang="cs-CZ"/>
          </a:p>
        </p:txBody>
      </p:sp>
      <p:sp>
        <p:nvSpPr>
          <p:cNvPr id="346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6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9AF5282-79F3-411A-83E5-B1DB3357C66B}" type="slidenum">
              <a:rPr lang="cs-CZ"/>
              <a:pPr/>
              <a:t>56</a:t>
            </a:fld>
            <a:endParaRPr lang="cs-CZ"/>
          </a:p>
        </p:txBody>
      </p:sp>
      <p:sp>
        <p:nvSpPr>
          <p:cNvPr id="346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6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88611734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9AF5282-79F3-411A-83E5-B1DB3357C66B}" type="slidenum">
              <a:rPr lang="cs-CZ"/>
              <a:pPr/>
              <a:t>57</a:t>
            </a:fld>
            <a:endParaRPr lang="cs-CZ"/>
          </a:p>
        </p:txBody>
      </p:sp>
      <p:sp>
        <p:nvSpPr>
          <p:cNvPr id="346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6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62762049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9AF5282-79F3-411A-83E5-B1DB3357C66B}" type="slidenum">
              <a:rPr lang="cs-CZ"/>
              <a:pPr/>
              <a:t>58</a:t>
            </a:fld>
            <a:endParaRPr lang="cs-CZ"/>
          </a:p>
        </p:txBody>
      </p:sp>
      <p:sp>
        <p:nvSpPr>
          <p:cNvPr id="346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6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6039677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9AF5282-79F3-411A-83E5-B1DB3357C66B}" type="slidenum">
              <a:rPr lang="cs-CZ"/>
              <a:pPr/>
              <a:t>59</a:t>
            </a:fld>
            <a:endParaRPr lang="cs-CZ"/>
          </a:p>
        </p:txBody>
      </p:sp>
      <p:sp>
        <p:nvSpPr>
          <p:cNvPr id="346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6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37573207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9AF5282-79F3-411A-83E5-B1DB3357C66B}" type="slidenum">
              <a:rPr lang="cs-CZ"/>
              <a:pPr/>
              <a:t>60</a:t>
            </a:fld>
            <a:endParaRPr lang="cs-CZ"/>
          </a:p>
        </p:txBody>
      </p:sp>
      <p:sp>
        <p:nvSpPr>
          <p:cNvPr id="346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6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21668557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9AF5282-79F3-411A-83E5-B1DB3357C66B}" type="slidenum">
              <a:rPr lang="cs-CZ"/>
              <a:pPr/>
              <a:t>61</a:t>
            </a:fld>
            <a:endParaRPr lang="cs-CZ"/>
          </a:p>
        </p:txBody>
      </p:sp>
      <p:sp>
        <p:nvSpPr>
          <p:cNvPr id="346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6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7996458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9AF5282-79F3-411A-83E5-B1DB3357C66B}" type="slidenum">
              <a:rPr lang="cs-CZ"/>
              <a:pPr/>
              <a:t>62</a:t>
            </a:fld>
            <a:endParaRPr lang="cs-CZ"/>
          </a:p>
        </p:txBody>
      </p:sp>
      <p:sp>
        <p:nvSpPr>
          <p:cNvPr id="346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6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04095178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9AF5282-79F3-411A-83E5-B1DB3357C66B}" type="slidenum">
              <a:rPr lang="cs-CZ"/>
              <a:pPr/>
              <a:t>63</a:t>
            </a:fld>
            <a:endParaRPr lang="cs-CZ"/>
          </a:p>
        </p:txBody>
      </p:sp>
      <p:sp>
        <p:nvSpPr>
          <p:cNvPr id="346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6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9425364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9AF5282-79F3-411A-83E5-B1DB3357C66B}" type="slidenum">
              <a:rPr lang="cs-CZ"/>
              <a:pPr/>
              <a:t>64</a:t>
            </a:fld>
            <a:endParaRPr lang="cs-CZ"/>
          </a:p>
        </p:txBody>
      </p:sp>
      <p:sp>
        <p:nvSpPr>
          <p:cNvPr id="346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6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82035476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9AF5282-79F3-411A-83E5-B1DB3357C66B}" type="slidenum">
              <a:rPr lang="cs-CZ"/>
              <a:pPr/>
              <a:t>65</a:t>
            </a:fld>
            <a:endParaRPr lang="cs-CZ"/>
          </a:p>
        </p:txBody>
      </p:sp>
      <p:sp>
        <p:nvSpPr>
          <p:cNvPr id="346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6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60532970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3368A7A-7986-4FE9-A040-F353B4C2C9B7}" type="slidenum">
              <a:rPr lang="cs-CZ"/>
              <a:pPr/>
              <a:t>66</a:t>
            </a:fld>
            <a:endParaRPr lang="cs-CZ"/>
          </a:p>
        </p:txBody>
      </p:sp>
      <p:sp>
        <p:nvSpPr>
          <p:cNvPr id="201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1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72155743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3368A7A-7986-4FE9-A040-F353B4C2C9B7}" type="slidenum">
              <a:rPr lang="cs-CZ"/>
              <a:pPr/>
              <a:t>67</a:t>
            </a:fld>
            <a:endParaRPr lang="cs-CZ"/>
          </a:p>
        </p:txBody>
      </p:sp>
      <p:sp>
        <p:nvSpPr>
          <p:cNvPr id="201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1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5530561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3368A7A-7986-4FE9-A040-F353B4C2C9B7}" type="slidenum">
              <a:rPr lang="cs-CZ"/>
              <a:pPr/>
              <a:t>68</a:t>
            </a:fld>
            <a:endParaRPr lang="cs-CZ"/>
          </a:p>
        </p:txBody>
      </p:sp>
      <p:sp>
        <p:nvSpPr>
          <p:cNvPr id="201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1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9785491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3368A7A-7986-4FE9-A040-F353B4C2C9B7}" type="slidenum">
              <a:rPr lang="cs-CZ"/>
              <a:pPr/>
              <a:t>69</a:t>
            </a:fld>
            <a:endParaRPr lang="cs-CZ"/>
          </a:p>
        </p:txBody>
      </p:sp>
      <p:sp>
        <p:nvSpPr>
          <p:cNvPr id="201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1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28257558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3368A7A-7986-4FE9-A040-F353B4C2C9B7}" type="slidenum">
              <a:rPr lang="cs-CZ"/>
              <a:pPr/>
              <a:t>70</a:t>
            </a:fld>
            <a:endParaRPr lang="cs-CZ"/>
          </a:p>
        </p:txBody>
      </p:sp>
      <p:sp>
        <p:nvSpPr>
          <p:cNvPr id="201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1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487827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3368A7A-7986-4FE9-A040-F353B4C2C9B7}" type="slidenum">
              <a:rPr lang="cs-CZ"/>
              <a:pPr/>
              <a:t>71</a:t>
            </a:fld>
            <a:endParaRPr lang="cs-CZ"/>
          </a:p>
        </p:txBody>
      </p:sp>
      <p:sp>
        <p:nvSpPr>
          <p:cNvPr id="201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1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29939524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3368A7A-7986-4FE9-A040-F353B4C2C9B7}" type="slidenum">
              <a:rPr lang="cs-CZ"/>
              <a:pPr/>
              <a:t>72</a:t>
            </a:fld>
            <a:endParaRPr lang="cs-CZ"/>
          </a:p>
        </p:txBody>
      </p:sp>
      <p:sp>
        <p:nvSpPr>
          <p:cNvPr id="201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1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4237756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7B2B8C-2832-4BBF-9474-EC26B6C27227}" type="slidenum">
              <a:rPr lang="cs-CZ"/>
              <a:pPr/>
              <a:t>73</a:t>
            </a:fld>
            <a:endParaRPr lang="cs-CZ"/>
          </a:p>
        </p:txBody>
      </p:sp>
      <p:sp>
        <p:nvSpPr>
          <p:cNvPr id="301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1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B4AEB8B-5556-46DF-8AC4-BC9128C5783C}" type="slidenum">
              <a:rPr lang="cs-CZ"/>
              <a:pPr/>
              <a:t>74</a:t>
            </a:fld>
            <a:endParaRPr lang="cs-CZ"/>
          </a:p>
        </p:txBody>
      </p:sp>
      <p:sp>
        <p:nvSpPr>
          <p:cNvPr id="294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4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B4AEB8B-5556-46DF-8AC4-BC9128C5783C}" type="slidenum">
              <a:rPr lang="cs-CZ"/>
              <a:pPr/>
              <a:t>75</a:t>
            </a:fld>
            <a:endParaRPr lang="cs-CZ"/>
          </a:p>
        </p:txBody>
      </p:sp>
      <p:sp>
        <p:nvSpPr>
          <p:cNvPr id="294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4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cs-CZ" sz="2400" dirty="0">
                <a:latin typeface="Times New Roman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cs-CZ" sz="2400" dirty="0">
                <a:latin typeface="Times New Roman" pitchFamily="18" charset="0"/>
              </a:endParaRPr>
            </a:p>
          </p:txBody>
        </p:sp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cs-CZ" sz="2400" dirty="0">
                  <a:latin typeface="Times New Roman" pitchFamily="18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cs-CZ" sz="2400" dirty="0">
                  <a:latin typeface="Times New Roman" pitchFamily="18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cs-CZ" sz="2400" dirty="0">
                  <a:latin typeface="Times New Roman" pitchFamily="18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cs-CZ" sz="2400" dirty="0">
                  <a:latin typeface="Times New Roman" pitchFamily="18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cs-CZ" sz="2400" dirty="0">
                  <a:latin typeface="Times New Roman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cs-CZ" sz="2400" dirty="0">
                  <a:latin typeface="Times New Roman" pitchFamily="18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cs-CZ" sz="2400" dirty="0">
                  <a:latin typeface="Times New Roman" pitchFamily="18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cs-CZ" sz="2400" dirty="0">
                  <a:latin typeface="Times New Roman" pitchFamily="18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cs-CZ" sz="2400" dirty="0">
                  <a:latin typeface="Times New Roman" pitchFamily="18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cs-CZ" sz="2400" dirty="0">
                  <a:latin typeface="Times New Roman" pitchFamily="18" charset="0"/>
                </a:endParaRPr>
              </a:p>
            </p:txBody>
          </p:sp>
        </p:grpSp>
      </p:grpSp>
      <p:sp>
        <p:nvSpPr>
          <p:cNvPr id="1537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1538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r>
              <a:rPr lang="cs-CZ"/>
              <a:t>Klepnutím lze upravit styl předlohy podnadpisů.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 smtClean="0"/>
            </a:lvl1pPr>
          </a:lstStyle>
          <a:p>
            <a:endParaRPr lang="cs-CZ" dirty="0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endParaRPr lang="cs-CZ" dirty="0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DA347E44-1AAC-420B-AB32-12DDDBCDE885}" type="slidenum">
              <a:rPr lang="cs-CZ" smtClean="0"/>
              <a:pPr/>
              <a:t>‹#›</a:t>
            </a:fld>
            <a:endParaRPr lang="cs-CZ" dirty="0"/>
          </a:p>
        </p:txBody>
      </p:sp>
    </p:spTree>
  </p:cSld>
  <p:clrMapOvr>
    <a:masterClrMapping/>
  </p:clrMapOvr>
  <p:transition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cs-CZ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8C8903D-23E7-46FD-A74A-6DF06809A117}" type="slidenum">
              <a:rPr lang="cs-CZ" smtClean="0"/>
              <a:pPr/>
              <a:t>‹#›</a:t>
            </a:fld>
            <a:endParaRPr lang="cs-CZ" dirty="0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 </a:t>
            </a:r>
            <a:fld id="{F6A0C1FC-A554-491D-A23A-A703A9D524E7}" type="slidenum">
              <a:rPr lang="cs-CZ" smtClean="0"/>
              <a:pPr/>
              <a:t>‹#›</a:t>
            </a:fld>
            <a:endParaRPr lang="cs-CZ" dirty="0"/>
          </a:p>
        </p:txBody>
      </p:sp>
    </p:spTree>
  </p:cSld>
  <p:clrMapOvr>
    <a:masterClrMapping/>
  </p:clrMapOvr>
  <p:transition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cs-CZ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D00DF35-2688-4F44-9F8C-2107F806ADC6}" type="slidenum">
              <a:rPr lang="cs-CZ" smtClean="0"/>
              <a:pPr/>
              <a:t>‹#›</a:t>
            </a:fld>
            <a:endParaRPr lang="cs-CZ" dirty="0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 </a:t>
            </a:r>
            <a:fld id="{9145DC76-6872-4DF4-9E14-3C9F149DB051}" type="slidenum">
              <a:rPr lang="cs-CZ" smtClean="0"/>
              <a:pPr/>
              <a:t>‹#›</a:t>
            </a:fld>
            <a:endParaRPr lang="cs-CZ" dirty="0"/>
          </a:p>
        </p:txBody>
      </p:sp>
    </p:spTree>
  </p:cSld>
  <p:clrMapOvr>
    <a:masterClrMapping/>
  </p:clrMapOvr>
  <p:transition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cs-CZ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6387A52-E705-490A-838D-8B1C5ED7F7CC}" type="slidenum">
              <a:rPr lang="cs-CZ" smtClean="0"/>
              <a:pPr/>
              <a:t>‹#›</a:t>
            </a:fld>
            <a:endParaRPr lang="cs-CZ" dirty="0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 </a:t>
            </a:r>
            <a:fld id="{3CCA7D36-5D0B-46DA-8B86-93CC45348741}" type="slidenum">
              <a:rPr lang="cs-CZ" smtClean="0"/>
              <a:pPr/>
              <a:t>‹#›</a:t>
            </a:fld>
            <a:endParaRPr lang="cs-CZ" dirty="0"/>
          </a:p>
        </p:txBody>
      </p:sp>
    </p:spTree>
  </p:cSld>
  <p:clrMapOvr>
    <a:masterClrMapping/>
  </p:clrMapOvr>
  <p:transition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cs-CZ" dirty="0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27CE658-0EE9-48FF-B2F3-346B209313CA}" type="slidenum">
              <a:rPr lang="cs-CZ" smtClean="0"/>
              <a:pPr/>
              <a:t>‹#›</a:t>
            </a:fld>
            <a:endParaRPr lang="cs-CZ" dirty="0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 </a:t>
            </a:r>
            <a:fld id="{6FC0A10C-74C9-4EDA-8B18-281A1C85680F}" type="slidenum">
              <a:rPr lang="cs-CZ" smtClean="0"/>
              <a:pPr/>
              <a:t>‹#›</a:t>
            </a:fld>
            <a:endParaRPr lang="cs-CZ" dirty="0"/>
          </a:p>
        </p:txBody>
      </p:sp>
    </p:spTree>
  </p:cSld>
  <p:clrMapOvr>
    <a:masterClrMapping/>
  </p:clrMapOvr>
  <p:transition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cs-CZ" dirty="0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9F259AA-69C5-45ED-B1EF-90BAC465720E}" type="slidenum">
              <a:rPr lang="cs-CZ" smtClean="0"/>
              <a:pPr/>
              <a:t>‹#›</a:t>
            </a:fld>
            <a:endParaRPr lang="cs-CZ" dirty="0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 </a:t>
            </a:r>
            <a:fld id="{4A972A3D-E40E-44AE-8599-5054B70DFC1D}" type="slidenum">
              <a:rPr lang="cs-CZ" smtClean="0"/>
              <a:pPr/>
              <a:t>‹#›</a:t>
            </a:fld>
            <a:endParaRPr lang="cs-CZ" dirty="0"/>
          </a:p>
        </p:txBody>
      </p:sp>
    </p:spTree>
  </p:cSld>
  <p:clrMapOvr>
    <a:masterClrMapping/>
  </p:clrMapOvr>
  <p:transition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cs-CZ" dirty="0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1D2316D-E476-4C1C-97C5-38113797E089}" type="slidenum">
              <a:rPr lang="cs-CZ" smtClean="0"/>
              <a:pPr/>
              <a:t>‹#›</a:t>
            </a:fld>
            <a:endParaRPr lang="cs-CZ" dirty="0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 </a:t>
            </a:r>
            <a:fld id="{BB126D77-9135-4E47-A5DC-34E5006577A9}" type="slidenum">
              <a:rPr lang="cs-CZ" smtClean="0"/>
              <a:pPr/>
              <a:t>‹#›</a:t>
            </a:fld>
            <a:endParaRPr lang="cs-CZ" dirty="0"/>
          </a:p>
        </p:txBody>
      </p:sp>
    </p:spTree>
  </p:cSld>
  <p:clrMapOvr>
    <a:masterClrMapping/>
  </p:clrMapOvr>
  <p:transition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cs-CZ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7E249D1-C02F-4E77-A829-446A2E49D60E}" type="slidenum">
              <a:rPr lang="cs-CZ" smtClean="0"/>
              <a:pPr/>
              <a:t>‹#›</a:t>
            </a:fld>
            <a:endParaRPr lang="cs-CZ" dirty="0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 </a:t>
            </a:r>
            <a:fld id="{BC81E695-55B3-4878-8A1B-BFF729C1E317}" type="slidenum">
              <a:rPr lang="cs-CZ" smtClean="0"/>
              <a:pPr/>
              <a:t>‹#›</a:t>
            </a:fld>
            <a:endParaRPr lang="cs-CZ" dirty="0"/>
          </a:p>
        </p:txBody>
      </p:sp>
    </p:spTree>
  </p:cSld>
  <p:clrMapOvr>
    <a:masterClrMapping/>
  </p:clrMapOvr>
  <p:transition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cs-CZ" noProof="0" dirty="0"/>
              <a:t>Klepnutím na ikonu přidáte obrázek.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cs-CZ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D96806B-82A5-4237-952D-C352BA9CEF60}" type="slidenum">
              <a:rPr lang="cs-CZ" smtClean="0"/>
              <a:pPr/>
              <a:t>‹#›</a:t>
            </a:fld>
            <a:endParaRPr lang="cs-CZ" dirty="0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 </a:t>
            </a:r>
            <a:fld id="{5C5BDBD8-354C-4C33-8509-9899503E8362}" type="slidenum">
              <a:rPr lang="cs-CZ" smtClean="0"/>
              <a:pPr/>
              <a:t>‹#›</a:t>
            </a:fld>
            <a:endParaRPr lang="cs-CZ" dirty="0"/>
          </a:p>
        </p:txBody>
      </p:sp>
    </p:spTree>
  </p:cSld>
  <p:clrMapOvr>
    <a:masterClrMapping/>
  </p:clrMapOvr>
  <p:transition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cs-CZ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669EF09-CD29-477D-ABCE-FD6C28D05070}" type="slidenum">
              <a:rPr lang="cs-CZ" smtClean="0"/>
              <a:pPr/>
              <a:t>‹#›</a:t>
            </a:fld>
            <a:endParaRPr lang="cs-CZ" dirty="0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 </a:t>
            </a:r>
            <a:fld id="{A7743F0B-D3BD-4B64-87E9-5E7926EE0CE3}" type="slidenum">
              <a:rPr lang="cs-CZ" smtClean="0"/>
              <a:pPr/>
              <a:t>‹#›</a:t>
            </a:fld>
            <a:endParaRPr lang="cs-CZ" dirty="0"/>
          </a:p>
        </p:txBody>
      </p:sp>
    </p:spTree>
  </p:cSld>
  <p:clrMapOvr>
    <a:masterClrMapping/>
  </p:clrMapOvr>
  <p:transition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cs-CZ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0F7D18-8356-410F-86CC-C0A59AA6E5C2}" type="slidenum">
              <a:rPr lang="cs-CZ" smtClean="0"/>
              <a:pPr/>
              <a:t>‹#›</a:t>
            </a:fld>
            <a:endParaRPr lang="cs-CZ" dirty="0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 </a:t>
            </a:r>
            <a:fld id="{FFF29617-F229-4AA3-AF63-629A34F9D0C9}" type="slidenum">
              <a:rPr lang="cs-CZ" smtClean="0"/>
              <a:pPr/>
              <a:t>‹#›</a:t>
            </a:fld>
            <a:endParaRPr lang="cs-CZ" dirty="0"/>
          </a:p>
        </p:txBody>
      </p:sp>
    </p:spTree>
  </p:cSld>
  <p:clrMapOvr>
    <a:masterClrMapping/>
  </p:clrMapOvr>
  <p:transition>
    <p:pull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Nadpis, 2 malé a 1 velký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>
          <a:xfrm>
            <a:off x="457200" y="19812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quarter" idx="2"/>
          </p:nvPr>
        </p:nvSpPr>
        <p:spPr>
          <a:xfrm>
            <a:off x="457200" y="40005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obsah 4"/>
          <p:cNvSpPr>
            <a:spLocks noGrp="1"/>
          </p:cNvSpPr>
          <p:nvPr>
            <p:ph sz="half" idx="3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cs-CZ" dirty="0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24E9C55-C54B-46F2-802C-C950BBC5F97F}" type="slidenum">
              <a:rPr lang="cs-CZ" smtClean="0"/>
              <a:pPr/>
              <a:t>‹#›</a:t>
            </a:fld>
            <a:endParaRPr lang="cs-CZ" dirty="0"/>
          </a:p>
        </p:txBody>
      </p:sp>
      <p:sp>
        <p:nvSpPr>
          <p:cNvPr id="8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 </a:t>
            </a:r>
            <a:fld id="{EC377670-D1B4-4464-8ADD-7E5B3403F0F4}" type="slidenum">
              <a:rPr lang="cs-CZ" smtClean="0"/>
              <a:pPr/>
              <a:t>‹#›</a:t>
            </a:fld>
            <a:endParaRPr lang="cs-CZ" dirty="0"/>
          </a:p>
        </p:txBody>
      </p:sp>
    </p:spTree>
  </p:cSld>
  <p:clrMapOvr>
    <a:masterClrMapping/>
  </p:clrMapOvr>
  <p:transition>
    <p:pull/>
  </p:transition>
  <p:hf hdr="0" ft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Nadpis a 4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sz="quarter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>
          <a:xfrm>
            <a:off x="457200" y="19812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obsah 4"/>
          <p:cNvSpPr>
            <a:spLocks noGrp="1"/>
          </p:cNvSpPr>
          <p:nvPr>
            <p:ph sz="quarter" idx="3"/>
          </p:nvPr>
        </p:nvSpPr>
        <p:spPr>
          <a:xfrm>
            <a:off x="457200" y="40005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8200" y="40005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cs-CZ" dirty="0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4ACD1D1-1FD1-4BD2-B5AA-BAAE11F8E4F6}" type="slidenum">
              <a:rPr lang="cs-CZ" smtClean="0"/>
              <a:pPr/>
              <a:t>‹#›</a:t>
            </a:fld>
            <a:endParaRPr lang="cs-CZ" dirty="0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 </a:t>
            </a:r>
            <a:fld id="{AD5EE032-125E-4EF1-897C-C6C132F4C071}" type="slidenum">
              <a:rPr lang="cs-CZ" smtClean="0"/>
              <a:pPr/>
              <a:t>‹#›</a:t>
            </a:fld>
            <a:endParaRPr lang="cs-CZ" dirty="0"/>
          </a:p>
        </p:txBody>
      </p:sp>
    </p:spTree>
  </p:cSld>
  <p:clrMapOvr>
    <a:masterClrMapping/>
  </p:clrMapOvr>
  <p:transition>
    <p:pull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Nadpis, 1 velký a 2 malé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obsah 4"/>
          <p:cNvSpPr>
            <a:spLocks noGrp="1"/>
          </p:cNvSpPr>
          <p:nvPr>
            <p:ph sz="quarter" idx="3"/>
          </p:nvPr>
        </p:nvSpPr>
        <p:spPr>
          <a:xfrm>
            <a:off x="4648200" y="40005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cs-CZ" dirty="0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24E9C55-C54B-46F2-802C-C950BBC5F97F}" type="slidenum">
              <a:rPr lang="cs-CZ" smtClean="0"/>
              <a:pPr/>
              <a:t>‹#›</a:t>
            </a:fld>
            <a:endParaRPr lang="cs-CZ" dirty="0"/>
          </a:p>
        </p:txBody>
      </p:sp>
      <p:sp>
        <p:nvSpPr>
          <p:cNvPr id="8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 </a:t>
            </a:r>
            <a:fld id="{EC377670-D1B4-4464-8ADD-7E5B3403F0F4}" type="slidenum">
              <a:rPr lang="cs-CZ" smtClean="0"/>
              <a:pPr/>
              <a:t>‹#›</a:t>
            </a:fld>
            <a:endParaRPr lang="cs-CZ" dirty="0"/>
          </a:p>
        </p:txBody>
      </p:sp>
    </p:spTree>
  </p:cSld>
  <p:clrMapOvr>
    <a:masterClrMapping/>
  </p:clrMapOvr>
  <p:transition>
    <p:pull/>
  </p:transition>
  <p:hf hdr="0" ft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Nadpis, text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1000" y="55563"/>
            <a:ext cx="7772400" cy="719137"/>
          </a:xfr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sz="half" idx="1"/>
          </p:nvPr>
        </p:nvSpPr>
        <p:spPr>
          <a:xfrm>
            <a:off x="357188" y="1412875"/>
            <a:ext cx="4125912" cy="4970463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35500" y="1412875"/>
            <a:ext cx="4127500" cy="4970463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381000" y="61722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 </a:t>
            </a:r>
            <a:fld id="{72F054CC-169B-405A-8EFC-341DCDFEA7DC}" type="slidenum">
              <a:rPr lang="cs-CZ"/>
              <a:pPr/>
              <a:t>‹#›</a:t>
            </a:fld>
            <a:endParaRPr lang="cs-CZ" dirty="0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>
          <a:xfrm>
            <a:off x="3124200" y="61722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cs-CZ" dirty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>
          <a:xfrm>
            <a:off x="6858000" y="61722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F1FCE2D9-6AD3-4231-B397-0257783385A2}" type="slidenum">
              <a:rPr lang="cs-CZ"/>
              <a:pPr/>
              <a:t>‹#›</a:t>
            </a:fld>
            <a:endParaRPr lang="cs-CZ" dirty="0"/>
          </a:p>
        </p:txBody>
      </p:sp>
    </p:spTree>
  </p:cSld>
  <p:clrMapOvr>
    <a:masterClrMapping/>
  </p:clrMapOvr>
  <p:transition>
    <p:pull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Nadpis a tabul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1000" y="55563"/>
            <a:ext cx="7772400" cy="719137"/>
          </a:xfr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abulku 2"/>
          <p:cNvSpPr>
            <a:spLocks noGrp="1"/>
          </p:cNvSpPr>
          <p:nvPr>
            <p:ph type="tbl" idx="1"/>
          </p:nvPr>
        </p:nvSpPr>
        <p:spPr>
          <a:xfrm>
            <a:off x="357188" y="1412875"/>
            <a:ext cx="8405812" cy="4970463"/>
          </a:xfrm>
        </p:spPr>
        <p:txBody>
          <a:bodyPr/>
          <a:lstStyle/>
          <a:p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381000" y="61722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cs-CZ"/>
              <a:t> </a:t>
            </a:r>
            <a:fld id="{085059D0-5BB3-4C39-9EF6-AD8B0293A9D8}" type="slidenum">
              <a:rPr lang="cs-CZ"/>
              <a:pPr/>
              <a:t>‹#›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>
          <a:xfrm>
            <a:off x="3124200" y="61722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>
          <a:xfrm>
            <a:off x="6858000" y="61722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AF7B99B0-0D21-4EB7-9C8B-F4C886166AA5}" type="slidenum">
              <a:rPr lang="cs-CZ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 smtClean="0">
                <a:latin typeface="Arial" pitchFamily="34" charset="0"/>
              </a:defRPr>
            </a:lvl1pPr>
          </a:lstStyle>
          <a:p>
            <a:endParaRPr lang="cs-CZ" dirty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Arial Black" pitchFamily="34" charset="0"/>
              </a:defRPr>
            </a:lvl1pPr>
          </a:lstStyle>
          <a:p>
            <a:fld id="{A24E9C55-C54B-46F2-802C-C950BBC5F97F}" type="slidenum">
              <a:rPr lang="cs-CZ" smtClean="0"/>
              <a:pPr/>
              <a:t>‹#›</a:t>
            </a:fld>
            <a:endParaRPr lang="cs-CZ" dirty="0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4341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cs-CZ" sz="2400" dirty="0">
                <a:latin typeface="Times New Roman" pitchFamily="18" charset="0"/>
              </a:endParaRPr>
            </a:p>
          </p:txBody>
        </p:sp>
        <p:sp>
          <p:nvSpPr>
            <p:cNvPr id="14342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cs-CZ" sz="2400" dirty="0">
                <a:latin typeface="Times New Roman" pitchFamily="18" charset="0"/>
              </a:endParaRPr>
            </a:p>
          </p:txBody>
        </p:sp>
        <p:sp>
          <p:nvSpPr>
            <p:cNvPr id="14343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cs-CZ" dirty="0">
                <a:solidFill>
                  <a:schemeClr val="hlink"/>
                </a:solidFill>
                <a:latin typeface="Arial" pitchFamily="34" charset="0"/>
              </a:endParaRPr>
            </a:p>
          </p:txBody>
        </p:sp>
        <p:sp>
          <p:nvSpPr>
            <p:cNvPr id="14344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cs-CZ" dirty="0">
                <a:solidFill>
                  <a:schemeClr val="hlink"/>
                </a:solidFill>
                <a:latin typeface="Arial" pitchFamily="34" charset="0"/>
              </a:endParaRPr>
            </a:p>
          </p:txBody>
        </p:sp>
        <p:sp>
          <p:nvSpPr>
            <p:cNvPr id="14345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cs-CZ" dirty="0">
                <a:solidFill>
                  <a:schemeClr val="accent2"/>
                </a:solidFill>
                <a:latin typeface="Arial" pitchFamily="34" charset="0"/>
              </a:endParaRPr>
            </a:p>
          </p:txBody>
        </p:sp>
        <p:sp>
          <p:nvSpPr>
            <p:cNvPr id="14346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cs-CZ" dirty="0">
                <a:solidFill>
                  <a:schemeClr val="hlink"/>
                </a:solidFill>
                <a:latin typeface="Arial" pitchFamily="34" charset="0"/>
              </a:endParaRPr>
            </a:p>
          </p:txBody>
        </p:sp>
        <p:sp>
          <p:nvSpPr>
            <p:cNvPr id="14347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cs-CZ" sz="2400" dirty="0">
                <a:latin typeface="Times New Roman" pitchFamily="18" charset="0"/>
              </a:endParaRPr>
            </a:p>
          </p:txBody>
        </p:sp>
        <p:sp>
          <p:nvSpPr>
            <p:cNvPr id="14348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cs-CZ" dirty="0">
                <a:solidFill>
                  <a:schemeClr val="accent2"/>
                </a:solidFill>
                <a:latin typeface="Arial" pitchFamily="34" charset="0"/>
              </a:endParaRPr>
            </a:p>
          </p:txBody>
        </p:sp>
        <p:sp>
          <p:nvSpPr>
            <p:cNvPr id="14349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cs-CZ" dirty="0">
                <a:solidFill>
                  <a:schemeClr val="accent2"/>
                </a:solidFill>
                <a:latin typeface="Arial" pitchFamily="34" charset="0"/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cs-CZ"/>
              <a:t>Klepnutím lze upravit styl předlohy nadpisů.</a:t>
            </a:r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14352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pitchFamily="34" charset="0"/>
              </a:defRPr>
            </a:lvl1pPr>
          </a:lstStyle>
          <a:p>
            <a:r>
              <a:rPr lang="cs-CZ" dirty="0"/>
              <a:t> </a:t>
            </a:r>
            <a:fld id="{EC377670-D1B4-4464-8ADD-7E5B3403F0F4}" type="slidenum">
              <a:rPr lang="cs-CZ" smtClean="0"/>
              <a:pPr/>
              <a:t>‹#›</a:t>
            </a:fld>
            <a:endParaRPr lang="cs-CZ" dirty="0"/>
          </a:p>
        </p:txBody>
      </p:sp>
      <p:sp>
        <p:nvSpPr>
          <p:cNvPr id="17" name="Text Box 8"/>
          <p:cNvSpPr txBox="1">
            <a:spLocks noChangeArrowheads="1"/>
          </p:cNvSpPr>
          <p:nvPr/>
        </p:nvSpPr>
        <p:spPr bwMode="auto">
          <a:xfrm>
            <a:off x="8172450" y="692150"/>
            <a:ext cx="792163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endParaRPr lang="cs-CZ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  <p:sldLayoutId id="2147483680" r:id="rId15"/>
    <p:sldLayoutId id="2147483681" r:id="rId16"/>
  </p:sldLayoutIdLst>
  <p:transition>
    <p:pull/>
  </p:transition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13.xml"/><Relationship Id="rId13" Type="http://schemas.openxmlformats.org/officeDocument/2006/relationships/slide" Target="slide49.xml"/><Relationship Id="rId3" Type="http://schemas.openxmlformats.org/officeDocument/2006/relationships/slide" Target="slide4.xml"/><Relationship Id="rId7" Type="http://schemas.openxmlformats.org/officeDocument/2006/relationships/slide" Target="slide31.xml"/><Relationship Id="rId12" Type="http://schemas.openxmlformats.org/officeDocument/2006/relationships/slide" Target="slide39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6" Type="http://schemas.openxmlformats.org/officeDocument/2006/relationships/slide" Target="slide27.xml"/><Relationship Id="rId11" Type="http://schemas.openxmlformats.org/officeDocument/2006/relationships/slide" Target="slide36.xml"/><Relationship Id="rId5" Type="http://schemas.openxmlformats.org/officeDocument/2006/relationships/slide" Target="slide17.xml"/><Relationship Id="rId10" Type="http://schemas.openxmlformats.org/officeDocument/2006/relationships/slide" Target="slide21.xml"/><Relationship Id="rId4" Type="http://schemas.openxmlformats.org/officeDocument/2006/relationships/slide" Target="slide9.xml"/><Relationship Id="rId9" Type="http://schemas.openxmlformats.org/officeDocument/2006/relationships/slide" Target="slide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13" Type="http://schemas.microsoft.com/office/2007/relationships/diagramDrawing" Target="../diagrams/drawing3.xm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openxmlformats.org/officeDocument/2006/relationships/diagramColors" Target="../diagrams/colors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11" Type="http://schemas.openxmlformats.org/officeDocument/2006/relationships/diagramQuickStyle" Target="../diagrams/quickStyle3.xml"/><Relationship Id="rId5" Type="http://schemas.openxmlformats.org/officeDocument/2006/relationships/diagramQuickStyle" Target="../diagrams/quickStyle2.xml"/><Relationship Id="rId10" Type="http://schemas.openxmlformats.org/officeDocument/2006/relationships/diagramLayout" Target="../diagrams/layout3.xml"/><Relationship Id="rId4" Type="http://schemas.openxmlformats.org/officeDocument/2006/relationships/diagramLayout" Target="../diagrams/layout2.xml"/><Relationship Id="rId9" Type="http://schemas.openxmlformats.org/officeDocument/2006/relationships/diagramData" Target="../diagrams/data3.xml"/></Relationships>
</file>

<file path=ppt/slides/_rels/slide1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slide" Target="slide3.xml"/><Relationship Id="rId7" Type="http://schemas.openxmlformats.org/officeDocument/2006/relationships/diagramColors" Target="../diagrams/colors4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1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slide" Target="slide3.xml"/><Relationship Id="rId7" Type="http://schemas.openxmlformats.org/officeDocument/2006/relationships/diagramColors" Target="../diagrams/colors5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2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8.xml"/><Relationship Id="rId3" Type="http://schemas.openxmlformats.org/officeDocument/2006/relationships/slide" Target="slide3.xml"/><Relationship Id="rId7" Type="http://schemas.openxmlformats.org/officeDocument/2006/relationships/diagramColors" Target="../diagrams/colors8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8.xml"/><Relationship Id="rId5" Type="http://schemas.openxmlformats.org/officeDocument/2006/relationships/diagramLayout" Target="../diagrams/layout8.xml"/><Relationship Id="rId4" Type="http://schemas.openxmlformats.org/officeDocument/2006/relationships/diagramData" Target="../diagrams/data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9.xml"/><Relationship Id="rId3" Type="http://schemas.openxmlformats.org/officeDocument/2006/relationships/slide" Target="slide3.xml"/><Relationship Id="rId7" Type="http://schemas.openxmlformats.org/officeDocument/2006/relationships/diagramColors" Target="../diagrams/colors9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9.xml"/><Relationship Id="rId5" Type="http://schemas.openxmlformats.org/officeDocument/2006/relationships/diagramLayout" Target="../diagrams/layout9.xml"/><Relationship Id="rId4" Type="http://schemas.openxmlformats.org/officeDocument/2006/relationships/diagramData" Target="../diagrams/data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Relationship Id="rId5" Type="http://schemas.openxmlformats.org/officeDocument/2006/relationships/slide" Target="slide3.xml"/><Relationship Id="rId4" Type="http://schemas.openxmlformats.org/officeDocument/2006/relationships/image" Target="../media/image19.w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Relationship Id="rId5" Type="http://schemas.openxmlformats.org/officeDocument/2006/relationships/slide" Target="slide3.xml"/><Relationship Id="rId4" Type="http://schemas.openxmlformats.org/officeDocument/2006/relationships/image" Target="../media/image20.w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Relationship Id="rId5" Type="http://schemas.openxmlformats.org/officeDocument/2006/relationships/slide" Target="slide3.xml"/><Relationship Id="rId4" Type="http://schemas.openxmlformats.org/officeDocument/2006/relationships/image" Target="../media/image21.w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.xml"/><Relationship Id="rId6" Type="http://schemas.openxmlformats.org/officeDocument/2006/relationships/slide" Target="slide3.xml"/><Relationship Id="rId5" Type="http://schemas.openxmlformats.org/officeDocument/2006/relationships/image" Target="../media/image23.png"/><Relationship Id="rId4" Type="http://schemas.openxmlformats.org/officeDocument/2006/relationships/image" Target="../media/image22.wmf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3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gif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gif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adpis 5"/>
          <p:cNvSpPr>
            <a:spLocks noGrp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>
            <a:spAutoFit/>
          </a:bodyPr>
          <a:lstStyle/>
          <a:p>
            <a:r>
              <a:rPr lang="cs-CZ" sz="8800" b="1" dirty="0"/>
              <a:t>CIT</a:t>
            </a:r>
            <a:br>
              <a:rPr lang="cs-CZ" dirty="0"/>
            </a:br>
            <a:r>
              <a:rPr lang="cs-CZ" sz="4600" b="1" dirty="0"/>
              <a:t>Čítače</a:t>
            </a:r>
          </a:p>
        </p:txBody>
      </p:sp>
      <p:sp>
        <p:nvSpPr>
          <p:cNvPr id="9" name="Podnadpis 6"/>
          <p:cNvSpPr>
            <a:spLocks noGrp="1"/>
          </p:cNvSpPr>
          <p:nvPr>
            <p:ph type="subTitle" idx="1"/>
          </p:nvPr>
        </p:nvSpPr>
        <p:spPr>
          <a:xfrm>
            <a:off x="2971800" y="4267200"/>
            <a:ext cx="6019800" cy="1323439"/>
          </a:xfrm>
        </p:spPr>
        <p:txBody>
          <a:bodyPr>
            <a:spAutoFit/>
          </a:bodyPr>
          <a:lstStyle/>
          <a:p>
            <a:r>
              <a:rPr lang="cs-CZ" sz="8000" b="1" dirty="0">
                <a:solidFill>
                  <a:schemeClr val="accent5">
                    <a:lumMod val="25000"/>
                  </a:schemeClr>
                </a:solidFill>
              </a:rPr>
              <a:t>Díl IX</a:t>
            </a:r>
          </a:p>
        </p:txBody>
      </p:sp>
      <p:pic>
        <p:nvPicPr>
          <p:cNvPr id="10" name="Picture 1" descr="D:\www\ljuraneknew\images\CIT100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500934" y="1928802"/>
            <a:ext cx="1428760" cy="1428760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500034" y="351546"/>
            <a:ext cx="7772400" cy="720000"/>
          </a:xfrm>
          <a:noFill/>
          <a:ln/>
        </p:spPr>
        <p:txBody>
          <a:bodyPr/>
          <a:lstStyle/>
          <a:p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Číslicová technika</a:t>
            </a:r>
          </a:p>
        </p:txBody>
      </p:sp>
      <p:sp>
        <p:nvSpPr>
          <p:cNvPr id="3" name="Rectangle 3"/>
          <p:cNvSpPr>
            <a:spLocks noGrp="1" noChangeArrowheads="1"/>
          </p:cNvSpPr>
          <p:nvPr>
            <p:ph idx="1"/>
          </p:nvPr>
        </p:nvSpPr>
        <p:spPr>
          <a:xfrm>
            <a:off x="360000" y="1440001"/>
            <a:ext cx="8784000" cy="2862322"/>
          </a:xfrm>
          <a:noFill/>
          <a:ln/>
        </p:spPr>
        <p:txBody>
          <a:bodyPr>
            <a:spAutoFit/>
          </a:bodyPr>
          <a:lstStyle/>
          <a:p>
            <a:pPr marL="360000" indent="-360000">
              <a:spcBef>
                <a:spcPts val="0"/>
              </a:spcBef>
              <a:spcAft>
                <a:spcPts val="600"/>
              </a:spcAft>
              <a:buSzPct val="100000"/>
            </a:pPr>
            <a:r>
              <a:rPr lang="cs-CZ" sz="2400" dirty="0">
                <a:latin typeface="Arial" charset="0"/>
              </a:rPr>
              <a:t>Téma	</a:t>
            </a:r>
            <a:r>
              <a:rPr lang="cs-CZ" b="1" dirty="0">
                <a:solidFill>
                  <a:schemeClr val="accent4">
                    <a:lumMod val="90000"/>
                    <a:lumOff val="1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Čítače</a:t>
            </a:r>
          </a:p>
          <a:p>
            <a:pPr marL="360000" indent="-360000">
              <a:spcBef>
                <a:spcPts val="0"/>
              </a:spcBef>
              <a:spcAft>
                <a:spcPts val="600"/>
              </a:spcAft>
              <a:buSzPct val="100000"/>
            </a:pPr>
            <a:r>
              <a:rPr lang="cs-CZ" sz="2400" dirty="0"/>
              <a:t>Předmět</a:t>
            </a:r>
            <a:r>
              <a:rPr lang="cs-CZ" dirty="0"/>
              <a:t> 	</a:t>
            </a:r>
            <a:r>
              <a:rPr lang="cs-CZ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CIT</a:t>
            </a:r>
            <a:endParaRPr lang="cs-CZ" b="1" dirty="0"/>
          </a:p>
          <a:p>
            <a:pPr marL="360000" indent="-360000">
              <a:spcBef>
                <a:spcPts val="0"/>
              </a:spcBef>
              <a:spcAft>
                <a:spcPts val="600"/>
              </a:spcAft>
              <a:buSzPct val="100000"/>
            </a:pPr>
            <a:r>
              <a:rPr lang="cs-CZ" sz="2400" dirty="0"/>
              <a:t>Ročník</a:t>
            </a:r>
            <a:r>
              <a:rPr lang="cs-CZ" dirty="0"/>
              <a:t> 	</a:t>
            </a:r>
            <a:r>
              <a:rPr lang="cs-CZ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2</a:t>
            </a:r>
            <a:endParaRPr lang="cs-CZ" sz="32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360000" indent="-360000">
              <a:spcBef>
                <a:spcPts val="0"/>
              </a:spcBef>
              <a:spcAft>
                <a:spcPts val="600"/>
              </a:spcAft>
              <a:buSzPct val="100000"/>
            </a:pPr>
            <a:r>
              <a:rPr lang="cs-CZ" sz="2400" dirty="0"/>
              <a:t>Autor	</a:t>
            </a:r>
            <a:r>
              <a:rPr lang="cs-CZ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Ing. Leoš Juránek </a:t>
            </a:r>
          </a:p>
          <a:p>
            <a:pPr marL="360000" indent="-360000">
              <a:spcBef>
                <a:spcPts val="0"/>
              </a:spcBef>
              <a:spcAft>
                <a:spcPts val="600"/>
              </a:spcAft>
              <a:buSzPct val="100000"/>
            </a:pPr>
            <a:r>
              <a:rPr lang="cs-CZ" sz="2400" dirty="0"/>
              <a:t>Datum	</a:t>
            </a:r>
            <a:r>
              <a:rPr lang="cs-CZ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duben 2020</a:t>
            </a:r>
          </a:p>
        </p:txBody>
      </p:sp>
      <p:sp>
        <p:nvSpPr>
          <p:cNvPr id="2" name="Rectangle 17">
            <a:extLst>
              <a:ext uri="{FF2B5EF4-FFF2-40B4-BE49-F238E27FC236}">
                <a16:creationId xmlns:a16="http://schemas.microsoft.com/office/drawing/2014/main" id="{3BB2851E-3B1D-8BAC-627D-BABA0869B1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57890"/>
            <a:ext cx="2571768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algn="l" eaLnBrk="1" hangingPunct="1">
              <a:buClr>
                <a:srgbClr val="006600"/>
              </a:buClr>
              <a:buFont typeface="Wingdings" pitchFamily="2" charset="2"/>
              <a:buNone/>
            </a:pPr>
            <a:r>
              <a:rPr lang="cs-CZ" sz="2000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j-ea"/>
                <a:cs typeface="+mj-cs"/>
              </a:rPr>
              <a:t>1.4.2025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288000"/>
            <a:ext cx="7772400" cy="720000"/>
          </a:xfrm>
          <a:noFill/>
          <a:ln/>
        </p:spPr>
        <p:txBody>
          <a:bodyPr/>
          <a:lstStyle/>
          <a:p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Index</a:t>
            </a:r>
          </a:p>
        </p:txBody>
      </p:sp>
      <p:sp>
        <p:nvSpPr>
          <p:cNvPr id="7" name="Obdélník 6">
            <a:hlinkClick r:id="rId3" action="ppaction://hlinksldjump"/>
          </p:cNvPr>
          <p:cNvSpPr/>
          <p:nvPr/>
        </p:nvSpPr>
        <p:spPr>
          <a:xfrm>
            <a:off x="540001" y="1441488"/>
            <a:ext cx="8100000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360000" lvl="0" indent="-360000" algn="l" eaLnBrk="1" hangingPunct="1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cs-CZ" sz="2000" kern="0" dirty="0">
                <a:solidFill>
                  <a:schemeClr val="bg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Čítače</a:t>
            </a:r>
          </a:p>
        </p:txBody>
      </p:sp>
      <p:sp>
        <p:nvSpPr>
          <p:cNvPr id="8" name="Obdélník 7">
            <a:hlinkClick r:id="rId4" action="ppaction://hlinksldjump"/>
          </p:cNvPr>
          <p:cNvSpPr/>
          <p:nvPr/>
        </p:nvSpPr>
        <p:spPr>
          <a:xfrm>
            <a:off x="540001" y="1801488"/>
            <a:ext cx="8100000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360000" indent="-360000" algn="l" eaLnBrk="1" hangingPunct="1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cs-CZ" sz="2000" kern="0" dirty="0">
                <a:solidFill>
                  <a:schemeClr val="bg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Dělení čítačů</a:t>
            </a:r>
          </a:p>
        </p:txBody>
      </p:sp>
      <p:sp>
        <p:nvSpPr>
          <p:cNvPr id="9" name="Obdélník 8">
            <a:hlinkClick r:id="rId5" action="ppaction://hlinksldjump"/>
          </p:cNvPr>
          <p:cNvSpPr/>
          <p:nvPr/>
        </p:nvSpPr>
        <p:spPr>
          <a:xfrm>
            <a:off x="540001" y="2521488"/>
            <a:ext cx="8100000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360000" indent="-360000" algn="l" eaLnBrk="1" hangingPunct="1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cs-CZ" sz="2000" kern="0" dirty="0">
                <a:solidFill>
                  <a:schemeClr val="bg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Asynchronní čítač</a:t>
            </a:r>
          </a:p>
        </p:txBody>
      </p:sp>
      <p:sp>
        <p:nvSpPr>
          <p:cNvPr id="14" name="Obdélník 13">
            <a:hlinkClick r:id="rId6" action="ppaction://hlinksldjump"/>
          </p:cNvPr>
          <p:cNvSpPr/>
          <p:nvPr/>
        </p:nvSpPr>
        <p:spPr>
          <a:xfrm>
            <a:off x="540001" y="3601488"/>
            <a:ext cx="8100000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817200" lvl="1" indent="-360000" algn="l" eaLnBrk="1" hangingPunct="1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§"/>
            </a:pPr>
            <a:r>
              <a:rPr lang="cs-CZ" sz="2000" kern="0" dirty="0">
                <a:solidFill>
                  <a:schemeClr val="bg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Zkrácení cyklu</a:t>
            </a:r>
          </a:p>
        </p:txBody>
      </p:sp>
      <p:sp>
        <p:nvSpPr>
          <p:cNvPr id="15" name="Obdélník 14">
            <a:hlinkClick r:id="rId7" action="ppaction://hlinksldjump"/>
          </p:cNvPr>
          <p:cNvSpPr/>
          <p:nvPr/>
        </p:nvSpPr>
        <p:spPr>
          <a:xfrm>
            <a:off x="540001" y="3961488"/>
            <a:ext cx="8100000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360000" indent="-360000" algn="l" eaLnBrk="1" hangingPunct="1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cs-CZ" sz="2000" kern="0" dirty="0">
                <a:solidFill>
                  <a:schemeClr val="bg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Přechodový děj</a:t>
            </a:r>
          </a:p>
        </p:txBody>
      </p:sp>
      <p:sp>
        <p:nvSpPr>
          <p:cNvPr id="26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27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28" name="Tlačítko akce: Vlastní 27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1" name="Obdélník 10">
            <a:hlinkClick r:id="rId8" action="ppaction://hlinksldjump"/>
          </p:cNvPr>
          <p:cNvSpPr/>
          <p:nvPr/>
        </p:nvSpPr>
        <p:spPr>
          <a:xfrm>
            <a:off x="540001" y="2161488"/>
            <a:ext cx="8100000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360000" lvl="1" indent="-360000" algn="l" eaLnBrk="1" hangingPunct="1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cs-CZ" sz="2000" kern="0" dirty="0">
                <a:solidFill>
                  <a:schemeClr val="bg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Popis funkce čítače</a:t>
            </a:r>
          </a:p>
        </p:txBody>
      </p:sp>
      <p:sp>
        <p:nvSpPr>
          <p:cNvPr id="12" name="Obdélník 11">
            <a:hlinkClick r:id="rId9" action="ppaction://hlinksldjump"/>
          </p:cNvPr>
          <p:cNvSpPr/>
          <p:nvPr/>
        </p:nvSpPr>
        <p:spPr>
          <a:xfrm>
            <a:off x="540001" y="2881488"/>
            <a:ext cx="8100000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817200" lvl="1" indent="-360000" algn="l" eaLnBrk="1" hangingPunct="1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§"/>
            </a:pPr>
            <a:r>
              <a:rPr lang="cs-CZ" sz="2000" kern="0" dirty="0">
                <a:solidFill>
                  <a:schemeClr val="bg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Čítač vpřed</a:t>
            </a:r>
          </a:p>
        </p:txBody>
      </p:sp>
      <p:sp>
        <p:nvSpPr>
          <p:cNvPr id="13" name="Obdélník 12">
            <a:hlinkClick r:id="rId10" action="ppaction://hlinksldjump"/>
          </p:cNvPr>
          <p:cNvSpPr/>
          <p:nvPr/>
        </p:nvSpPr>
        <p:spPr>
          <a:xfrm>
            <a:off x="540001" y="3241488"/>
            <a:ext cx="8100000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817200" lvl="1" indent="-360000" algn="l" eaLnBrk="1" hangingPunct="1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§"/>
            </a:pPr>
            <a:r>
              <a:rPr lang="cs-CZ" sz="2000" kern="0" dirty="0">
                <a:solidFill>
                  <a:schemeClr val="bg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Čítač vzad</a:t>
            </a:r>
          </a:p>
        </p:txBody>
      </p:sp>
      <p:sp>
        <p:nvSpPr>
          <p:cNvPr id="16" name="Obdélník 15">
            <a:hlinkClick r:id="rId11" action="ppaction://hlinksldjump"/>
          </p:cNvPr>
          <p:cNvSpPr/>
          <p:nvPr/>
        </p:nvSpPr>
        <p:spPr>
          <a:xfrm>
            <a:off x="540001" y="4321488"/>
            <a:ext cx="8100000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360000" indent="-360000" algn="l" eaLnBrk="1" hangingPunct="1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cs-CZ" sz="2000" kern="0" dirty="0">
                <a:solidFill>
                  <a:schemeClr val="bg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Synchronní čítač</a:t>
            </a:r>
          </a:p>
        </p:txBody>
      </p:sp>
      <p:sp>
        <p:nvSpPr>
          <p:cNvPr id="17" name="Obdélník 16">
            <a:hlinkClick r:id="rId12" action="ppaction://hlinksldjump"/>
          </p:cNvPr>
          <p:cNvSpPr/>
          <p:nvPr/>
        </p:nvSpPr>
        <p:spPr>
          <a:xfrm>
            <a:off x="540001" y="4681488"/>
            <a:ext cx="8100000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817200" lvl="1" indent="-360000" algn="l" eaLnBrk="1" hangingPunct="1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§"/>
            </a:pPr>
            <a:r>
              <a:rPr lang="cs-CZ" sz="2000" kern="0" dirty="0">
                <a:solidFill>
                  <a:schemeClr val="bg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Návrh synchronního čítač</a:t>
            </a:r>
          </a:p>
        </p:txBody>
      </p:sp>
      <p:sp>
        <p:nvSpPr>
          <p:cNvPr id="18" name="Obdélník 17">
            <a:hlinkClick r:id="rId13" action="ppaction://hlinksldjump"/>
          </p:cNvPr>
          <p:cNvSpPr/>
          <p:nvPr/>
        </p:nvSpPr>
        <p:spPr>
          <a:xfrm>
            <a:off x="540001" y="5041488"/>
            <a:ext cx="8100000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360000" indent="-360000" algn="l" eaLnBrk="1" hangingPunct="1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cs-CZ" sz="2000" kern="0" dirty="0">
                <a:solidFill>
                  <a:schemeClr val="bg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Kaskáda čítačů</a:t>
            </a:r>
          </a:p>
        </p:txBody>
      </p:sp>
      <p:sp>
        <p:nvSpPr>
          <p:cNvPr id="19" name="Obdélník 18">
            <a:extLst>
              <a:ext uri="{FF2B5EF4-FFF2-40B4-BE49-F238E27FC236}">
                <a16:creationId xmlns:a16="http://schemas.microsoft.com/office/drawing/2014/main" id="{3F7CF73C-F472-44D5-A5CE-750117894973}"/>
              </a:ext>
            </a:extLst>
          </p:cNvPr>
          <p:cNvSpPr/>
          <p:nvPr/>
        </p:nvSpPr>
        <p:spPr>
          <a:xfrm>
            <a:off x="540001" y="1078783"/>
            <a:ext cx="8100000" cy="36000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noAutofit/>
          </a:bodyPr>
          <a:lstStyle/>
          <a:p>
            <a:pPr lvl="0" algn="l" eaLnBrk="1" hangingPunct="1">
              <a:spcBef>
                <a:spcPts val="0"/>
              </a:spcBef>
              <a:spcAft>
                <a:spcPts val="600"/>
              </a:spcAft>
              <a:buClr>
                <a:srgbClr val="00007D"/>
              </a:buClr>
              <a:buSzPct val="75000"/>
            </a:pPr>
            <a:r>
              <a:rPr lang="cs-CZ" sz="2000" b="0" kern="0" dirty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Čítače</a:t>
            </a:r>
          </a:p>
        </p:txBody>
      </p:sp>
    </p:spTree>
    <p:extLst>
      <p:ext uri="{BB962C8B-B14F-4D97-AF65-F5344CB8AC3E}">
        <p14:creationId xmlns:p14="http://schemas.microsoft.com/office/powerpoint/2010/main" val="985638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7"/>
          <p:cNvSpPr>
            <a:spLocks noChangeArrowheads="1"/>
          </p:cNvSpPr>
          <p:nvPr/>
        </p:nvSpPr>
        <p:spPr bwMode="auto">
          <a:xfrm>
            <a:off x="720000" y="72000"/>
            <a:ext cx="2483848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algn="l">
              <a:buClr>
                <a:srgbClr val="006600"/>
              </a:buClr>
              <a:buFont typeface="Wingdings" pitchFamily="2" charset="2"/>
              <a:buNone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Nová kapitola  </a:t>
            </a:r>
          </a:p>
        </p:txBody>
      </p:sp>
      <p:sp>
        <p:nvSpPr>
          <p:cNvPr id="10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1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2" name="Tlačítko akce: Vlastní 11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4" name="Tlačítko akce: Vlastní 13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5" name="Tlačítko akce: Vlastní 14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614217"/>
            <a:ext cx="9144000" cy="1446550"/>
          </a:xfrm>
          <a:noFill/>
          <a:ln/>
        </p:spPr>
        <p:txBody>
          <a:bodyPr>
            <a:spAutoFit/>
          </a:bodyPr>
          <a:lstStyle/>
          <a:p>
            <a:pPr algn="ctr">
              <a:defRPr/>
            </a:pPr>
            <a:r>
              <a:rPr lang="cs-CZ" sz="8800" dirty="0">
                <a:latin typeface="Arial Black" pitchFamily="34" charset="0"/>
              </a:rPr>
              <a:t>Čítače</a:t>
            </a:r>
          </a:p>
        </p:txBody>
      </p:sp>
    </p:spTree>
    <p:extLst>
      <p:ext uri="{BB962C8B-B14F-4D97-AF65-F5344CB8AC3E}">
        <p14:creationId xmlns:p14="http://schemas.microsoft.com/office/powerpoint/2010/main" val="4071421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7772400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Funkce čítače</a:t>
            </a:r>
          </a:p>
        </p:txBody>
      </p:sp>
      <p:sp>
        <p:nvSpPr>
          <p:cNvPr id="66565" name="Text Box 5"/>
          <p:cNvSpPr txBox="1">
            <a:spLocks noChangeArrowheads="1"/>
          </p:cNvSpPr>
          <p:nvPr/>
        </p:nvSpPr>
        <p:spPr bwMode="auto">
          <a:xfrm>
            <a:off x="684213" y="1773238"/>
            <a:ext cx="6840537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endParaRPr lang="cs-CZ"/>
          </a:p>
        </p:txBody>
      </p:sp>
      <p:sp>
        <p:nvSpPr>
          <p:cNvPr id="66575" name="Text Box 15"/>
          <p:cNvSpPr txBox="1">
            <a:spLocks noChangeArrowheads="1"/>
          </p:cNvSpPr>
          <p:nvPr/>
        </p:nvSpPr>
        <p:spPr bwMode="auto">
          <a:xfrm>
            <a:off x="360000" y="1080000"/>
            <a:ext cx="8784000" cy="178510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 indent="-504000" algn="l">
              <a:spcAft>
                <a:spcPts val="1800"/>
              </a:spcAft>
              <a:buClr>
                <a:schemeClr val="folHlink"/>
              </a:buClr>
              <a:buBlip>
                <a:blip r:embed="rId3"/>
              </a:buBlip>
              <a:defRPr/>
            </a:pPr>
            <a:r>
              <a:rPr lang="cs-CZ" sz="2000" dirty="0">
                <a:latin typeface="Verdana" pitchFamily="34" charset="0"/>
              </a:rPr>
              <a:t>Používá se k </a:t>
            </a:r>
            <a:r>
              <a:rPr lang="cs-CZ" sz="2000" b="1" dirty="0">
                <a:latin typeface="Verdana" pitchFamily="34" charset="0"/>
              </a:rPr>
              <a:t>počítání impulzů </a:t>
            </a:r>
            <a:r>
              <a:rPr lang="cs-CZ" sz="2000" dirty="0">
                <a:latin typeface="Verdana" pitchFamily="34" charset="0"/>
              </a:rPr>
              <a:t>(výstupy impulzních snímačů)</a:t>
            </a:r>
            <a:br>
              <a:rPr lang="cs-CZ" sz="2000" dirty="0">
                <a:latin typeface="Verdana" pitchFamily="34" charset="0"/>
              </a:rPr>
            </a:br>
            <a:r>
              <a:rPr lang="cs-CZ" sz="2000" dirty="0">
                <a:latin typeface="Verdana" pitchFamily="34" charset="0"/>
              </a:rPr>
              <a:t>elektroměr, tachometr, inkrementální snímač polohy…</a:t>
            </a:r>
          </a:p>
          <a:p>
            <a:pPr marL="504000" indent="-504000" algn="l">
              <a:spcAft>
                <a:spcPts val="1800"/>
              </a:spcAft>
              <a:buClr>
                <a:schemeClr val="folHlink"/>
              </a:buClr>
              <a:buBlip>
                <a:blip r:embed="rId3"/>
              </a:buBlip>
              <a:defRPr/>
            </a:pPr>
            <a:r>
              <a:rPr lang="cs-CZ" sz="2000" dirty="0">
                <a:latin typeface="Verdana" pitchFamily="34" charset="0"/>
              </a:rPr>
              <a:t>Generování </a:t>
            </a:r>
            <a:r>
              <a:rPr lang="cs-CZ" sz="2000" b="1" dirty="0">
                <a:latin typeface="Verdana" pitchFamily="34" charset="0"/>
              </a:rPr>
              <a:t>časových prodlev</a:t>
            </a:r>
          </a:p>
          <a:p>
            <a:pPr marL="504000" indent="-504000" algn="l">
              <a:spcAft>
                <a:spcPts val="1800"/>
              </a:spcAft>
              <a:buClr>
                <a:schemeClr val="folHlink"/>
              </a:buClr>
              <a:buBlip>
                <a:blip r:embed="rId3"/>
              </a:buBlip>
              <a:defRPr/>
            </a:pPr>
            <a:r>
              <a:rPr lang="cs-CZ" sz="2000" dirty="0">
                <a:latin typeface="Verdana" pitchFamily="34" charset="0"/>
              </a:rPr>
              <a:t>Měření</a:t>
            </a:r>
            <a:r>
              <a:rPr lang="cs-CZ" sz="2000" b="1" dirty="0">
                <a:latin typeface="Verdana" pitchFamily="34" charset="0"/>
              </a:rPr>
              <a:t> frekvence</a:t>
            </a:r>
          </a:p>
        </p:txBody>
      </p:sp>
      <p:sp>
        <p:nvSpPr>
          <p:cNvPr id="10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1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2" name="Tlačítko akce: Vlastní 11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3" name="Tlačítko akce: Vlastní 12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4" name="Tlačítko akce: Vlastní 13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2551834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65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65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65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7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8" name="Tlačítko akce: Vlastní 7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9" name="Tlačítko akce: Vlastní 8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0" name="Tlačítko akce: Vlastní 9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2" name="TextovéPole 1"/>
          <p:cNvSpPr txBox="1"/>
          <p:nvPr/>
        </p:nvSpPr>
        <p:spPr bwMode="auto">
          <a:xfrm>
            <a:off x="3635696" y="1728000"/>
            <a:ext cx="1800000" cy="2781120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32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+mj-ea"/>
                <a:cs typeface="+mj-cs"/>
              </a:rPr>
              <a:t>Čítač</a:t>
            </a:r>
          </a:p>
        </p:txBody>
      </p:sp>
      <p:cxnSp>
        <p:nvCxnSpPr>
          <p:cNvPr id="11" name="Přímá spojnice se šipkou 10"/>
          <p:cNvCxnSpPr/>
          <p:nvPr/>
        </p:nvCxnSpPr>
        <p:spPr>
          <a:xfrm>
            <a:off x="1835696" y="2420888"/>
            <a:ext cx="1800000" cy="0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ovéPole 12"/>
          <p:cNvSpPr txBox="1"/>
          <p:nvPr/>
        </p:nvSpPr>
        <p:spPr bwMode="auto">
          <a:xfrm>
            <a:off x="1874762" y="1772816"/>
            <a:ext cx="132921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cs-CZ" b="1" kern="0" dirty="0">
                <a:latin typeface="+mj-lt"/>
                <a:ea typeface="+mj-ea"/>
                <a:cs typeface="+mj-cs"/>
              </a:rPr>
              <a:t>Impulzy</a:t>
            </a:r>
            <a:endParaRPr kumimoji="0" lang="cs-CZ" b="1" i="0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4" name="Šipka doprava 13"/>
          <p:cNvSpPr/>
          <p:nvPr/>
        </p:nvSpPr>
        <p:spPr>
          <a:xfrm>
            <a:off x="5435696" y="2042225"/>
            <a:ext cx="1800000" cy="594687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20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6" name="TextovéPole 15"/>
          <p:cNvSpPr txBox="1"/>
          <p:nvPr/>
        </p:nvSpPr>
        <p:spPr bwMode="auto">
          <a:xfrm>
            <a:off x="5550402" y="1671191"/>
            <a:ext cx="121058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 eaLnBrk="1" hangingPunct="1"/>
            <a:r>
              <a:rPr lang="cs-CZ" b="1" kern="0" dirty="0">
                <a:latin typeface="+mj-lt"/>
                <a:ea typeface="+mj-ea"/>
                <a:cs typeface="+mj-cs"/>
              </a:rPr>
              <a:t>Výstup</a:t>
            </a:r>
            <a:endParaRPr kumimoji="0" lang="cs-CZ" b="1" i="0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7" name="Rectangle 62"/>
          <p:cNvSpPr>
            <a:spLocks noGrp="1" noChangeArrowheads="1"/>
          </p:cNvSpPr>
          <p:nvPr>
            <p:ph type="title" idx="4294967295"/>
          </p:nvPr>
        </p:nvSpPr>
        <p:spPr>
          <a:xfrm>
            <a:off x="720001" y="72002"/>
            <a:ext cx="6012240" cy="399600"/>
          </a:xfrm>
        </p:spPr>
        <p:txBody>
          <a:bodyPr/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Funkce čítače</a:t>
            </a:r>
          </a:p>
        </p:txBody>
      </p:sp>
      <p:cxnSp>
        <p:nvCxnSpPr>
          <p:cNvPr id="15" name="Přímá spojnice se šipkou 14"/>
          <p:cNvCxnSpPr/>
          <p:nvPr/>
        </p:nvCxnSpPr>
        <p:spPr>
          <a:xfrm>
            <a:off x="5435696" y="3356992"/>
            <a:ext cx="1800000" cy="0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Přímá spojnice se šipkou 17"/>
          <p:cNvCxnSpPr/>
          <p:nvPr/>
        </p:nvCxnSpPr>
        <p:spPr>
          <a:xfrm>
            <a:off x="5435696" y="3861048"/>
            <a:ext cx="1800000" cy="0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ovéPole 18"/>
          <p:cNvSpPr txBox="1"/>
          <p:nvPr/>
        </p:nvSpPr>
        <p:spPr bwMode="auto">
          <a:xfrm>
            <a:off x="5616588" y="2987660"/>
            <a:ext cx="12234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 eaLnBrk="1" hangingPunct="1"/>
            <a:r>
              <a:rPr lang="cs-CZ" sz="1800" b="1" kern="0" dirty="0">
                <a:latin typeface="+mj-lt"/>
                <a:ea typeface="+mj-ea"/>
                <a:cs typeface="+mj-cs"/>
              </a:rPr>
              <a:t>Přetečení</a:t>
            </a:r>
            <a:endParaRPr kumimoji="0" lang="cs-CZ" sz="1800" b="1" i="0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0" name="TextovéPole 19"/>
          <p:cNvSpPr txBox="1"/>
          <p:nvPr/>
        </p:nvSpPr>
        <p:spPr bwMode="auto">
          <a:xfrm>
            <a:off x="5616588" y="3501008"/>
            <a:ext cx="128753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 eaLnBrk="1" hangingPunct="1"/>
            <a:r>
              <a:rPr lang="cs-CZ" sz="1800" b="1" kern="0" dirty="0">
                <a:latin typeface="+mj-lt"/>
                <a:ea typeface="+mj-ea"/>
                <a:cs typeface="+mj-cs"/>
              </a:rPr>
              <a:t>Podtečení</a:t>
            </a:r>
            <a:endParaRPr kumimoji="0" lang="cs-CZ" sz="1800" b="1" i="0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813549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90" name="Text Box 6"/>
          <p:cNvSpPr txBox="1">
            <a:spLocks noChangeArrowheads="1"/>
          </p:cNvSpPr>
          <p:nvPr/>
        </p:nvSpPr>
        <p:spPr bwMode="auto">
          <a:xfrm>
            <a:off x="360000" y="1080000"/>
            <a:ext cx="8786842" cy="384720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04000" indent="-504000" algn="l">
              <a:spcAft>
                <a:spcPts val="1200"/>
              </a:spcAft>
              <a:buClr>
                <a:schemeClr val="folHlink"/>
              </a:buClr>
              <a:buFont typeface="Wingdings" pitchFamily="2" charset="2"/>
              <a:buChar char="n"/>
            </a:pPr>
            <a:r>
              <a:rPr lang="cs-CZ" b="1" dirty="0">
                <a:latin typeface="Verdana" pitchFamily="34" charset="0"/>
              </a:rPr>
              <a:t>Konstrukce</a:t>
            </a:r>
          </a:p>
          <a:p>
            <a:pPr marL="504000" algn="l">
              <a:spcAft>
                <a:spcPts val="1800"/>
              </a:spcAft>
              <a:buClr>
                <a:schemeClr val="bg2">
                  <a:lumMod val="50000"/>
                </a:schemeClr>
              </a:buClr>
            </a:pPr>
            <a:r>
              <a:rPr lang="cs-CZ" sz="2000" dirty="0">
                <a:latin typeface="Verdana" pitchFamily="34" charset="0"/>
              </a:rPr>
              <a:t>Ke konstrukci se používají klopné obvody s funkcí</a:t>
            </a:r>
            <a:r>
              <a:rPr lang="cs-CZ" sz="2000" b="1" dirty="0">
                <a:latin typeface="Verdana" pitchFamily="34" charset="0"/>
              </a:rPr>
              <a:t> TOGGLE</a:t>
            </a:r>
            <a:endParaRPr lang="cs-CZ" sz="2000" dirty="0">
              <a:latin typeface="Verdana" pitchFamily="34" charset="0"/>
            </a:endParaRPr>
          </a:p>
          <a:p>
            <a:pPr marL="504000" indent="-504000" algn="l">
              <a:spcAft>
                <a:spcPts val="1200"/>
              </a:spcAft>
              <a:buClr>
                <a:schemeClr val="bg2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cs-CZ" sz="2000" b="1" dirty="0">
                <a:latin typeface="Verdana" pitchFamily="34" charset="0"/>
              </a:rPr>
              <a:t>Klopný obvod T </a:t>
            </a:r>
            <a:br>
              <a:rPr lang="cs-CZ" sz="2000" b="1" dirty="0">
                <a:latin typeface="Verdana" pitchFamily="34" charset="0"/>
              </a:rPr>
            </a:br>
            <a:r>
              <a:rPr lang="cs-CZ" sz="2000" dirty="0">
                <a:latin typeface="Verdana" pitchFamily="34" charset="0"/>
              </a:rPr>
              <a:t>vstup </a:t>
            </a:r>
            <a:r>
              <a:rPr lang="cs-CZ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T</a:t>
            </a:r>
            <a:r>
              <a:rPr lang="cs-CZ" sz="2000" dirty="0">
                <a:latin typeface="Verdana" pitchFamily="34" charset="0"/>
              </a:rPr>
              <a:t> je připojen na log 1</a:t>
            </a:r>
            <a:endParaRPr lang="cs-CZ" sz="2000" b="1" dirty="0">
              <a:latin typeface="Verdana" pitchFamily="34" charset="0"/>
            </a:endParaRPr>
          </a:p>
          <a:p>
            <a:pPr marL="504000" indent="-504000" algn="l">
              <a:spcAft>
                <a:spcPts val="1200"/>
              </a:spcAft>
              <a:buClr>
                <a:schemeClr val="bg2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cs-CZ" sz="2000" b="1" dirty="0">
                <a:latin typeface="Verdana" pitchFamily="34" charset="0"/>
              </a:rPr>
              <a:t>Klopný obvod J-K </a:t>
            </a:r>
            <a:br>
              <a:rPr lang="cs-CZ" sz="2000" b="1" dirty="0">
                <a:latin typeface="Verdana" pitchFamily="34" charset="0"/>
              </a:rPr>
            </a:br>
            <a:r>
              <a:rPr lang="cs-CZ" sz="2000" dirty="0">
                <a:latin typeface="Verdana" pitchFamily="34" charset="0"/>
              </a:rPr>
              <a:t>vstupy</a:t>
            </a:r>
            <a:r>
              <a:rPr lang="cs-CZ" sz="2000" b="1" dirty="0">
                <a:latin typeface="Verdana" pitchFamily="34" charset="0"/>
              </a:rPr>
              <a:t> </a:t>
            </a:r>
            <a:r>
              <a:rPr lang="cs-CZ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J</a:t>
            </a:r>
            <a:r>
              <a:rPr lang="cs-CZ" sz="2000" b="1" dirty="0">
                <a:latin typeface="Verdana" pitchFamily="34" charset="0"/>
              </a:rPr>
              <a:t> </a:t>
            </a:r>
            <a:r>
              <a:rPr lang="cs-CZ" sz="2000" dirty="0">
                <a:latin typeface="Verdana" pitchFamily="34" charset="0"/>
              </a:rPr>
              <a:t>a</a:t>
            </a:r>
            <a:r>
              <a:rPr lang="cs-CZ" sz="2000" b="1" dirty="0">
                <a:latin typeface="Verdana" pitchFamily="34" charset="0"/>
              </a:rPr>
              <a:t> </a:t>
            </a:r>
            <a:r>
              <a:rPr lang="cs-CZ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K</a:t>
            </a:r>
            <a:r>
              <a:rPr lang="cs-CZ" sz="2000" b="1" dirty="0">
                <a:latin typeface="Verdana" pitchFamily="34" charset="0"/>
              </a:rPr>
              <a:t> </a:t>
            </a:r>
            <a:r>
              <a:rPr lang="cs-CZ" sz="2000" dirty="0">
                <a:latin typeface="Verdana" pitchFamily="34" charset="0"/>
              </a:rPr>
              <a:t>jsou připojeny na log 1</a:t>
            </a:r>
          </a:p>
          <a:p>
            <a:pPr marL="504000" indent="-504000" algn="l">
              <a:spcAft>
                <a:spcPts val="1200"/>
              </a:spcAft>
              <a:buClr>
                <a:schemeClr val="bg2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cs-CZ" sz="2000" b="1" dirty="0">
                <a:latin typeface="Verdana" pitchFamily="34" charset="0"/>
              </a:rPr>
              <a:t>Klopný obvod D </a:t>
            </a:r>
            <a:br>
              <a:rPr lang="cs-CZ" sz="2000" b="1" dirty="0">
                <a:latin typeface="Verdana" pitchFamily="34" charset="0"/>
              </a:rPr>
            </a:br>
            <a:r>
              <a:rPr lang="cs-CZ" sz="2000" dirty="0">
                <a:latin typeface="Verdana" pitchFamily="34" charset="0"/>
              </a:rPr>
              <a:t>zpětná vazba z výstupu </a:t>
            </a:r>
            <a:r>
              <a:rPr lang="cs-CZ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/Q</a:t>
            </a:r>
            <a:r>
              <a:rPr lang="cs-CZ" sz="2000" dirty="0">
                <a:latin typeface="Verdana" pitchFamily="34" charset="0"/>
              </a:rPr>
              <a:t> na vstup </a:t>
            </a:r>
            <a:r>
              <a:rPr lang="cs-CZ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D</a:t>
            </a:r>
          </a:p>
          <a:p>
            <a:pPr marL="504000" indent="-504000" algn="l">
              <a:spcAft>
                <a:spcPts val="1200"/>
              </a:spcAft>
              <a:buClr>
                <a:schemeClr val="bg2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cs-CZ" sz="2000" dirty="0">
                <a:latin typeface="Verdana" pitchFamily="34" charset="0"/>
              </a:rPr>
              <a:t>Klopné obvody jsou s </a:t>
            </a:r>
            <a:r>
              <a:rPr lang="cs-CZ" sz="2000" b="1" dirty="0">
                <a:latin typeface="Verdana" pitchFamily="34" charset="0"/>
              </a:rPr>
              <a:t>hranovým řízením</a:t>
            </a:r>
          </a:p>
        </p:txBody>
      </p:sp>
      <p:sp>
        <p:nvSpPr>
          <p:cNvPr id="3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4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5" name="Tlačítko akce: Vlastní 4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6" name="Tlačítko akce: Vlastní 5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7" name="Tlačítko akce: Vlastní 6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7772400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Konstrukce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723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723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723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723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723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723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Tlačítko akce: Vlastní 6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0" name="Rectangle 62"/>
          <p:cNvSpPr>
            <a:spLocks noGrp="1" noChangeArrowheads="1"/>
          </p:cNvSpPr>
          <p:nvPr>
            <p:ph type="title" idx="4294967295"/>
          </p:nvPr>
        </p:nvSpPr>
        <p:spPr>
          <a:xfrm>
            <a:off x="720001" y="72002"/>
            <a:ext cx="6012240" cy="399600"/>
          </a:xfrm>
        </p:spPr>
        <p:txBody>
          <a:bodyPr/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Konstrukce</a:t>
            </a:r>
          </a:p>
        </p:txBody>
      </p:sp>
      <p:pic>
        <p:nvPicPr>
          <p:cNvPr id="2" name="Obrázek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276" y="1989181"/>
            <a:ext cx="2879604" cy="2519939"/>
          </a:xfrm>
          <a:prstGeom prst="rect">
            <a:avLst/>
          </a:prstGeom>
        </p:spPr>
      </p:pic>
      <p:pic>
        <p:nvPicPr>
          <p:cNvPr id="3" name="Obrázek 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6772" y="720000"/>
            <a:ext cx="2879604" cy="2519939"/>
          </a:xfrm>
          <a:prstGeom prst="rect">
            <a:avLst/>
          </a:prstGeom>
        </p:spPr>
      </p:pic>
      <p:pic>
        <p:nvPicPr>
          <p:cNvPr id="4" name="Obrázek 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6772" y="3600000"/>
            <a:ext cx="2879604" cy="2519939"/>
          </a:xfrm>
          <a:prstGeom prst="rect">
            <a:avLst/>
          </a:prstGeom>
        </p:spPr>
      </p:pic>
      <p:sp>
        <p:nvSpPr>
          <p:cNvPr id="11" name="TextovéPole 10"/>
          <p:cNvSpPr txBox="1"/>
          <p:nvPr/>
        </p:nvSpPr>
        <p:spPr bwMode="auto">
          <a:xfrm>
            <a:off x="3487237" y="2726806"/>
            <a:ext cx="868739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6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+mj-ea"/>
                <a:cs typeface="+mj-cs"/>
              </a:rPr>
              <a:t>=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3297617051"/>
              </p:ext>
            </p:extLst>
          </p:nvPr>
        </p:nvGraphicFramePr>
        <p:xfrm>
          <a:off x="1524000" y="13970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7772400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Dělení čítačů</a:t>
            </a:r>
          </a:p>
        </p:txBody>
      </p:sp>
      <p:sp>
        <p:nvSpPr>
          <p:cNvPr id="11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2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3" name="Tlačítko akce: Vlastní 12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4" name="Tlačítko akce: Vlastní 13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5" name="Tlačítko akce: Vlastní 14">
            <a:hlinkClick r:id="rId8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2103258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AFF0C932-543F-4DCB-ABF8-2C2E7CBD678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graphicEl>
                                              <a:dgm id="{AFF0C932-543F-4DCB-ABF8-2C2E7CBD678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00AF61AA-483C-4D8C-8F04-F30ED618B9C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graphicEl>
                                              <a:dgm id="{00AF61AA-483C-4D8C-8F04-F30ED618B9C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78A8C217-0024-4EBC-8DF6-6076DD6B4D2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graphicEl>
                                              <a:dgm id="{78A8C217-0024-4EBC-8DF6-6076DD6B4D2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20311B42-CAAF-47FC-8AAC-BCCC7C917A0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graphicEl>
                                              <a:dgm id="{20311B42-CAAF-47FC-8AAC-BCCC7C917A0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FEB7062F-52C6-4A28-83A7-43680270949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graphicEl>
                                              <a:dgm id="{FEB7062F-52C6-4A28-83A7-43680270949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14F58C5B-71A7-4A38-A73E-7E37EE5CDEC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graphicEl>
                                              <a:dgm id="{14F58C5B-71A7-4A38-A73E-7E37EE5CDEC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87385569-AD5C-4A15-9F85-B6287E06787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graphicEl>
                                              <a:dgm id="{87385569-AD5C-4A15-9F85-B6287E06787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Dgm bld="one"/>
        </p:bldSub>
      </p:bldGraphic>
      <p:bldP spid="11" grpId="0" animBg="1"/>
      <p:bldP spid="1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652" name="Text Box 4"/>
          <p:cNvSpPr txBox="1">
            <a:spLocks noChangeArrowheads="1"/>
          </p:cNvSpPr>
          <p:nvPr/>
        </p:nvSpPr>
        <p:spPr bwMode="auto">
          <a:xfrm>
            <a:off x="360000" y="1080000"/>
            <a:ext cx="8786842" cy="2816156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04000" indent="-504000" algn="l">
              <a:spcAft>
                <a:spcPts val="1200"/>
              </a:spcAft>
              <a:buClr>
                <a:schemeClr val="folHlink"/>
              </a:buClr>
              <a:buFont typeface="Wingdings" pitchFamily="2" charset="2"/>
              <a:buChar char="n"/>
            </a:pPr>
            <a:r>
              <a:rPr lang="cs-CZ" b="1" dirty="0">
                <a:latin typeface="Verdana" pitchFamily="34" charset="0"/>
              </a:rPr>
              <a:t>Generovaný kód</a:t>
            </a:r>
          </a:p>
          <a:p>
            <a:pPr marL="504000" indent="-504000" algn="l">
              <a:spcBef>
                <a:spcPts val="0"/>
              </a:spcBef>
              <a:spcAft>
                <a:spcPts val="1800"/>
              </a:spcAft>
              <a:buClr>
                <a:schemeClr val="bg2">
                  <a:lumMod val="50000"/>
                </a:schemeClr>
              </a:buClr>
            </a:pPr>
            <a:r>
              <a:rPr lang="cs-CZ" sz="2800" dirty="0">
                <a:latin typeface="Verdana" pitchFamily="34" charset="0"/>
              </a:rPr>
              <a:t>	</a:t>
            </a:r>
            <a:r>
              <a:rPr lang="cs-CZ" sz="2000" b="1" dirty="0">
                <a:latin typeface="Verdana" pitchFamily="34" charset="0"/>
              </a:rPr>
              <a:t>Stavy</a:t>
            </a:r>
            <a:r>
              <a:rPr lang="cs-CZ" sz="2000" dirty="0">
                <a:latin typeface="Verdana" pitchFamily="34" charset="0"/>
              </a:rPr>
              <a:t> čítačů se </a:t>
            </a:r>
            <a:r>
              <a:rPr lang="cs-CZ" sz="2000" b="1" dirty="0">
                <a:latin typeface="Verdana" pitchFamily="34" charset="0"/>
              </a:rPr>
              <a:t>mění</a:t>
            </a:r>
            <a:r>
              <a:rPr lang="cs-CZ" sz="2000" dirty="0">
                <a:latin typeface="Verdana" pitchFamily="34" charset="0"/>
              </a:rPr>
              <a:t> podle kódové tabulky</a:t>
            </a:r>
          </a:p>
          <a:p>
            <a:pPr marL="504000" indent="-504000" algn="l">
              <a:spcBef>
                <a:spcPts val="0"/>
              </a:spcBef>
              <a:spcAft>
                <a:spcPts val="2400"/>
              </a:spcAft>
              <a:buClr>
                <a:schemeClr val="bg2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cs-CZ" sz="2000" b="1" dirty="0">
                <a:solidFill>
                  <a:srgbClr val="FF0000"/>
                </a:solidFill>
                <a:latin typeface="Verdana" pitchFamily="34" charset="0"/>
              </a:rPr>
              <a:t>Dvojkový kód </a:t>
            </a:r>
            <a:r>
              <a:rPr lang="cs-CZ" sz="2000" b="1" dirty="0">
                <a:latin typeface="Verdana" pitchFamily="34" charset="0"/>
              </a:rPr>
              <a:t>- 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0,1,2,3,4,5,6,7,…,2</a:t>
            </a:r>
            <a:r>
              <a:rPr lang="cs-CZ" sz="2000" baseline="30000" dirty="0"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…</a:t>
            </a:r>
          </a:p>
          <a:p>
            <a:pPr marL="504000" indent="-504000" algn="l">
              <a:spcBef>
                <a:spcPts val="0"/>
              </a:spcBef>
              <a:spcAft>
                <a:spcPts val="2400"/>
              </a:spcAft>
              <a:buClr>
                <a:schemeClr val="bg2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cs-CZ" sz="2000" b="1" dirty="0">
                <a:solidFill>
                  <a:srgbClr val="FF0000"/>
                </a:solidFill>
                <a:latin typeface="Verdana" pitchFamily="34" charset="0"/>
              </a:rPr>
              <a:t>BCD kód </a:t>
            </a:r>
            <a:r>
              <a:rPr lang="cs-CZ" sz="2000" b="1" dirty="0">
                <a:latin typeface="Verdana" pitchFamily="34" charset="0"/>
              </a:rPr>
              <a:t>- 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0,1,2,3,4,5,6,7,8,9</a:t>
            </a:r>
          </a:p>
          <a:p>
            <a:pPr marL="504000" indent="-504000" algn="l">
              <a:spcBef>
                <a:spcPts val="0"/>
              </a:spcBef>
              <a:buClr>
                <a:schemeClr val="bg2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cs-CZ" sz="2000" b="1" dirty="0" err="1">
                <a:solidFill>
                  <a:srgbClr val="FF0000"/>
                </a:solidFill>
                <a:latin typeface="Verdana" pitchFamily="34" charset="0"/>
              </a:rPr>
              <a:t>Grayův</a:t>
            </a:r>
            <a:r>
              <a:rPr lang="cs-CZ" sz="2000" b="1" dirty="0">
                <a:solidFill>
                  <a:srgbClr val="FF0000"/>
                </a:solidFill>
                <a:latin typeface="Verdana" pitchFamily="34" charset="0"/>
              </a:rPr>
              <a:t> kód </a:t>
            </a:r>
            <a:r>
              <a:rPr lang="cs-CZ" sz="2000" b="1" dirty="0">
                <a:latin typeface="Verdana" pitchFamily="34" charset="0"/>
              </a:rPr>
              <a:t>- 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0,1,3,2,6,7,5,4,8,9,11,10,14,15,13,12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9" name="Rectangle 62"/>
          <p:cNvSpPr>
            <a:spLocks noGrp="1" noChangeArrowheads="1"/>
          </p:cNvSpPr>
          <p:nvPr>
            <p:ph type="title" idx="4294967295"/>
          </p:nvPr>
        </p:nvSpPr>
        <p:spPr>
          <a:xfrm>
            <a:off x="720001" y="72002"/>
            <a:ext cx="6012240" cy="399600"/>
          </a:xfrm>
        </p:spPr>
        <p:txBody>
          <a:bodyPr/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Dělení čítačů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36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36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836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36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652" name="Text Box 4"/>
          <p:cNvSpPr txBox="1">
            <a:spLocks noChangeArrowheads="1"/>
          </p:cNvSpPr>
          <p:nvPr/>
        </p:nvSpPr>
        <p:spPr bwMode="auto">
          <a:xfrm>
            <a:off x="360000" y="1080000"/>
            <a:ext cx="8786842" cy="253915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04000" indent="-504000" algn="l">
              <a:spcBef>
                <a:spcPts val="0"/>
              </a:spcBef>
              <a:spcAft>
                <a:spcPts val="18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n"/>
            </a:pPr>
            <a:r>
              <a:rPr lang="cs-CZ" b="1" dirty="0">
                <a:latin typeface="Verdana" pitchFamily="34" charset="0"/>
              </a:rPr>
              <a:t>Směr čítání</a:t>
            </a:r>
            <a:endParaRPr lang="cs-CZ" dirty="0">
              <a:latin typeface="Verdana" pitchFamily="34" charset="0"/>
            </a:endParaRPr>
          </a:p>
          <a:p>
            <a:pPr marL="504000" indent="-504000" algn="l">
              <a:spcBef>
                <a:spcPts val="0"/>
              </a:spcBef>
              <a:spcAft>
                <a:spcPts val="2400"/>
              </a:spcAft>
              <a:buClr>
                <a:schemeClr val="bg2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cs-CZ" sz="2000" b="1" dirty="0">
                <a:latin typeface="Verdana" pitchFamily="34" charset="0"/>
              </a:rPr>
              <a:t>Vzestupný </a:t>
            </a:r>
            <a:r>
              <a:rPr lang="cs-CZ" sz="2000" dirty="0">
                <a:latin typeface="Verdana" pitchFamily="34" charset="0"/>
              </a:rPr>
              <a:t>(vpřed) - 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0,1,2,3,0,1,2,3,0…</a:t>
            </a:r>
          </a:p>
          <a:p>
            <a:pPr marL="504000" indent="-504000" algn="l">
              <a:spcBef>
                <a:spcPts val="0"/>
              </a:spcBef>
              <a:spcAft>
                <a:spcPts val="2400"/>
              </a:spcAft>
              <a:buClr>
                <a:schemeClr val="bg2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cs-CZ" sz="2000" b="1" dirty="0">
                <a:latin typeface="Verdana" pitchFamily="34" charset="0"/>
              </a:rPr>
              <a:t>Sestupný </a:t>
            </a:r>
            <a:r>
              <a:rPr lang="cs-CZ" sz="2000" dirty="0">
                <a:latin typeface="Verdana" pitchFamily="34" charset="0"/>
              </a:rPr>
              <a:t>(vzad) - 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3,2,1,0,3,2,1…</a:t>
            </a:r>
          </a:p>
          <a:p>
            <a:pPr marL="504000" indent="-504000" algn="l">
              <a:spcBef>
                <a:spcPts val="0"/>
              </a:spcBef>
              <a:spcAft>
                <a:spcPts val="2400"/>
              </a:spcAft>
              <a:buClr>
                <a:schemeClr val="bg2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cs-CZ" sz="2000" b="1" dirty="0">
                <a:latin typeface="Verdana" pitchFamily="34" charset="0"/>
              </a:rPr>
              <a:t>Vratný </a:t>
            </a:r>
            <a:r>
              <a:rPr lang="cs-CZ" sz="2000" dirty="0">
                <a:latin typeface="Verdana" pitchFamily="34" charset="0"/>
              </a:rPr>
              <a:t>(obousměrný, reverzibilní) -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7,8,9,8,7,6,7,8,9,0,1,2,1,0,9…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9" name="Rectangle 62"/>
          <p:cNvSpPr>
            <a:spLocks noGrp="1" noChangeArrowheads="1"/>
          </p:cNvSpPr>
          <p:nvPr>
            <p:ph type="title" idx="4294967295"/>
          </p:nvPr>
        </p:nvSpPr>
        <p:spPr>
          <a:xfrm>
            <a:off x="720001" y="72002"/>
            <a:ext cx="6012240" cy="399600"/>
          </a:xfrm>
        </p:spPr>
        <p:txBody>
          <a:bodyPr/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Dělení čítačů</a:t>
            </a:r>
          </a:p>
        </p:txBody>
      </p:sp>
    </p:spTree>
    <p:extLst>
      <p:ext uri="{BB962C8B-B14F-4D97-AF65-F5344CB8AC3E}">
        <p14:creationId xmlns:p14="http://schemas.microsoft.com/office/powerpoint/2010/main" val="1327641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36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36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836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652" name="Text Box 4"/>
          <p:cNvSpPr txBox="1">
            <a:spLocks noChangeArrowheads="1"/>
          </p:cNvSpPr>
          <p:nvPr/>
        </p:nvSpPr>
        <p:spPr bwMode="auto">
          <a:xfrm>
            <a:off x="360000" y="1080000"/>
            <a:ext cx="8786842" cy="161582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04000" indent="-504000" algn="l">
              <a:spcBef>
                <a:spcPts val="0"/>
              </a:spcBef>
              <a:spcAft>
                <a:spcPts val="18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n"/>
            </a:pPr>
            <a:r>
              <a:rPr lang="cs-CZ" b="1" dirty="0">
                <a:latin typeface="Verdana" pitchFamily="34" charset="0"/>
              </a:rPr>
              <a:t>Způsob spouštění</a:t>
            </a:r>
            <a:endParaRPr lang="cs-CZ" dirty="0">
              <a:latin typeface="Verdana" pitchFamily="34" charset="0"/>
            </a:endParaRPr>
          </a:p>
          <a:p>
            <a:pPr marL="504000" indent="-504000" algn="l">
              <a:spcBef>
                <a:spcPts val="0"/>
              </a:spcBef>
              <a:spcAft>
                <a:spcPts val="2400"/>
              </a:spcAft>
              <a:buClr>
                <a:schemeClr val="bg2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cs-CZ" sz="2000" b="1" dirty="0">
                <a:solidFill>
                  <a:srgbClr val="FF0000"/>
                </a:solidFill>
                <a:latin typeface="Verdana" pitchFamily="34" charset="0"/>
              </a:rPr>
              <a:t>Asynchronní</a:t>
            </a:r>
            <a:r>
              <a:rPr lang="cs-CZ" sz="2000" b="1" dirty="0">
                <a:latin typeface="Verdana" pitchFamily="34" charset="0"/>
              </a:rPr>
              <a:t> - </a:t>
            </a:r>
            <a:r>
              <a:rPr lang="cs-CZ" sz="2000" dirty="0">
                <a:latin typeface="Verdana" pitchFamily="34" charset="0"/>
              </a:rPr>
              <a:t>Klopné obvody se mění postupně</a:t>
            </a:r>
          </a:p>
          <a:p>
            <a:pPr marL="504000" indent="-504000" algn="l">
              <a:spcBef>
                <a:spcPts val="0"/>
              </a:spcBef>
              <a:spcAft>
                <a:spcPts val="2400"/>
              </a:spcAft>
              <a:buClr>
                <a:schemeClr val="bg2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cs-CZ" sz="2000" b="1" dirty="0">
                <a:solidFill>
                  <a:srgbClr val="FF0000"/>
                </a:solidFill>
                <a:latin typeface="Verdana" pitchFamily="34" charset="0"/>
              </a:rPr>
              <a:t>Synchronní</a:t>
            </a:r>
            <a:r>
              <a:rPr lang="cs-CZ" sz="2000" b="1" dirty="0">
                <a:latin typeface="Verdana" pitchFamily="34" charset="0"/>
              </a:rPr>
              <a:t> - </a:t>
            </a:r>
            <a:r>
              <a:rPr lang="cs-CZ" sz="2000" dirty="0">
                <a:latin typeface="Verdana" pitchFamily="34" charset="0"/>
              </a:rPr>
              <a:t>Klopné obvody se mění v jednom okamžiku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9" name="Rectangle 62"/>
          <p:cNvSpPr>
            <a:spLocks noGrp="1" noChangeArrowheads="1"/>
          </p:cNvSpPr>
          <p:nvPr>
            <p:ph type="title" idx="4294967295"/>
          </p:nvPr>
        </p:nvSpPr>
        <p:spPr>
          <a:xfrm>
            <a:off x="720001" y="72002"/>
            <a:ext cx="6012240" cy="399600"/>
          </a:xfrm>
        </p:spPr>
        <p:txBody>
          <a:bodyPr/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Dělení čítačů</a:t>
            </a:r>
          </a:p>
        </p:txBody>
      </p:sp>
    </p:spTree>
    <p:extLst>
      <p:ext uri="{BB962C8B-B14F-4D97-AF65-F5344CB8AC3E}">
        <p14:creationId xmlns:p14="http://schemas.microsoft.com/office/powerpoint/2010/main" val="3433973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36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36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360000" y="1080000"/>
            <a:ext cx="8786842" cy="263149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04000" indent="-504000" algn="l">
              <a:spcBef>
                <a:spcPts val="0"/>
              </a:spcBef>
              <a:spcAft>
                <a:spcPts val="150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n"/>
            </a:pPr>
            <a:r>
              <a:rPr lang="cs-CZ" sz="2000" dirty="0">
                <a:latin typeface="Verdana" pitchFamily="34" charset="0"/>
              </a:rPr>
              <a:t>Čítač čítající stavy </a:t>
            </a:r>
            <a:r>
              <a:rPr lang="cs-CZ" sz="2000" b="1" dirty="0">
                <a:latin typeface="Consolas" panose="020B0609020204030204" pitchFamily="49" charset="0"/>
              </a:rPr>
              <a:t>0,1,2,3,4,5,0</a:t>
            </a:r>
          </a:p>
          <a:p>
            <a:pPr marL="504000" indent="-504000" algn="l">
              <a:spcBef>
                <a:spcPts val="0"/>
              </a:spcBef>
              <a:spcAft>
                <a:spcPts val="18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n"/>
            </a:pPr>
            <a:r>
              <a:rPr lang="cs-CZ" sz="2000" dirty="0">
                <a:latin typeface="Verdana" pitchFamily="34" charset="0"/>
              </a:rPr>
              <a:t>Čítač čítající stavy </a:t>
            </a:r>
            <a:r>
              <a:rPr lang="cs-CZ" sz="2000" b="1" dirty="0">
                <a:latin typeface="Consolas" panose="020B0609020204030204" pitchFamily="49" charset="0"/>
              </a:rPr>
              <a:t>0,5,4,3,2,1,0</a:t>
            </a:r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3799108503"/>
              </p:ext>
            </p:extLst>
          </p:nvPr>
        </p:nvGraphicFramePr>
        <p:xfrm>
          <a:off x="1080000" y="1548000"/>
          <a:ext cx="3600000" cy="18362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8" name="Tlačítko akce: Vlastní 7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9" name="Tlačítko akce: Vlastní 8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0" name="Tlačítko akce: Vlastní 9">
            <a:hlinkClick r:id="rId8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7772400" cy="720000"/>
          </a:xfrm>
          <a:noFill/>
          <a:ln/>
        </p:spPr>
        <p:txBody>
          <a:bodyPr/>
          <a:lstStyle/>
          <a:p>
            <a:pPr>
              <a:spcBef>
                <a:spcPts val="0"/>
              </a:spcBef>
              <a:spcAft>
                <a:spcPts val="1800"/>
              </a:spcAft>
              <a:buClr>
                <a:schemeClr val="bg2">
                  <a:lumMod val="50000"/>
                </a:schemeClr>
              </a:buClr>
            </a:pPr>
            <a:r>
              <a:rPr lang="cs-CZ" sz="4000" b="1" dirty="0">
                <a:latin typeface="Verdana" pitchFamily="34" charset="0"/>
              </a:rPr>
              <a:t>Stavový diagram</a:t>
            </a:r>
            <a:endParaRPr lang="cs-CZ" sz="3600" dirty="0">
              <a:latin typeface="Verdana" pitchFamily="34" charset="0"/>
            </a:endParaRPr>
          </a:p>
        </p:txBody>
      </p:sp>
      <p:graphicFrame>
        <p:nvGraphicFramePr>
          <p:cNvPr id="13" name="Diagram 12"/>
          <p:cNvGraphicFramePr/>
          <p:nvPr>
            <p:extLst>
              <p:ext uri="{D42A27DB-BD31-4B8C-83A1-F6EECF244321}">
                <p14:modId xmlns:p14="http://schemas.microsoft.com/office/powerpoint/2010/main" val="3704897431"/>
              </p:ext>
            </p:extLst>
          </p:nvPr>
        </p:nvGraphicFramePr>
        <p:xfrm>
          <a:off x="1080000" y="3888000"/>
          <a:ext cx="3600000" cy="18362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</p:spTree>
    <p:extLst>
      <p:ext uri="{BB962C8B-B14F-4D97-AF65-F5344CB8AC3E}">
        <p14:creationId xmlns:p14="http://schemas.microsoft.com/office/powerpoint/2010/main" val="4232741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  <p:bldP spid="5" grpId="0" animBg="1"/>
      <p:bldP spid="6" grpId="0"/>
      <p:bldGraphic spid="13" grpId="0">
        <p:bldAsOne/>
      </p:bldGraphic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652" name="Text Box 4"/>
          <p:cNvSpPr txBox="1">
            <a:spLocks noChangeArrowheads="1"/>
          </p:cNvSpPr>
          <p:nvPr/>
        </p:nvSpPr>
        <p:spPr bwMode="auto">
          <a:xfrm>
            <a:off x="360000" y="1080000"/>
            <a:ext cx="8786842" cy="100027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04000" indent="-504000" algn="l">
              <a:spcBef>
                <a:spcPts val="0"/>
              </a:spcBef>
              <a:spcAft>
                <a:spcPts val="18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n"/>
            </a:pPr>
            <a:r>
              <a:rPr lang="cs-CZ" b="1" dirty="0">
                <a:latin typeface="Verdana" pitchFamily="34" charset="0"/>
              </a:rPr>
              <a:t>Přetečení</a:t>
            </a:r>
            <a:endParaRPr lang="cs-CZ" dirty="0">
              <a:latin typeface="Verdana" pitchFamily="34" charset="0"/>
            </a:endParaRPr>
          </a:p>
          <a:p>
            <a:pPr marL="504000" algn="l">
              <a:spcBef>
                <a:spcPts val="0"/>
              </a:spcBef>
              <a:spcAft>
                <a:spcPts val="2400"/>
              </a:spcAft>
              <a:buClr>
                <a:schemeClr val="bg2">
                  <a:lumMod val="50000"/>
                </a:schemeClr>
              </a:buClr>
            </a:pPr>
            <a:r>
              <a:rPr lang="cs-CZ" sz="2000" dirty="0">
                <a:latin typeface="Verdana" pitchFamily="34" charset="0"/>
              </a:rPr>
              <a:t>Stav, kdy čítač </a:t>
            </a:r>
            <a:r>
              <a:rPr lang="cs-CZ" sz="2000" b="1" dirty="0">
                <a:latin typeface="Verdana" pitchFamily="34" charset="0"/>
              </a:rPr>
              <a:t>vpřed</a:t>
            </a:r>
            <a:r>
              <a:rPr lang="cs-CZ" sz="2000" dirty="0">
                <a:latin typeface="Verdana" pitchFamily="34" charset="0"/>
              </a:rPr>
              <a:t> přejde z </a:t>
            </a:r>
            <a:r>
              <a:rPr lang="cs-CZ" sz="2000" b="1" dirty="0">
                <a:latin typeface="Verdana" pitchFamily="34" charset="0"/>
              </a:rPr>
              <a:t>posledního</a:t>
            </a:r>
            <a:r>
              <a:rPr lang="cs-CZ" sz="2000" dirty="0">
                <a:latin typeface="Verdana" pitchFamily="34" charset="0"/>
              </a:rPr>
              <a:t> stavu do </a:t>
            </a:r>
            <a:r>
              <a:rPr lang="cs-CZ" sz="2000" b="1" dirty="0">
                <a:latin typeface="Verdana" pitchFamily="34" charset="0"/>
              </a:rPr>
              <a:t>nultého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7772400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Stavy čítače</a:t>
            </a:r>
          </a:p>
        </p:txBody>
      </p:sp>
      <p:graphicFrame>
        <p:nvGraphicFramePr>
          <p:cNvPr id="9" name="Diagram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6240575"/>
              </p:ext>
            </p:extLst>
          </p:nvPr>
        </p:nvGraphicFramePr>
        <p:xfrm>
          <a:off x="1800000" y="2880000"/>
          <a:ext cx="5040000" cy="28890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169913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36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36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Graphic spid="9" grpId="0">
        <p:bldAsOne/>
      </p:bldGraphic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652" name="Text Box 4"/>
          <p:cNvSpPr txBox="1">
            <a:spLocks noChangeArrowheads="1"/>
          </p:cNvSpPr>
          <p:nvPr/>
        </p:nvSpPr>
        <p:spPr bwMode="auto">
          <a:xfrm>
            <a:off x="360000" y="1080000"/>
            <a:ext cx="8786842" cy="100027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04000" indent="-504000" algn="l">
              <a:spcBef>
                <a:spcPts val="0"/>
              </a:spcBef>
              <a:spcAft>
                <a:spcPts val="18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n"/>
            </a:pPr>
            <a:r>
              <a:rPr lang="cs-CZ" b="1" dirty="0">
                <a:latin typeface="Verdana" pitchFamily="34" charset="0"/>
              </a:rPr>
              <a:t>Podtečení</a:t>
            </a:r>
            <a:endParaRPr lang="cs-CZ" dirty="0">
              <a:latin typeface="Verdana" pitchFamily="34" charset="0"/>
            </a:endParaRPr>
          </a:p>
          <a:p>
            <a:pPr marL="504000" algn="l">
              <a:spcBef>
                <a:spcPts val="0"/>
              </a:spcBef>
              <a:spcAft>
                <a:spcPts val="2400"/>
              </a:spcAft>
              <a:buClr>
                <a:schemeClr val="bg2">
                  <a:lumMod val="50000"/>
                </a:schemeClr>
              </a:buClr>
            </a:pPr>
            <a:r>
              <a:rPr lang="cs-CZ" sz="2000" dirty="0">
                <a:latin typeface="Verdana" pitchFamily="34" charset="0"/>
              </a:rPr>
              <a:t>Stav, kdy čítač </a:t>
            </a:r>
            <a:r>
              <a:rPr lang="cs-CZ" sz="2000" b="1" dirty="0">
                <a:latin typeface="Verdana" pitchFamily="34" charset="0"/>
              </a:rPr>
              <a:t>vzad</a:t>
            </a:r>
            <a:r>
              <a:rPr lang="cs-CZ" sz="2000" dirty="0">
                <a:latin typeface="Verdana" pitchFamily="34" charset="0"/>
              </a:rPr>
              <a:t> přejde z </a:t>
            </a:r>
            <a:r>
              <a:rPr lang="en-US" sz="2000" dirty="0" err="1">
                <a:latin typeface="Verdana" pitchFamily="34" charset="0"/>
              </a:rPr>
              <a:t>nult</a:t>
            </a:r>
            <a:r>
              <a:rPr lang="cs-CZ" sz="2000" dirty="0" err="1">
                <a:latin typeface="Verdana" pitchFamily="34" charset="0"/>
              </a:rPr>
              <a:t>ého</a:t>
            </a:r>
            <a:r>
              <a:rPr lang="cs-CZ" sz="2000" dirty="0">
                <a:latin typeface="Verdana" pitchFamily="34" charset="0"/>
              </a:rPr>
              <a:t> stavu do </a:t>
            </a:r>
            <a:r>
              <a:rPr lang="cs-CZ" sz="2000" b="1" dirty="0">
                <a:latin typeface="Verdana" pitchFamily="34" charset="0"/>
              </a:rPr>
              <a:t>posledního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9" name="Rectangle 62"/>
          <p:cNvSpPr>
            <a:spLocks noGrp="1" noChangeArrowheads="1"/>
          </p:cNvSpPr>
          <p:nvPr>
            <p:ph type="title" idx="4294967295"/>
          </p:nvPr>
        </p:nvSpPr>
        <p:spPr>
          <a:xfrm>
            <a:off x="720001" y="72002"/>
            <a:ext cx="6012240" cy="399600"/>
          </a:xfrm>
        </p:spPr>
        <p:txBody>
          <a:bodyPr/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Stavy čítače</a:t>
            </a:r>
          </a:p>
        </p:txBody>
      </p:sp>
      <p:graphicFrame>
        <p:nvGraphicFramePr>
          <p:cNvPr id="11" name="Diagram 10"/>
          <p:cNvGraphicFramePr/>
          <p:nvPr>
            <p:extLst>
              <p:ext uri="{D42A27DB-BD31-4B8C-83A1-F6EECF244321}">
                <p14:modId xmlns:p14="http://schemas.microsoft.com/office/powerpoint/2010/main" val="1462948654"/>
              </p:ext>
            </p:extLst>
          </p:nvPr>
        </p:nvGraphicFramePr>
        <p:xfrm>
          <a:off x="1800000" y="2880002"/>
          <a:ext cx="5040000" cy="28890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92856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36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Graphic spid="11" grpId="0">
        <p:bldAsOne/>
      </p:bldGraphic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652" name="Text Box 4"/>
          <p:cNvSpPr txBox="1">
            <a:spLocks noChangeArrowheads="1"/>
          </p:cNvSpPr>
          <p:nvPr/>
        </p:nvSpPr>
        <p:spPr bwMode="auto">
          <a:xfrm>
            <a:off x="360000" y="1080000"/>
            <a:ext cx="8786842" cy="46166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04000" indent="-504000" algn="l">
              <a:spcBef>
                <a:spcPts val="0"/>
              </a:spcBef>
              <a:spcAft>
                <a:spcPts val="18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n"/>
            </a:pPr>
            <a:r>
              <a:rPr lang="cs-CZ" b="1" dirty="0">
                <a:latin typeface="Verdana" pitchFamily="34" charset="0"/>
              </a:rPr>
              <a:t>N-bitový </a:t>
            </a:r>
            <a:r>
              <a:rPr lang="cs-CZ" dirty="0">
                <a:latin typeface="Verdana" pitchFamily="34" charset="0"/>
              </a:rPr>
              <a:t>čítač má maximálně 2</a:t>
            </a:r>
            <a:r>
              <a:rPr lang="cs-CZ" baseline="30000" dirty="0">
                <a:latin typeface="Verdana" pitchFamily="34" charset="0"/>
              </a:rPr>
              <a:t>N</a:t>
            </a:r>
            <a:r>
              <a:rPr lang="cs-CZ" dirty="0">
                <a:latin typeface="Verdana" pitchFamily="34" charset="0"/>
              </a:rPr>
              <a:t> stavů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7772400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Kapacita čítače</a:t>
            </a:r>
          </a:p>
        </p:txBody>
      </p:sp>
      <p:graphicFrame>
        <p:nvGraphicFramePr>
          <p:cNvPr id="2" name="Tabulk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1728234"/>
              </p:ext>
            </p:extLst>
          </p:nvPr>
        </p:nvGraphicFramePr>
        <p:xfrm>
          <a:off x="1403648" y="2132856"/>
          <a:ext cx="6120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Počet stavů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cs-CZ" b="1" dirty="0">
                          <a:latin typeface="Consolas" panose="020B0609020204030204" pitchFamily="49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b="1" dirty="0">
                          <a:latin typeface="Consolas" panose="020B0609020204030204" pitchFamily="49" charset="0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cs-CZ" b="1" dirty="0">
                          <a:latin typeface="Consolas" panose="020B0609020204030204" pitchFamily="49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b="1" dirty="0">
                          <a:latin typeface="Consolas" panose="020B0609020204030204" pitchFamily="49" charset="0"/>
                        </a:rPr>
                        <a:t>256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cs-CZ" b="1" dirty="0">
                          <a:latin typeface="Consolas" panose="020B0609020204030204" pitchFamily="49" charset="0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b="1" dirty="0">
                          <a:latin typeface="Consolas" panose="020B0609020204030204" pitchFamily="49" charset="0"/>
                        </a:rPr>
                        <a:t>65 536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cs-CZ" b="1" dirty="0">
                          <a:latin typeface="Consolas" panose="020B0609020204030204" pitchFamily="49" charset="0"/>
                        </a:rPr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b="1" dirty="0">
                          <a:latin typeface="Consolas" panose="020B0609020204030204" pitchFamily="49" charset="0"/>
                        </a:rPr>
                        <a:t>50 000 000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8966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2205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3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3652" grpId="0"/>
      <p:bldP spid="4" grpId="0" animBg="1"/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98" name="Rectangle 2"/>
          <p:cNvSpPr>
            <a:spLocks noGrp="1" noChangeArrowheads="1"/>
          </p:cNvSpPr>
          <p:nvPr>
            <p:ph type="title"/>
          </p:nvPr>
        </p:nvSpPr>
        <p:spPr>
          <a:xfrm>
            <a:off x="500034" y="280108"/>
            <a:ext cx="7772400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Asynchronní čítač</a:t>
            </a:r>
          </a:p>
        </p:txBody>
      </p:sp>
      <p:sp>
        <p:nvSpPr>
          <p:cNvPr id="285700" name="Text Box 4"/>
          <p:cNvSpPr txBox="1">
            <a:spLocks noChangeArrowheads="1"/>
          </p:cNvSpPr>
          <p:nvPr/>
        </p:nvSpPr>
        <p:spPr bwMode="auto">
          <a:xfrm>
            <a:off x="360000" y="1080000"/>
            <a:ext cx="8786842" cy="300082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495300" indent="-495300" algn="l">
              <a:spcAft>
                <a:spcPts val="18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n"/>
            </a:pPr>
            <a:r>
              <a:rPr lang="cs-CZ" b="1" dirty="0">
                <a:latin typeface="Verdana" pitchFamily="34" charset="0"/>
              </a:rPr>
              <a:t>Popis</a:t>
            </a:r>
          </a:p>
          <a:p>
            <a:pPr marL="504000" indent="-504000" algn="l">
              <a:spcAft>
                <a:spcPts val="12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ü"/>
            </a:pPr>
            <a:r>
              <a:rPr lang="cs-CZ" sz="2000" dirty="0">
                <a:latin typeface="Verdana" pitchFamily="34" charset="0"/>
              </a:rPr>
              <a:t>Do vstupu </a:t>
            </a:r>
            <a:r>
              <a:rPr lang="cs-CZ" sz="2000" b="1" dirty="0">
                <a:latin typeface="Verdana" pitchFamily="34" charset="0"/>
              </a:rPr>
              <a:t>prvního</a:t>
            </a:r>
            <a:r>
              <a:rPr lang="cs-CZ" sz="2000" dirty="0">
                <a:latin typeface="Verdana" pitchFamily="34" charset="0"/>
              </a:rPr>
              <a:t> klopného obvodu je přiveden zdroj impulzů</a:t>
            </a:r>
          </a:p>
          <a:p>
            <a:pPr marL="504000" indent="-504000" algn="l">
              <a:spcAft>
                <a:spcPts val="12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ü"/>
            </a:pPr>
            <a:r>
              <a:rPr lang="cs-CZ" sz="2000" dirty="0">
                <a:latin typeface="Verdana" pitchFamily="34" charset="0"/>
              </a:rPr>
              <a:t>Výstup z </a:t>
            </a:r>
            <a:r>
              <a:rPr lang="cs-CZ" sz="2000" b="1" dirty="0">
                <a:latin typeface="Verdana" pitchFamily="34" charset="0"/>
              </a:rPr>
              <a:t>předešlého</a:t>
            </a:r>
            <a:r>
              <a:rPr lang="cs-CZ" sz="2000" dirty="0">
                <a:latin typeface="Verdana" pitchFamily="34" charset="0"/>
              </a:rPr>
              <a:t> klopného obvodu je přiveden do vstupu </a:t>
            </a:r>
            <a:r>
              <a:rPr lang="cs-CZ" sz="2000" b="1" dirty="0">
                <a:latin typeface="Verdana" pitchFamily="34" charset="0"/>
              </a:rPr>
              <a:t>následujícího</a:t>
            </a:r>
            <a:r>
              <a:rPr lang="cs-CZ" sz="2000" dirty="0">
                <a:latin typeface="Verdana" pitchFamily="34" charset="0"/>
              </a:rPr>
              <a:t> klopného obvodu</a:t>
            </a:r>
          </a:p>
          <a:p>
            <a:pPr marL="504000" indent="-504000" algn="l">
              <a:spcAft>
                <a:spcPts val="12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ü"/>
            </a:pPr>
            <a:r>
              <a:rPr lang="cs-CZ" sz="2000" b="1" dirty="0">
                <a:latin typeface="Verdana" pitchFamily="34" charset="0"/>
              </a:rPr>
              <a:t>Výstupní kód </a:t>
            </a:r>
            <a:r>
              <a:rPr lang="cs-CZ" sz="2000" dirty="0">
                <a:latin typeface="Verdana" pitchFamily="34" charset="0"/>
              </a:rPr>
              <a:t>je kombinací všech výstupů klopných obvodů</a:t>
            </a:r>
          </a:p>
          <a:p>
            <a:pPr marL="504000" indent="-504000" algn="l">
              <a:spcAft>
                <a:spcPts val="12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ü"/>
            </a:pPr>
            <a:r>
              <a:rPr lang="cs-CZ" sz="2000" dirty="0">
                <a:latin typeface="Verdana" pitchFamily="34" charset="0"/>
              </a:rPr>
              <a:t>Klopné obvody se mění </a:t>
            </a:r>
            <a:r>
              <a:rPr lang="cs-CZ" sz="2000" b="1" dirty="0">
                <a:latin typeface="Verdana" pitchFamily="34" charset="0"/>
              </a:rPr>
              <a:t>postupně</a:t>
            </a:r>
            <a:r>
              <a:rPr lang="cs-CZ" sz="2000" dirty="0">
                <a:latin typeface="Verdana" pitchFamily="34" charset="0"/>
              </a:rPr>
              <a:t>, vzniká tzv. </a:t>
            </a:r>
            <a:r>
              <a:rPr lang="cs-CZ" sz="2000" b="1" dirty="0">
                <a:latin typeface="Verdana" pitchFamily="34" charset="0"/>
              </a:rPr>
              <a:t>přechodový</a:t>
            </a:r>
            <a:r>
              <a:rPr lang="cs-CZ" sz="2000" dirty="0">
                <a:latin typeface="Verdana" pitchFamily="34" charset="0"/>
              </a:rPr>
              <a:t> děj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57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57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857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57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857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Tlačítko akce: Vlastní 6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0" name="Tlačítko akce: Vlastní 9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pic>
        <p:nvPicPr>
          <p:cNvPr id="2" name="Obrázek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0" y="1800000"/>
            <a:ext cx="8460000" cy="2772580"/>
          </a:xfrm>
          <a:prstGeom prst="rect">
            <a:avLst/>
          </a:prstGeom>
        </p:spPr>
      </p:pic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>
          <a:xfrm>
            <a:off x="500034" y="280108"/>
            <a:ext cx="7772400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Asynchronní čítač vpřed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0" name="Rectangle 62"/>
          <p:cNvSpPr>
            <a:spLocks noGrp="1" noChangeArrowheads="1"/>
          </p:cNvSpPr>
          <p:nvPr>
            <p:ph type="title" idx="4294967295"/>
          </p:nvPr>
        </p:nvSpPr>
        <p:spPr>
          <a:xfrm>
            <a:off x="720001" y="72002"/>
            <a:ext cx="6012240" cy="399600"/>
          </a:xfrm>
        </p:spPr>
        <p:txBody>
          <a:bodyPr/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Asynchronní čítač vpřed</a:t>
            </a:r>
          </a:p>
        </p:txBody>
      </p:sp>
      <p:pic>
        <p:nvPicPr>
          <p:cNvPr id="3" name="Obrázek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20000"/>
            <a:ext cx="9144000" cy="47956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2639039"/>
              </p:ext>
            </p:extLst>
          </p:nvPr>
        </p:nvGraphicFramePr>
        <p:xfrm>
          <a:off x="1332000" y="1080000"/>
          <a:ext cx="6480000" cy="48156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8" name="Tlačítko akce: Vlastní 7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9" name="Tlačítko akce: Vlastní 8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0" name="Tlačítko akce: Vlastní 9">
            <a:hlinkClick r:id="rId8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1" name="Rectangle 62"/>
          <p:cNvSpPr>
            <a:spLocks noGrp="1" noChangeArrowheads="1"/>
          </p:cNvSpPr>
          <p:nvPr>
            <p:ph type="title" idx="4294967295"/>
          </p:nvPr>
        </p:nvSpPr>
        <p:spPr>
          <a:xfrm>
            <a:off x="720001" y="72002"/>
            <a:ext cx="6012240" cy="399600"/>
          </a:xfrm>
        </p:spPr>
        <p:txBody>
          <a:bodyPr/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Asynchronní čítač vpřed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7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8" name="Tlačítko akce: Vlastní 7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9" name="Tlačítko akce: Vlastní 8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0" name="Tlačítko akce: Vlastní 9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>
          <a:xfrm>
            <a:off x="500034" y="280108"/>
            <a:ext cx="7772400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Asynchronní čítač vzad</a:t>
            </a:r>
          </a:p>
        </p:txBody>
      </p:sp>
      <p:pic>
        <p:nvPicPr>
          <p:cNvPr id="5" name="Obrázek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615" y="1611615"/>
            <a:ext cx="8302769" cy="25374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4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5" name="Tlačítko akce: Vlastní 4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6" name="Tlačítko akce: Vlastní 5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7" name="Tlačítko akce: Vlastní 6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8" name="Rectangle 62"/>
          <p:cNvSpPr>
            <a:spLocks noGrp="1" noChangeArrowheads="1"/>
          </p:cNvSpPr>
          <p:nvPr>
            <p:ph type="title" idx="4294967295"/>
          </p:nvPr>
        </p:nvSpPr>
        <p:spPr>
          <a:xfrm>
            <a:off x="720001" y="72002"/>
            <a:ext cx="6012240" cy="399600"/>
          </a:xfrm>
        </p:spPr>
        <p:txBody>
          <a:bodyPr/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Asynchronní čítač vzad</a:t>
            </a:r>
          </a:p>
        </p:txBody>
      </p:sp>
      <p:pic>
        <p:nvPicPr>
          <p:cNvPr id="2" name="Obrázek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999" y="539999"/>
            <a:ext cx="7200000" cy="56100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Diagram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0771711"/>
              </p:ext>
            </p:extLst>
          </p:nvPr>
        </p:nvGraphicFramePr>
        <p:xfrm>
          <a:off x="1260001" y="1080000"/>
          <a:ext cx="6478247" cy="4176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4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5" name="Tlačítko akce: Vlastní 4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6" name="Tlačítko akce: Vlastní 5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7" name="Tlačítko akce: Vlastní 6">
            <a:hlinkClick r:id="rId8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9" name="Rectangle 62"/>
          <p:cNvSpPr>
            <a:spLocks noGrp="1" noChangeArrowheads="1"/>
          </p:cNvSpPr>
          <p:nvPr>
            <p:ph type="title" idx="4294967295"/>
          </p:nvPr>
        </p:nvSpPr>
        <p:spPr>
          <a:xfrm>
            <a:off x="720001" y="72002"/>
            <a:ext cx="6012240" cy="399600"/>
          </a:xfrm>
        </p:spPr>
        <p:txBody>
          <a:bodyPr/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Asynchronní čítač vzad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>
        <p:bldAsOne/>
      </p:bldGraphic>
      <p:bldP spid="3" grpId="0" animBg="1"/>
      <p:bldP spid="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18" name="Rectangle 2"/>
          <p:cNvSpPr>
            <a:spLocks noGrp="1" noChangeArrowheads="1"/>
          </p:cNvSpPr>
          <p:nvPr>
            <p:ph type="title"/>
          </p:nvPr>
        </p:nvSpPr>
        <p:spPr>
          <a:xfrm>
            <a:off x="500034" y="280108"/>
            <a:ext cx="8643966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Zkrácení cyklu</a:t>
            </a:r>
          </a:p>
        </p:txBody>
      </p:sp>
      <p:sp>
        <p:nvSpPr>
          <p:cNvPr id="10" name="Text Box 6"/>
          <p:cNvSpPr txBox="1">
            <a:spLocks noChangeArrowheads="1"/>
          </p:cNvSpPr>
          <p:nvPr/>
        </p:nvSpPr>
        <p:spPr bwMode="auto">
          <a:xfrm>
            <a:off x="360000" y="1080000"/>
            <a:ext cx="8786842" cy="261610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04000" indent="-504000" algn="l">
              <a:spcAft>
                <a:spcPts val="24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n"/>
            </a:pPr>
            <a:r>
              <a:rPr lang="cs-CZ" b="1" dirty="0">
                <a:latin typeface="Verdana" pitchFamily="34" charset="0"/>
              </a:rPr>
              <a:t>Princip</a:t>
            </a:r>
          </a:p>
          <a:p>
            <a:pPr marL="504000" indent="-504000" algn="l">
              <a:spcAft>
                <a:spcPts val="12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ü"/>
            </a:pPr>
            <a:r>
              <a:rPr lang="cs-CZ" sz="2000" b="1" dirty="0">
                <a:latin typeface="Verdana" pitchFamily="34" charset="0"/>
              </a:rPr>
              <a:t>Kombinačním obvodem </a:t>
            </a:r>
            <a:r>
              <a:rPr lang="cs-CZ" sz="2000" dirty="0">
                <a:latin typeface="Verdana" pitchFamily="34" charset="0"/>
              </a:rPr>
              <a:t>indikujeme </a:t>
            </a:r>
            <a:r>
              <a:rPr lang="cs-CZ" sz="2000" b="1" dirty="0">
                <a:latin typeface="Verdana" pitchFamily="34" charset="0"/>
              </a:rPr>
              <a:t>dosažení </a:t>
            </a:r>
            <a:r>
              <a:rPr lang="cs-CZ" sz="2000" dirty="0">
                <a:latin typeface="Verdana" pitchFamily="34" charset="0"/>
              </a:rPr>
              <a:t>určitého stavu čítače</a:t>
            </a:r>
          </a:p>
          <a:p>
            <a:pPr marL="504000" indent="-504000" algn="l">
              <a:spcAft>
                <a:spcPts val="12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ü"/>
            </a:pPr>
            <a:r>
              <a:rPr lang="cs-CZ" sz="2000" b="1" dirty="0">
                <a:latin typeface="Verdana" pitchFamily="34" charset="0"/>
              </a:rPr>
              <a:t>Výstup</a:t>
            </a:r>
            <a:r>
              <a:rPr lang="cs-CZ" sz="2000" dirty="0">
                <a:latin typeface="Verdana" pitchFamily="34" charset="0"/>
              </a:rPr>
              <a:t> kombinačního obvodu </a:t>
            </a:r>
            <a:r>
              <a:rPr lang="cs-CZ" sz="2000" b="1" dirty="0">
                <a:latin typeface="Verdana" pitchFamily="34" charset="0"/>
              </a:rPr>
              <a:t>ovládá </a:t>
            </a:r>
            <a:r>
              <a:rPr lang="cs-CZ" sz="2000" dirty="0">
                <a:latin typeface="Verdana" pitchFamily="34" charset="0"/>
              </a:rPr>
              <a:t>asynchronní </a:t>
            </a:r>
            <a:r>
              <a:rPr lang="cs-CZ" sz="2000" b="1" dirty="0">
                <a:latin typeface="Verdana" pitchFamily="34" charset="0"/>
              </a:rPr>
              <a:t>vstupy CLR </a:t>
            </a:r>
            <a:r>
              <a:rPr lang="cs-CZ" sz="2000" dirty="0">
                <a:latin typeface="Verdana" pitchFamily="34" charset="0"/>
              </a:rPr>
              <a:t>nebo</a:t>
            </a:r>
            <a:r>
              <a:rPr lang="cs-CZ" sz="2000" b="1" dirty="0">
                <a:latin typeface="Verdana" pitchFamily="34" charset="0"/>
              </a:rPr>
              <a:t> PRE </a:t>
            </a:r>
            <a:r>
              <a:rPr lang="cs-CZ" sz="2000" dirty="0">
                <a:latin typeface="Verdana" pitchFamily="34" charset="0"/>
              </a:rPr>
              <a:t>klopného obvodu</a:t>
            </a:r>
          </a:p>
          <a:p>
            <a:pPr marL="504000" indent="-504000" algn="l">
              <a:spcAft>
                <a:spcPts val="12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ü"/>
            </a:pPr>
            <a:r>
              <a:rPr lang="cs-CZ" sz="2000" dirty="0">
                <a:latin typeface="Verdana" pitchFamily="34" charset="0"/>
              </a:rPr>
              <a:t>Čítač se </a:t>
            </a:r>
            <a:r>
              <a:rPr lang="cs-CZ" sz="2000" b="1" dirty="0">
                <a:latin typeface="Verdana" pitchFamily="34" charset="0"/>
              </a:rPr>
              <a:t>resetuje </a:t>
            </a:r>
            <a:r>
              <a:rPr lang="cs-CZ" sz="2000" dirty="0">
                <a:latin typeface="Verdana" pitchFamily="34" charset="0"/>
              </a:rPr>
              <a:t>nebo se </a:t>
            </a:r>
            <a:r>
              <a:rPr lang="cs-CZ" sz="2000" b="1" dirty="0">
                <a:latin typeface="Verdana" pitchFamily="34" charset="0"/>
              </a:rPr>
              <a:t>nastaví </a:t>
            </a:r>
            <a:r>
              <a:rPr lang="cs-CZ" sz="2000" dirty="0">
                <a:latin typeface="Verdana" pitchFamily="34" charset="0"/>
              </a:rPr>
              <a:t>do</a:t>
            </a:r>
            <a:r>
              <a:rPr lang="cs-CZ" sz="2000" b="1" dirty="0">
                <a:latin typeface="Verdana" pitchFamily="34" charset="0"/>
              </a:rPr>
              <a:t> počátečního </a:t>
            </a:r>
            <a:r>
              <a:rPr lang="cs-CZ" sz="2000" dirty="0">
                <a:latin typeface="Verdana" pitchFamily="34" charset="0"/>
              </a:rPr>
              <a:t>stavu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2050815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2"/>
          <p:cNvSpPr>
            <a:spLocks noGrp="1" noChangeArrowheads="1"/>
          </p:cNvSpPr>
          <p:nvPr>
            <p:ph type="title" idx="4294967295"/>
          </p:nvPr>
        </p:nvSpPr>
        <p:spPr>
          <a:xfrm>
            <a:off x="720001" y="72002"/>
            <a:ext cx="6012240" cy="399600"/>
          </a:xfrm>
        </p:spPr>
        <p:txBody>
          <a:bodyPr/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Zkrácení cyklu </a:t>
            </a:r>
          </a:p>
        </p:txBody>
      </p:sp>
      <p:pic>
        <p:nvPicPr>
          <p:cNvPr id="3" name="Obrázek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000" y="1080000"/>
            <a:ext cx="8820472" cy="3428481"/>
          </a:xfrm>
          <a:prstGeom prst="rect">
            <a:avLst/>
          </a:prstGeom>
        </p:spPr>
      </p:pic>
      <p:sp>
        <p:nvSpPr>
          <p:cNvPr id="7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8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9" name="Tlačítko akce: Vlastní 8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1" name="Tlačítko akce: Vlastní 10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2" name="Tlačítko akce: Vlastní 11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2732593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18" name="Rectangle 2"/>
          <p:cNvSpPr>
            <a:spLocks noGrp="1" noChangeArrowheads="1"/>
          </p:cNvSpPr>
          <p:nvPr>
            <p:ph type="title"/>
          </p:nvPr>
        </p:nvSpPr>
        <p:spPr>
          <a:xfrm>
            <a:off x="500034" y="280108"/>
            <a:ext cx="8643966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Čítač 0-5</a:t>
            </a:r>
          </a:p>
        </p:txBody>
      </p:sp>
      <p:sp>
        <p:nvSpPr>
          <p:cNvPr id="290822" name="Text Box 6"/>
          <p:cNvSpPr txBox="1">
            <a:spLocks noChangeArrowheads="1"/>
          </p:cNvSpPr>
          <p:nvPr/>
        </p:nvSpPr>
        <p:spPr bwMode="auto">
          <a:xfrm>
            <a:off x="357158" y="1268413"/>
            <a:ext cx="8786842" cy="46166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495300" indent="-495300" algn="l">
              <a:buClr>
                <a:schemeClr val="bg2">
                  <a:lumMod val="50000"/>
                </a:schemeClr>
              </a:buClr>
              <a:buFont typeface="Wingdings" pitchFamily="2" charset="2"/>
              <a:buChar char="n"/>
            </a:pPr>
            <a:r>
              <a:rPr lang="cs-CZ" b="1" dirty="0">
                <a:latin typeface="Verdana" pitchFamily="34" charset="0"/>
              </a:rPr>
              <a:t>Asynchronní čítač </a:t>
            </a:r>
            <a:r>
              <a:rPr lang="cs-CZ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0-1-2-3-4-5</a:t>
            </a:r>
          </a:p>
        </p:txBody>
      </p:sp>
      <p:sp>
        <p:nvSpPr>
          <p:cNvPr id="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Tlačítko akce: Vlastní 6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graphicFrame>
        <p:nvGraphicFramePr>
          <p:cNvPr id="11" name="Diagram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4921306"/>
              </p:ext>
            </p:extLst>
          </p:nvPr>
        </p:nvGraphicFramePr>
        <p:xfrm>
          <a:off x="0" y="1916832"/>
          <a:ext cx="5040200" cy="37456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pSp>
        <p:nvGrpSpPr>
          <p:cNvPr id="12" name="Skupina 11"/>
          <p:cNvGrpSpPr/>
          <p:nvPr/>
        </p:nvGrpSpPr>
        <p:grpSpPr>
          <a:xfrm rot="589101">
            <a:off x="1778079" y="2660677"/>
            <a:ext cx="411018" cy="1802257"/>
            <a:chOff x="3276017" y="1064561"/>
            <a:chExt cx="282746" cy="3525453"/>
          </a:xfrm>
        </p:grpSpPr>
        <p:sp>
          <p:nvSpPr>
            <p:cNvPr id="13" name="Šipka doprava 12"/>
            <p:cNvSpPr/>
            <p:nvPr/>
          </p:nvSpPr>
          <p:spPr>
            <a:xfrm rot="16886897" flipV="1">
              <a:off x="1654663" y="2685915"/>
              <a:ext cx="3525453" cy="282746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1">
              <a:scrgbClr r="0" g="0" b="0"/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14" name="Šipka doprava 4"/>
            <p:cNvSpPr txBox="1"/>
            <p:nvPr/>
          </p:nvSpPr>
          <p:spPr>
            <a:xfrm rot="27686897">
              <a:off x="1688657" y="2784032"/>
              <a:ext cx="3440629" cy="16964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cs-CZ" sz="2100" kern="1200"/>
            </a:p>
          </p:txBody>
        </p:sp>
      </p:grpSp>
      <p:sp>
        <p:nvSpPr>
          <p:cNvPr id="15" name="Text Box 6"/>
          <p:cNvSpPr txBox="1">
            <a:spLocks noChangeArrowheads="1"/>
          </p:cNvSpPr>
          <p:nvPr/>
        </p:nvSpPr>
        <p:spPr bwMode="auto">
          <a:xfrm>
            <a:off x="5004000" y="2160000"/>
            <a:ext cx="4140000" cy="209288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Clr>
                <a:schemeClr val="bg2">
                  <a:lumMod val="50000"/>
                </a:schemeClr>
              </a:buClr>
            </a:pPr>
            <a:r>
              <a:rPr lang="cs-CZ" sz="2000" dirty="0">
                <a:latin typeface="Verdana" pitchFamily="34" charset="0"/>
              </a:rPr>
              <a:t>Počet klopných obvodů </a:t>
            </a:r>
            <a:r>
              <a:rPr lang="en-US" sz="2000" b="1" dirty="0">
                <a:latin typeface="Consolas" panose="020B0609020204030204" pitchFamily="49" charset="0"/>
              </a:rPr>
              <a:t>2</a:t>
            </a:r>
            <a:r>
              <a:rPr lang="en-US" sz="2000" b="1" baseline="30000" dirty="0">
                <a:latin typeface="Consolas" panose="020B0609020204030204" pitchFamily="49" charset="0"/>
              </a:rPr>
              <a:t>2</a:t>
            </a:r>
            <a:r>
              <a:rPr lang="en-US" sz="2000" b="1" dirty="0">
                <a:latin typeface="Consolas" panose="020B0609020204030204" pitchFamily="49" charset="0"/>
              </a:rPr>
              <a:t>&lt;</a:t>
            </a:r>
            <a:r>
              <a:rPr lang="cs-CZ" sz="2000" b="1" dirty="0">
                <a:latin typeface="Consolas" panose="020B0609020204030204" pitchFamily="49" charset="0"/>
              </a:rPr>
              <a:t>6</a:t>
            </a:r>
            <a:r>
              <a:rPr lang="en-US" sz="2000" b="1" dirty="0">
                <a:latin typeface="Consolas" panose="020B0609020204030204" pitchFamily="49" charset="0"/>
              </a:rPr>
              <a:t>&lt;2</a:t>
            </a:r>
            <a:r>
              <a:rPr lang="en-US" sz="2000" b="1" baseline="30000" dirty="0">
                <a:latin typeface="Consolas" panose="020B0609020204030204" pitchFamily="49" charset="0"/>
              </a:rPr>
              <a:t>3</a:t>
            </a:r>
            <a:r>
              <a:rPr lang="en-US" sz="2000" b="1" dirty="0">
                <a:latin typeface="Consolas" panose="020B0609020204030204" pitchFamily="49" charset="0"/>
              </a:rPr>
              <a:t>...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3</a:t>
            </a:r>
            <a:endParaRPr lang="cs-CZ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  <a:p>
            <a:pPr algn="l">
              <a:spcAft>
                <a:spcPts val="1200"/>
              </a:spcAft>
              <a:buClr>
                <a:schemeClr val="bg2">
                  <a:lumMod val="50000"/>
                </a:schemeClr>
              </a:buClr>
            </a:pPr>
            <a:r>
              <a:rPr lang="cs-CZ" sz="2000" dirty="0">
                <a:latin typeface="Verdana" pitchFamily="34" charset="0"/>
              </a:rPr>
              <a:t>Indikujeme dosažení stavu </a:t>
            </a:r>
            <a:r>
              <a:rPr lang="cs-CZ" sz="2000" b="1" dirty="0">
                <a:latin typeface="Consolas" panose="020B0609020204030204" pitchFamily="49" charset="0"/>
              </a:rPr>
              <a:t>6=(110)</a:t>
            </a:r>
            <a:r>
              <a:rPr lang="cs-CZ" sz="2000" b="1" baseline="-25000" dirty="0">
                <a:latin typeface="Consolas" panose="020B0609020204030204" pitchFamily="49" charset="0"/>
              </a:rPr>
              <a:t>2</a:t>
            </a:r>
            <a:r>
              <a:rPr lang="cs-CZ" sz="2000" b="1" dirty="0">
                <a:latin typeface="Consolas" panose="020B0609020204030204" pitchFamily="49" charset="0"/>
              </a:rPr>
              <a:t>, </a:t>
            </a:r>
            <a:r>
              <a:rPr lang="cs-CZ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kombinačním obvodem </a:t>
            </a:r>
            <a:r>
              <a:rPr lang="cs-CZ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resetujeme</a:t>
            </a:r>
            <a:r>
              <a:rPr lang="cs-CZ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klopné obvody</a:t>
            </a:r>
          </a:p>
        </p:txBody>
      </p:sp>
    </p:spTree>
    <p:extLst>
      <p:ext uri="{BB962C8B-B14F-4D97-AF65-F5344CB8AC3E}">
        <p14:creationId xmlns:p14="http://schemas.microsoft.com/office/powerpoint/2010/main" val="4274557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0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0822" grpId="0" autoUpdateAnimBg="0"/>
      <p:bldP spid="5" grpId="0" animBg="1"/>
      <p:bldP spid="6" grpId="0"/>
      <p:bldGraphic spid="11" grpId="0">
        <p:bldAsOne/>
      </p:bldGraphic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2"/>
          <p:cNvSpPr>
            <a:spLocks noGrp="1" noChangeArrowheads="1"/>
          </p:cNvSpPr>
          <p:nvPr>
            <p:ph type="title" idx="4294967295"/>
          </p:nvPr>
        </p:nvSpPr>
        <p:spPr>
          <a:xfrm>
            <a:off x="720001" y="72002"/>
            <a:ext cx="6012240" cy="399600"/>
          </a:xfrm>
        </p:spPr>
        <p:txBody>
          <a:bodyPr/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Čítač 0-5</a:t>
            </a:r>
          </a:p>
        </p:txBody>
      </p:sp>
      <p:sp>
        <p:nvSpPr>
          <p:cNvPr id="7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8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9" name="Tlačítko akce: Vlastní 8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1" name="Tlačítko akce: Vlastní 10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2" name="Tlačítko akce: Vlastní 11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00" y="1080000"/>
            <a:ext cx="8820000" cy="3478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433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18" name="Rectangle 2"/>
          <p:cNvSpPr>
            <a:spLocks noGrp="1" noChangeArrowheads="1"/>
          </p:cNvSpPr>
          <p:nvPr>
            <p:ph type="title"/>
          </p:nvPr>
        </p:nvSpPr>
        <p:spPr>
          <a:xfrm>
            <a:off x="500034" y="280108"/>
            <a:ext cx="8643966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Čítač 0-</a:t>
            </a:r>
            <a:r>
              <a:rPr lang="en-US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9 </a:t>
            </a: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(BCD)</a:t>
            </a:r>
          </a:p>
        </p:txBody>
      </p:sp>
      <p:sp>
        <p:nvSpPr>
          <p:cNvPr id="290822" name="Text Box 6"/>
          <p:cNvSpPr txBox="1">
            <a:spLocks noChangeArrowheads="1"/>
          </p:cNvSpPr>
          <p:nvPr/>
        </p:nvSpPr>
        <p:spPr bwMode="auto">
          <a:xfrm>
            <a:off x="357158" y="1268413"/>
            <a:ext cx="8786842" cy="46166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495300" indent="-495300" algn="l">
              <a:buClr>
                <a:schemeClr val="bg2">
                  <a:lumMod val="50000"/>
                </a:schemeClr>
              </a:buClr>
              <a:buFont typeface="Wingdings" pitchFamily="2" charset="2"/>
              <a:buChar char="n"/>
            </a:pPr>
            <a:r>
              <a:rPr lang="cs-CZ" b="1" dirty="0">
                <a:latin typeface="Verdana" pitchFamily="34" charset="0"/>
              </a:rPr>
              <a:t>Asynchronní čítač </a:t>
            </a:r>
            <a:r>
              <a:rPr lang="cs-CZ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0-1-2-3-4-5-6-7-8-9</a:t>
            </a:r>
          </a:p>
        </p:txBody>
      </p:sp>
      <p:sp>
        <p:nvSpPr>
          <p:cNvPr id="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Tlačítko akce: Vlastní 6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graphicFrame>
        <p:nvGraphicFramePr>
          <p:cNvPr id="10" name="Diagram 9"/>
          <p:cNvGraphicFramePr/>
          <p:nvPr>
            <p:extLst>
              <p:ext uri="{D42A27DB-BD31-4B8C-83A1-F6EECF244321}">
                <p14:modId xmlns:p14="http://schemas.microsoft.com/office/powerpoint/2010/main" val="4273684659"/>
              </p:ext>
            </p:extLst>
          </p:nvPr>
        </p:nvGraphicFramePr>
        <p:xfrm>
          <a:off x="-4022" y="1854101"/>
          <a:ext cx="5512126" cy="40752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1" name="Text Box 6"/>
          <p:cNvSpPr txBox="1">
            <a:spLocks noChangeArrowheads="1"/>
          </p:cNvSpPr>
          <p:nvPr/>
        </p:nvSpPr>
        <p:spPr bwMode="auto">
          <a:xfrm>
            <a:off x="5004000" y="2160000"/>
            <a:ext cx="4140000" cy="209288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Clr>
                <a:schemeClr val="bg2">
                  <a:lumMod val="50000"/>
                </a:schemeClr>
              </a:buClr>
            </a:pPr>
            <a:r>
              <a:rPr lang="cs-CZ" sz="2000" dirty="0">
                <a:latin typeface="Verdana" pitchFamily="34" charset="0"/>
              </a:rPr>
              <a:t>Počet klopných obvodů </a:t>
            </a:r>
            <a:r>
              <a:rPr lang="en-US" sz="2000" b="1" dirty="0">
                <a:latin typeface="Consolas" panose="020B0609020204030204" pitchFamily="49" charset="0"/>
              </a:rPr>
              <a:t>2</a:t>
            </a:r>
            <a:r>
              <a:rPr lang="cs-CZ" sz="2000" b="1" baseline="30000" dirty="0">
                <a:latin typeface="Consolas" panose="020B0609020204030204" pitchFamily="49" charset="0"/>
              </a:rPr>
              <a:t>3</a:t>
            </a:r>
            <a:r>
              <a:rPr lang="en-US" sz="2000" b="1" dirty="0">
                <a:latin typeface="Consolas" panose="020B0609020204030204" pitchFamily="49" charset="0"/>
              </a:rPr>
              <a:t>&lt;</a:t>
            </a:r>
            <a:r>
              <a:rPr lang="cs-CZ" sz="2000" b="1" dirty="0">
                <a:latin typeface="Consolas" panose="020B0609020204030204" pitchFamily="49" charset="0"/>
              </a:rPr>
              <a:t>10</a:t>
            </a:r>
            <a:r>
              <a:rPr lang="en-US" sz="2000" b="1" dirty="0">
                <a:latin typeface="Consolas" panose="020B0609020204030204" pitchFamily="49" charset="0"/>
              </a:rPr>
              <a:t>&lt;2</a:t>
            </a:r>
            <a:r>
              <a:rPr lang="cs-CZ" sz="2000" b="1" baseline="30000" dirty="0">
                <a:latin typeface="Consolas" panose="020B0609020204030204" pitchFamily="49" charset="0"/>
              </a:rPr>
              <a:t>4</a:t>
            </a:r>
            <a:r>
              <a:rPr lang="en-US" sz="2000" b="1" dirty="0">
                <a:latin typeface="Consolas" panose="020B0609020204030204" pitchFamily="49" charset="0"/>
              </a:rPr>
              <a:t>...</a:t>
            </a:r>
            <a:r>
              <a:rPr lang="cs-CZ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4</a:t>
            </a:r>
          </a:p>
          <a:p>
            <a:pPr algn="l">
              <a:spcAft>
                <a:spcPts val="1200"/>
              </a:spcAft>
              <a:buClr>
                <a:schemeClr val="bg2">
                  <a:lumMod val="50000"/>
                </a:schemeClr>
              </a:buClr>
            </a:pPr>
            <a:r>
              <a:rPr lang="cs-CZ" sz="2000" dirty="0">
                <a:latin typeface="Verdana" pitchFamily="34" charset="0"/>
              </a:rPr>
              <a:t>Indikujeme dosažení stavu </a:t>
            </a:r>
            <a:r>
              <a:rPr lang="cs-CZ" sz="2000" b="1" dirty="0">
                <a:latin typeface="Consolas" panose="020B0609020204030204" pitchFamily="49" charset="0"/>
              </a:rPr>
              <a:t>10=(1010)</a:t>
            </a:r>
            <a:r>
              <a:rPr lang="cs-CZ" sz="2000" b="1" baseline="-25000" dirty="0">
                <a:latin typeface="Consolas" panose="020B0609020204030204" pitchFamily="49" charset="0"/>
              </a:rPr>
              <a:t>2</a:t>
            </a:r>
            <a:r>
              <a:rPr lang="cs-CZ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</a:t>
            </a:r>
            <a:r>
              <a:rPr lang="cs-CZ" sz="2000" b="1" dirty="0">
                <a:latin typeface="Consolas" panose="020B0609020204030204" pitchFamily="49" charset="0"/>
              </a:rPr>
              <a:t> </a:t>
            </a:r>
            <a:r>
              <a:rPr lang="cs-CZ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kombinačním obvodem </a:t>
            </a:r>
            <a:r>
              <a:rPr lang="cs-CZ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resetujeme</a:t>
            </a:r>
            <a:r>
              <a:rPr lang="cs-CZ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klopné obvody</a:t>
            </a:r>
          </a:p>
        </p:txBody>
      </p:sp>
    </p:spTree>
    <p:extLst>
      <p:ext uri="{BB962C8B-B14F-4D97-AF65-F5344CB8AC3E}">
        <p14:creationId xmlns:p14="http://schemas.microsoft.com/office/powerpoint/2010/main" val="1553721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0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0822" grpId="0" autoUpdateAnimBg="0"/>
      <p:bldP spid="5" grpId="0" animBg="1"/>
      <p:bldP spid="6" grpId="0"/>
      <p:bldGraphic spid="10" grpId="0">
        <p:bldAsOne/>
      </p:bldGraphic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2"/>
          <p:cNvSpPr>
            <a:spLocks noGrp="1" noChangeArrowheads="1"/>
          </p:cNvSpPr>
          <p:nvPr>
            <p:ph type="title" idx="4294967295"/>
          </p:nvPr>
        </p:nvSpPr>
        <p:spPr>
          <a:xfrm>
            <a:off x="720001" y="72002"/>
            <a:ext cx="6012240" cy="399600"/>
          </a:xfrm>
        </p:spPr>
        <p:txBody>
          <a:bodyPr/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Čítač 0-9</a:t>
            </a:r>
          </a:p>
        </p:txBody>
      </p:sp>
      <p:sp>
        <p:nvSpPr>
          <p:cNvPr id="7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8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9" name="Tlačítko akce: Vlastní 8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1" name="Tlačítko akce: Vlastní 10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2" name="Tlačítko akce: Vlastní 11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pic>
        <p:nvPicPr>
          <p:cNvPr id="3" name="Obrázek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00" y="1080000"/>
            <a:ext cx="8820000" cy="3280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693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847" name="Picture 7" descr="CIT_asy_0_9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6000" y="540000"/>
            <a:ext cx="8460000" cy="5762609"/>
          </a:xfrm>
          <a:prstGeom prst="rect">
            <a:avLst/>
          </a:prstGeom>
          <a:noFill/>
        </p:spPr>
      </p:pic>
      <p:sp>
        <p:nvSpPr>
          <p:cNvPr id="4" name="Rectangle 62"/>
          <p:cNvSpPr>
            <a:spLocks noGrp="1" noChangeArrowheads="1"/>
          </p:cNvSpPr>
          <p:nvPr>
            <p:ph type="title" idx="4294967295"/>
          </p:nvPr>
        </p:nvSpPr>
        <p:spPr>
          <a:xfrm>
            <a:off x="720001" y="72002"/>
            <a:ext cx="6012240" cy="399600"/>
          </a:xfrm>
        </p:spPr>
        <p:txBody>
          <a:bodyPr/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Čítač 0-9</a:t>
            </a:r>
          </a:p>
        </p:txBody>
      </p:sp>
      <p:sp>
        <p:nvSpPr>
          <p:cNvPr id="6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7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8" name="Tlačítko akce: Vlastní 7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9" name="Tlačítko akce: Vlastní 8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0" name="Tlačítko akce: Vlastní 9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91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18" name="Rectangle 2"/>
          <p:cNvSpPr>
            <a:spLocks noGrp="1" noChangeArrowheads="1"/>
          </p:cNvSpPr>
          <p:nvPr>
            <p:ph type="title"/>
          </p:nvPr>
        </p:nvSpPr>
        <p:spPr>
          <a:xfrm>
            <a:off x="500034" y="280108"/>
            <a:ext cx="8643966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36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Přechodový děj asynchronního čítače</a:t>
            </a:r>
          </a:p>
        </p:txBody>
      </p:sp>
      <p:sp>
        <p:nvSpPr>
          <p:cNvPr id="290822" name="Text Box 6"/>
          <p:cNvSpPr txBox="1">
            <a:spLocks noChangeArrowheads="1"/>
          </p:cNvSpPr>
          <p:nvPr/>
        </p:nvSpPr>
        <p:spPr bwMode="auto">
          <a:xfrm>
            <a:off x="357158" y="1268413"/>
            <a:ext cx="8786842" cy="1461939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 indent="-504000" algn="l">
              <a:spcAft>
                <a:spcPts val="18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n"/>
            </a:pPr>
            <a:r>
              <a:rPr lang="cs-CZ" b="1" dirty="0">
                <a:latin typeface="Verdana" pitchFamily="34" charset="0"/>
              </a:rPr>
              <a:t>Asynchronní čítač pracuje postupně</a:t>
            </a:r>
          </a:p>
          <a:p>
            <a:pPr marL="504000" indent="-504000" algn="l">
              <a:spcAft>
                <a:spcPts val="12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ü"/>
            </a:pPr>
            <a:r>
              <a:rPr lang="cs-CZ" sz="2000" dirty="0">
                <a:latin typeface="Verdana" pitchFamily="34" charset="0"/>
              </a:rPr>
              <a:t>Nejprve se změní </a:t>
            </a:r>
            <a:r>
              <a:rPr lang="cs-CZ" sz="2000" b="1" dirty="0">
                <a:latin typeface="Verdana" pitchFamily="34" charset="0"/>
              </a:rPr>
              <a:t>první</a:t>
            </a:r>
            <a:r>
              <a:rPr lang="cs-CZ" sz="2000" dirty="0">
                <a:latin typeface="Verdana" pitchFamily="34" charset="0"/>
              </a:rPr>
              <a:t> klopný obvod, potom </a:t>
            </a:r>
            <a:r>
              <a:rPr lang="cs-CZ" sz="2000" b="1" dirty="0">
                <a:latin typeface="Verdana" pitchFamily="34" charset="0"/>
              </a:rPr>
              <a:t>další</a:t>
            </a:r>
            <a:r>
              <a:rPr lang="cs-CZ" sz="2000" dirty="0">
                <a:latin typeface="Verdana" pitchFamily="34" charset="0"/>
              </a:rPr>
              <a:t> atd.</a:t>
            </a:r>
          </a:p>
          <a:p>
            <a:pPr marL="504000" indent="-504000" algn="l">
              <a:spcAft>
                <a:spcPts val="12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ü"/>
            </a:pPr>
            <a:r>
              <a:rPr lang="cs-CZ" sz="2000" dirty="0">
                <a:latin typeface="Verdana" pitchFamily="34" charset="0"/>
              </a:rPr>
              <a:t>Každý klopný obvod má </a:t>
            </a:r>
            <a:r>
              <a:rPr lang="cs-CZ" sz="2000" b="1" dirty="0">
                <a:latin typeface="Verdana" pitchFamily="34" charset="0"/>
              </a:rPr>
              <a:t>zpoždění</a:t>
            </a:r>
          </a:p>
        </p:txBody>
      </p:sp>
      <p:sp>
        <p:nvSpPr>
          <p:cNvPr id="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Tlačítko akce: Vlastní 6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4190534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08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08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908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4" name="Text Box 14"/>
          <p:cNvSpPr txBox="1">
            <a:spLocks noChangeArrowheads="1"/>
          </p:cNvSpPr>
          <p:nvPr/>
        </p:nvSpPr>
        <p:spPr bwMode="auto">
          <a:xfrm>
            <a:off x="357158" y="785794"/>
            <a:ext cx="8786842" cy="83099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495300" indent="-495300" algn="l">
              <a:buClr>
                <a:schemeClr val="bg2">
                  <a:lumMod val="50000"/>
                </a:schemeClr>
              </a:buClr>
              <a:buFont typeface="Wingdings" pitchFamily="2" charset="2"/>
              <a:buChar char="n"/>
            </a:pPr>
            <a:r>
              <a:rPr lang="cs-CZ" dirty="0">
                <a:latin typeface="Verdana" pitchFamily="34" charset="0"/>
              </a:rPr>
              <a:t>Čítač </a:t>
            </a:r>
            <a:r>
              <a:rPr lang="cs-CZ" b="1" dirty="0">
                <a:latin typeface="Verdana" pitchFamily="34" charset="0"/>
              </a:rPr>
              <a:t>vzad</a:t>
            </a:r>
            <a:r>
              <a:rPr lang="cs-CZ" dirty="0">
                <a:latin typeface="Verdana" pitchFamily="34" charset="0"/>
              </a:rPr>
              <a:t> analýza při přechodu </a:t>
            </a:r>
            <a:r>
              <a:rPr lang="cs-CZ" b="1" dirty="0">
                <a:latin typeface="Verdana" pitchFamily="34" charset="0"/>
              </a:rPr>
              <a:t>ze stavu </a:t>
            </a:r>
            <a:r>
              <a:rPr lang="cs-CZ" b="1" dirty="0">
                <a:latin typeface="Consolas" panose="020B0609020204030204" pitchFamily="49" charset="0"/>
              </a:rPr>
              <a:t>0</a:t>
            </a:r>
            <a:r>
              <a:rPr lang="cs-CZ" b="1" dirty="0">
                <a:latin typeface="Verdana" pitchFamily="34" charset="0"/>
              </a:rPr>
              <a:t> do stavu </a:t>
            </a:r>
            <a:r>
              <a:rPr lang="cs-CZ" b="1" dirty="0">
                <a:latin typeface="Consolas" panose="020B0609020204030204" pitchFamily="49" charset="0"/>
              </a:rPr>
              <a:t>7</a:t>
            </a:r>
          </a:p>
        </p:txBody>
      </p:sp>
      <p:sp>
        <p:nvSpPr>
          <p:cNvPr id="5" name="Rectangle 62"/>
          <p:cNvSpPr>
            <a:spLocks noGrp="1" noChangeArrowheads="1"/>
          </p:cNvSpPr>
          <p:nvPr>
            <p:ph type="title" idx="4294967295"/>
          </p:nvPr>
        </p:nvSpPr>
        <p:spPr>
          <a:xfrm>
            <a:off x="720001" y="72002"/>
            <a:ext cx="6012240" cy="399600"/>
          </a:xfrm>
        </p:spPr>
        <p:txBody>
          <a:bodyPr/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Přechodový děj asynchronního čítače</a:t>
            </a:r>
          </a:p>
        </p:txBody>
      </p:sp>
      <p:sp>
        <p:nvSpPr>
          <p:cNvPr id="6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7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8" name="Tlačítko akce: Vlastní 7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9" name="Tlačítko akce: Vlastní 8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0" name="Tlačítko akce: Vlastní 9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2" name="Obdélník 1"/>
          <p:cNvSpPr/>
          <p:nvPr/>
        </p:nvSpPr>
        <p:spPr>
          <a:xfrm>
            <a:off x="6849306" y="1785926"/>
            <a:ext cx="2294694" cy="229114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pic>
        <p:nvPicPr>
          <p:cNvPr id="3" name="Obrázek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000" y="2160267"/>
            <a:ext cx="8280000" cy="2530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012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2"/>
          <p:cNvSpPr>
            <a:spLocks noGrp="1" noChangeArrowheads="1"/>
          </p:cNvSpPr>
          <p:nvPr>
            <p:ph type="title" idx="4294967295"/>
          </p:nvPr>
        </p:nvSpPr>
        <p:spPr>
          <a:xfrm>
            <a:off x="720000" y="72002"/>
            <a:ext cx="8423999" cy="399600"/>
          </a:xfrm>
        </p:spPr>
        <p:txBody>
          <a:bodyPr/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Přechodový děj asynchronního čítače</a:t>
            </a:r>
          </a:p>
        </p:txBody>
      </p:sp>
      <p:sp>
        <p:nvSpPr>
          <p:cNvPr id="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Tlačítko akce: Vlastní 6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0" name="Tlačítko akce: Vlastní 9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pic>
        <p:nvPicPr>
          <p:cNvPr id="2" name="Obrázek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0" y="720000"/>
            <a:ext cx="5040000" cy="535571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872" name="Text Box 8"/>
          <p:cNvSpPr txBox="1">
            <a:spLocks noChangeArrowheads="1"/>
          </p:cNvSpPr>
          <p:nvPr/>
        </p:nvSpPr>
        <p:spPr bwMode="auto">
          <a:xfrm>
            <a:off x="6000760" y="1142984"/>
            <a:ext cx="3143240" cy="1323439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l">
              <a:buClr>
                <a:schemeClr val="bg2">
                  <a:lumMod val="50000"/>
                </a:schemeClr>
              </a:buClr>
            </a:pPr>
            <a:r>
              <a:rPr lang="cs-CZ" sz="2000" dirty="0">
                <a:effectLst/>
                <a:latin typeface="Verdana" pitchFamily="34" charset="0"/>
              </a:rPr>
              <a:t>Přechod ze stavu (</a:t>
            </a:r>
            <a:r>
              <a:rPr lang="cs-CZ" sz="2000" b="1" dirty="0">
                <a:effectLst/>
                <a:latin typeface="Consolas" panose="020B0609020204030204" pitchFamily="49" charset="0"/>
              </a:rPr>
              <a:t>0-7</a:t>
            </a:r>
            <a:r>
              <a:rPr lang="cs-CZ" sz="2000" dirty="0">
                <a:effectLst/>
                <a:latin typeface="Verdana" pitchFamily="34" charset="0"/>
              </a:rPr>
              <a:t>) dosáhneme přechodem přes stavy </a:t>
            </a:r>
            <a:br>
              <a:rPr lang="cs-CZ" sz="2000" dirty="0">
                <a:effectLst/>
                <a:latin typeface="Verdana" pitchFamily="34" charset="0"/>
              </a:rPr>
            </a:br>
            <a:r>
              <a:rPr lang="cs-CZ" sz="2000" dirty="0">
                <a:effectLst/>
                <a:latin typeface="Verdana" pitchFamily="34" charset="0"/>
              </a:rPr>
              <a:t>(</a:t>
            </a:r>
            <a:r>
              <a:rPr lang="cs-CZ" sz="2000" b="1" dirty="0">
                <a:effectLst/>
                <a:latin typeface="Consolas" panose="020B0609020204030204" pitchFamily="49" charset="0"/>
              </a:rPr>
              <a:t>0-1-3-7</a:t>
            </a:r>
            <a:r>
              <a:rPr lang="cs-CZ" sz="2000" dirty="0">
                <a:effectLst/>
                <a:latin typeface="Verdana" pitchFamily="34" charset="0"/>
              </a:rPr>
              <a:t>)</a:t>
            </a:r>
          </a:p>
        </p:txBody>
      </p:sp>
      <p:sp>
        <p:nvSpPr>
          <p:cNvPr id="5" name="Rectangle 62"/>
          <p:cNvSpPr>
            <a:spLocks noGrp="1" noChangeArrowheads="1"/>
          </p:cNvSpPr>
          <p:nvPr>
            <p:ph type="title" idx="4294967295"/>
          </p:nvPr>
        </p:nvSpPr>
        <p:spPr>
          <a:xfrm>
            <a:off x="720000" y="72002"/>
            <a:ext cx="8423999" cy="399600"/>
          </a:xfrm>
        </p:spPr>
        <p:txBody>
          <a:bodyPr/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Přechodový děj asynchronního čítače</a:t>
            </a:r>
          </a:p>
        </p:txBody>
      </p:sp>
      <p:sp>
        <p:nvSpPr>
          <p:cNvPr id="6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8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9" name="Tlačítko akce: Vlastní 8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0" name="Tlačítko akce: Vlastní 9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1" name="Tlačítko akce: Vlastní 10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pic>
        <p:nvPicPr>
          <p:cNvPr id="2" name="Obrázek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836712"/>
            <a:ext cx="5508480" cy="49344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2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2872" grpId="0" autoUpdateAnimBg="0"/>
      <p:bldP spid="6" grpId="0" animBg="1"/>
      <p:bldP spid="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78A159F1-C4F2-71FF-61FF-5CFE361E6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91" name="Text Box 3">
            <a:extLst>
              <a:ext uri="{FF2B5EF4-FFF2-40B4-BE49-F238E27FC236}">
                <a16:creationId xmlns:a16="http://schemas.microsoft.com/office/drawing/2014/main" id="{9623694C-FDCB-6BE4-6839-58C50672FE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000" y="1080000"/>
            <a:ext cx="8784000" cy="486287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 indent="-504000" algn="l">
              <a:spcAft>
                <a:spcPts val="12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ü"/>
            </a:pPr>
            <a:r>
              <a:rPr lang="cs-CZ" sz="2000" dirty="0">
                <a:latin typeface="Verdana" pitchFamily="34" charset="0"/>
              </a:rPr>
              <a:t>Hlavní výhodou asynchronní realizace čítače je jednoduchost jeho zapojení</a:t>
            </a:r>
            <a:endParaRPr lang="en-US" sz="2000" dirty="0">
              <a:latin typeface="Verdana" pitchFamily="34" charset="0"/>
            </a:endParaRPr>
          </a:p>
          <a:p>
            <a:pPr marL="504000" indent="-504000" algn="l">
              <a:spcAft>
                <a:spcPts val="12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ü"/>
            </a:pPr>
            <a:r>
              <a:rPr lang="cs-CZ" sz="2000" dirty="0">
                <a:latin typeface="Verdana" pitchFamily="34" charset="0"/>
              </a:rPr>
              <a:t>Hlavní nevýhodou asynchronní realizace čítače je kumulace zpoždění, a z toho vyplývající potřebná doba k ustálení správné výstupní hodnoty čítače.</a:t>
            </a:r>
            <a:endParaRPr lang="en-US" sz="2000" dirty="0">
              <a:latin typeface="Verdana" pitchFamily="34" charset="0"/>
            </a:endParaRPr>
          </a:p>
          <a:p>
            <a:pPr marL="504000" indent="-504000" algn="l">
              <a:spcAft>
                <a:spcPts val="12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ü"/>
            </a:pPr>
            <a:r>
              <a:rPr lang="cs-CZ" sz="2000" dirty="0">
                <a:latin typeface="Verdana" pitchFamily="34" charset="0"/>
              </a:rPr>
              <a:t>Uvažujeme-li, že každý klopný obvod překlopí se zpožděním T, potom platí, že pro n-bitový asynchronní čítač bude celkové zpoždění pro ustálení jeho výstupu rovno </a:t>
            </a:r>
            <a:r>
              <a:rPr lang="en-US" sz="2000" dirty="0">
                <a:latin typeface="Verdana" pitchFamily="34" charset="0"/>
              </a:rPr>
              <a:t>n*</a:t>
            </a:r>
            <a:r>
              <a:rPr lang="cs-CZ" sz="2000" dirty="0">
                <a:latin typeface="Verdana" pitchFamily="34" charset="0"/>
              </a:rPr>
              <a:t>T</a:t>
            </a:r>
            <a:endParaRPr lang="en-US" sz="2000" dirty="0">
              <a:latin typeface="Verdana" pitchFamily="34" charset="0"/>
            </a:endParaRPr>
          </a:p>
          <a:p>
            <a:pPr marL="504000" indent="-504000" algn="l">
              <a:spcAft>
                <a:spcPts val="12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ü"/>
            </a:pPr>
            <a:r>
              <a:rPr lang="cs-CZ" sz="2000" dirty="0">
                <a:latin typeface="Verdana" pitchFamily="34" charset="0"/>
              </a:rPr>
              <a:t>Pokud nastane situace, že se na vstupu čítače objeví další aktivační hrana hodinového signálu ještě dříve, než všechny klopné obvody v čítači stihnou překlopit na předchozí aktivační hranu, dostane se čítač do nestabilního stavu, a jeho výstup se tak nikdy zcela neustálí a nelze z něho odečíst správnou hodnotu</a:t>
            </a:r>
            <a:r>
              <a:rPr lang="en-US" sz="2000" dirty="0">
                <a:latin typeface="Verdana" pitchFamily="34" charset="0"/>
              </a:rPr>
              <a:t> (</a:t>
            </a:r>
            <a:r>
              <a:rPr lang="cs-CZ" sz="2000" dirty="0">
                <a:latin typeface="Verdana" pitchFamily="34" charset="0"/>
              </a:rPr>
              <a:t>tzv. </a:t>
            </a:r>
            <a:r>
              <a:rPr lang="cs-CZ" sz="2000" dirty="0" err="1">
                <a:latin typeface="Verdana" pitchFamily="34" charset="0"/>
              </a:rPr>
              <a:t>ripple-effect</a:t>
            </a:r>
            <a:r>
              <a:rPr lang="en-US" sz="2000" dirty="0">
                <a:latin typeface="Verdana" pitchFamily="34" charset="0"/>
              </a:rPr>
              <a:t>)</a:t>
            </a:r>
            <a:endParaRPr lang="cs-CZ" sz="2000" dirty="0">
              <a:latin typeface="Verdana" pitchFamily="34" charset="0"/>
            </a:endParaRPr>
          </a:p>
        </p:txBody>
      </p:sp>
      <p:sp>
        <p:nvSpPr>
          <p:cNvPr id="3" name="Elipsa 8">
            <a:extLst>
              <a:ext uri="{FF2B5EF4-FFF2-40B4-BE49-F238E27FC236}">
                <a16:creationId xmlns:a16="http://schemas.microsoft.com/office/drawing/2014/main" id="{AFE06D9E-83E8-9278-AF48-74CE2525D36F}"/>
              </a:ext>
            </a:extLst>
          </p:cNvPr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4" name="Zástupný symbol pro číslo snímku 5">
            <a:extLst>
              <a:ext uri="{FF2B5EF4-FFF2-40B4-BE49-F238E27FC236}">
                <a16:creationId xmlns:a16="http://schemas.microsoft.com/office/drawing/2014/main" id="{B7780FA0-DBB8-122A-96DF-E8776742E537}"/>
              </a:ext>
            </a:extLst>
          </p:cNvPr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5" name="Tlačítko akce: Vlastní 4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64D276AD-2A93-B3B5-FBE4-FE77D016F120}"/>
              </a:ext>
            </a:extLst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6" name="Tlačítko akce: Vlastní 5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E32FFCD8-6B32-37E7-F8DE-55B2F6D7C9D0}"/>
              </a:ext>
            </a:extLst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7" name="Tlačítko akce: Vlastní 6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2025B9CF-9922-5BD1-95A3-96D33949FC9C}"/>
              </a:ext>
            </a:extLst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8" name="Rectangle 62">
            <a:extLst>
              <a:ext uri="{FF2B5EF4-FFF2-40B4-BE49-F238E27FC236}">
                <a16:creationId xmlns:a16="http://schemas.microsoft.com/office/drawing/2014/main" id="{527D829C-8745-B935-BF46-867B58CA09C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720000" y="72002"/>
            <a:ext cx="8423999" cy="399600"/>
          </a:xfrm>
        </p:spPr>
        <p:txBody>
          <a:bodyPr/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Přechodový děj asynchronního čítače</a:t>
            </a:r>
          </a:p>
        </p:txBody>
      </p:sp>
    </p:spTree>
    <p:extLst>
      <p:ext uri="{BB962C8B-B14F-4D97-AF65-F5344CB8AC3E}">
        <p14:creationId xmlns:p14="http://schemas.microsoft.com/office/powerpoint/2010/main" val="2085471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3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3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93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3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500034" y="280108"/>
            <a:ext cx="8643966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36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Synchronní čítač</a:t>
            </a:r>
          </a:p>
        </p:txBody>
      </p:sp>
      <p:pic>
        <p:nvPicPr>
          <p:cNvPr id="3" name="Obrázek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000" y="1080000"/>
            <a:ext cx="8640000" cy="33658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91" name="Text Box 3"/>
          <p:cNvSpPr txBox="1">
            <a:spLocks noChangeArrowheads="1"/>
          </p:cNvSpPr>
          <p:nvPr/>
        </p:nvSpPr>
        <p:spPr bwMode="auto">
          <a:xfrm>
            <a:off x="360000" y="1080000"/>
            <a:ext cx="8784000" cy="3462486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 indent="-504000" algn="l"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n"/>
            </a:pPr>
            <a:r>
              <a:rPr lang="cs-CZ" b="1" dirty="0">
                <a:latin typeface="Verdana" pitchFamily="34" charset="0"/>
              </a:rPr>
              <a:t>Popis</a:t>
            </a:r>
          </a:p>
          <a:p>
            <a:pPr marL="504000" indent="-504000" algn="l">
              <a:spcAft>
                <a:spcPts val="12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ü"/>
            </a:pPr>
            <a:r>
              <a:rPr lang="cs-CZ" sz="2000" dirty="0">
                <a:effectLst/>
                <a:latin typeface="Verdana" pitchFamily="34" charset="0"/>
              </a:rPr>
              <a:t>Do </a:t>
            </a:r>
            <a:r>
              <a:rPr lang="cs-CZ" sz="2000" b="1" dirty="0">
                <a:effectLst/>
                <a:latin typeface="Verdana" pitchFamily="34" charset="0"/>
              </a:rPr>
              <a:t>vstupu CLK </a:t>
            </a:r>
            <a:r>
              <a:rPr lang="cs-CZ" sz="2000" dirty="0">
                <a:effectLst/>
                <a:latin typeface="Verdana" pitchFamily="34" charset="0"/>
              </a:rPr>
              <a:t>všech klopných obvodů je přiveden </a:t>
            </a:r>
            <a:r>
              <a:rPr lang="cs-CZ" sz="2000" b="1" dirty="0">
                <a:effectLst/>
                <a:latin typeface="Verdana" pitchFamily="34" charset="0"/>
              </a:rPr>
              <a:t>zdroj impulzů</a:t>
            </a:r>
            <a:endParaRPr lang="cs-CZ" sz="2000" dirty="0">
              <a:effectLst/>
              <a:latin typeface="Verdana" pitchFamily="34" charset="0"/>
            </a:endParaRPr>
          </a:p>
          <a:p>
            <a:pPr marL="504000" indent="-504000" algn="l">
              <a:spcAft>
                <a:spcPts val="12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ü"/>
            </a:pPr>
            <a:r>
              <a:rPr lang="cs-CZ" sz="2000" dirty="0">
                <a:effectLst/>
                <a:latin typeface="Verdana" pitchFamily="34" charset="0"/>
              </a:rPr>
              <a:t>Do </a:t>
            </a:r>
            <a:r>
              <a:rPr lang="cs-CZ" sz="2000" b="1" dirty="0">
                <a:effectLst/>
                <a:latin typeface="Verdana" pitchFamily="34" charset="0"/>
              </a:rPr>
              <a:t>vstupu </a:t>
            </a:r>
            <a:r>
              <a:rPr lang="cs-CZ" sz="2000" dirty="0">
                <a:effectLst/>
                <a:latin typeface="Verdana" pitchFamily="34" charset="0"/>
              </a:rPr>
              <a:t>klopného obvodu je přiveden výstup z </a:t>
            </a:r>
            <a:r>
              <a:rPr lang="cs-CZ" sz="2000" b="1" dirty="0">
                <a:effectLst/>
                <a:latin typeface="Verdana" pitchFamily="34" charset="0"/>
              </a:rPr>
              <a:t>kombinačního</a:t>
            </a:r>
            <a:r>
              <a:rPr lang="cs-CZ" sz="2000" dirty="0">
                <a:effectLst/>
                <a:latin typeface="Verdana" pitchFamily="34" charset="0"/>
              </a:rPr>
              <a:t> obvodu, který je popsán funkcí </a:t>
            </a:r>
            <a:r>
              <a:rPr lang="cs-CZ" sz="2000" b="1" dirty="0">
                <a:effectLst/>
                <a:latin typeface="Consolas" panose="020B0609020204030204" pitchFamily="49" charset="0"/>
              </a:rPr>
              <a:t>Y1,</a:t>
            </a:r>
            <a:r>
              <a:rPr lang="cs-CZ" sz="20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cs-CZ" sz="2000" b="1" dirty="0">
                <a:effectLst/>
                <a:latin typeface="Consolas" panose="020B0609020204030204" pitchFamily="49" charset="0"/>
              </a:rPr>
              <a:t>Y2,</a:t>
            </a:r>
            <a:r>
              <a:rPr lang="cs-CZ" sz="20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cs-CZ" sz="2000" b="1" dirty="0">
                <a:effectLst/>
                <a:latin typeface="Consolas" panose="020B0609020204030204" pitchFamily="49" charset="0"/>
              </a:rPr>
              <a:t>Y3 </a:t>
            </a:r>
            <a:r>
              <a:rPr lang="cs-CZ" sz="2000" dirty="0">
                <a:effectLst/>
                <a:latin typeface="Verdana" pitchFamily="34" charset="0"/>
              </a:rPr>
              <a:t>závislou na </a:t>
            </a:r>
            <a:r>
              <a:rPr lang="cs-CZ" sz="2000" b="1" dirty="0">
                <a:latin typeface="Consolas" panose="020B0609020204030204" pitchFamily="49" charset="0"/>
              </a:rPr>
              <a:t>Q1,</a:t>
            </a:r>
            <a:r>
              <a:rPr lang="cs-CZ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cs-CZ" sz="2000" b="1" dirty="0">
                <a:latin typeface="Consolas" panose="020B0609020204030204" pitchFamily="49" charset="0"/>
              </a:rPr>
              <a:t>Q2 a Q3</a:t>
            </a:r>
          </a:p>
          <a:p>
            <a:pPr marL="504000" indent="-504000" algn="l">
              <a:spcAft>
                <a:spcPts val="12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ü"/>
            </a:pPr>
            <a:r>
              <a:rPr lang="cs-CZ" sz="2000" b="1" dirty="0">
                <a:latin typeface="Verdana" pitchFamily="34" charset="0"/>
              </a:rPr>
              <a:t>Na datovém vstupu </a:t>
            </a:r>
            <a:r>
              <a:rPr lang="cs-CZ" sz="2000" dirty="0">
                <a:latin typeface="Verdana" pitchFamily="34" charset="0"/>
              </a:rPr>
              <a:t>se připraví </a:t>
            </a:r>
            <a:r>
              <a:rPr lang="cs-CZ" sz="2000" b="1" dirty="0">
                <a:latin typeface="Verdana" pitchFamily="34" charset="0"/>
              </a:rPr>
              <a:t>stav</a:t>
            </a:r>
            <a:r>
              <a:rPr lang="cs-CZ" sz="2000" dirty="0">
                <a:latin typeface="Verdana" pitchFamily="34" charset="0"/>
              </a:rPr>
              <a:t> v </a:t>
            </a:r>
            <a:r>
              <a:rPr lang="cs-CZ" sz="2000" b="1" dirty="0">
                <a:latin typeface="Verdana" pitchFamily="34" charset="0"/>
              </a:rPr>
              <a:t>následujícím taktu</a:t>
            </a:r>
            <a:endParaRPr lang="cs-CZ" sz="2000" dirty="0">
              <a:effectLst/>
              <a:latin typeface="Verdana" pitchFamily="34" charset="0"/>
            </a:endParaRPr>
          </a:p>
          <a:p>
            <a:pPr marL="504000" indent="-504000" algn="l">
              <a:spcAft>
                <a:spcPts val="12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ü"/>
            </a:pPr>
            <a:r>
              <a:rPr lang="cs-CZ" sz="2000" dirty="0">
                <a:effectLst/>
                <a:latin typeface="Verdana" pitchFamily="34" charset="0"/>
              </a:rPr>
              <a:t>Výstup čítače se </a:t>
            </a:r>
            <a:r>
              <a:rPr lang="cs-CZ" sz="2000" b="1" dirty="0">
                <a:effectLst/>
                <a:latin typeface="Verdana" pitchFamily="34" charset="0"/>
              </a:rPr>
              <a:t>mění</a:t>
            </a:r>
            <a:r>
              <a:rPr lang="cs-CZ" sz="2000" dirty="0">
                <a:effectLst/>
                <a:latin typeface="Verdana" pitchFamily="34" charset="0"/>
              </a:rPr>
              <a:t> v okamžiku </a:t>
            </a:r>
            <a:r>
              <a:rPr lang="cs-CZ" sz="2000" b="1" dirty="0">
                <a:effectLst/>
                <a:latin typeface="Verdana" pitchFamily="34" charset="0"/>
              </a:rPr>
              <a:t>nástupné</a:t>
            </a:r>
            <a:r>
              <a:rPr lang="cs-CZ" sz="2000" dirty="0">
                <a:effectLst/>
                <a:latin typeface="Verdana" pitchFamily="34" charset="0"/>
              </a:rPr>
              <a:t> nebo </a:t>
            </a:r>
            <a:r>
              <a:rPr lang="cs-CZ" sz="2000" b="1" dirty="0">
                <a:effectLst/>
                <a:latin typeface="Verdana" pitchFamily="34" charset="0"/>
              </a:rPr>
              <a:t>sestupné hrany </a:t>
            </a:r>
            <a:r>
              <a:rPr lang="cs-CZ" sz="2000" dirty="0">
                <a:effectLst/>
                <a:latin typeface="Verdana" pitchFamily="34" charset="0"/>
              </a:rPr>
              <a:t>zdroje impulzů</a:t>
            </a:r>
          </a:p>
        </p:txBody>
      </p:sp>
      <p:sp>
        <p:nvSpPr>
          <p:cNvPr id="3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4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5" name="Tlačítko akce: Vlastní 4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6" name="Tlačítko akce: Vlastní 5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7" name="Tlačítko akce: Vlastní 6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8" name="Rectangle 62"/>
          <p:cNvSpPr>
            <a:spLocks noGrp="1" noChangeArrowheads="1"/>
          </p:cNvSpPr>
          <p:nvPr>
            <p:ph type="title" idx="4294967295"/>
          </p:nvPr>
        </p:nvSpPr>
        <p:spPr>
          <a:xfrm>
            <a:off x="720000" y="72002"/>
            <a:ext cx="8423999" cy="399600"/>
          </a:xfrm>
        </p:spPr>
        <p:txBody>
          <a:bodyPr/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Synchronní čítač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3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3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93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3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939" name="Text Box 3"/>
          <p:cNvSpPr txBox="1">
            <a:spLocks noChangeArrowheads="1"/>
          </p:cNvSpPr>
          <p:nvPr/>
        </p:nvSpPr>
        <p:spPr bwMode="auto">
          <a:xfrm>
            <a:off x="360001" y="1080000"/>
            <a:ext cx="8784000" cy="32316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 indent="-504000" algn="l">
              <a:spcAft>
                <a:spcPts val="12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n"/>
            </a:pPr>
            <a:r>
              <a:rPr lang="cs-CZ" b="1" dirty="0">
                <a:latin typeface="Verdana" pitchFamily="34" charset="0"/>
              </a:rPr>
              <a:t>Výhody a nevýhody</a:t>
            </a:r>
          </a:p>
          <a:p>
            <a:pPr marL="504000" indent="-504000" algn="l">
              <a:spcAft>
                <a:spcPts val="12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ü"/>
            </a:pPr>
            <a:r>
              <a:rPr lang="cs-CZ" sz="2000" dirty="0">
                <a:effectLst/>
                <a:latin typeface="Verdana" pitchFamily="34" charset="0"/>
              </a:rPr>
              <a:t>Omezí se </a:t>
            </a:r>
            <a:r>
              <a:rPr lang="cs-CZ" sz="2000" b="1" dirty="0">
                <a:effectLst/>
                <a:latin typeface="Verdana" pitchFamily="34" charset="0"/>
              </a:rPr>
              <a:t>přechodový děj</a:t>
            </a:r>
            <a:endParaRPr lang="cs-CZ" sz="2000" dirty="0">
              <a:effectLst/>
              <a:latin typeface="Verdana" pitchFamily="34" charset="0"/>
            </a:endParaRPr>
          </a:p>
          <a:p>
            <a:pPr marL="504000" indent="-504000" algn="l">
              <a:spcAft>
                <a:spcPts val="12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ü"/>
            </a:pPr>
            <a:r>
              <a:rPr lang="cs-CZ" sz="2000" dirty="0">
                <a:effectLst/>
                <a:latin typeface="Verdana" pitchFamily="34" charset="0"/>
              </a:rPr>
              <a:t>Můžeme navrhnout čítač s </a:t>
            </a:r>
            <a:r>
              <a:rPr lang="cs-CZ" sz="2000" b="1" dirty="0">
                <a:effectLst/>
                <a:latin typeface="Verdana" pitchFamily="34" charset="0"/>
              </a:rPr>
              <a:t>libovolnou čítací sekvencí</a:t>
            </a:r>
            <a:endParaRPr lang="en-US" sz="2000" b="1" dirty="0">
              <a:effectLst/>
              <a:latin typeface="Verdana" pitchFamily="34" charset="0"/>
            </a:endParaRPr>
          </a:p>
          <a:p>
            <a:pPr marL="504000" indent="-504000" algn="l">
              <a:spcAft>
                <a:spcPts val="12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ü"/>
            </a:pPr>
            <a:r>
              <a:rPr lang="cs-CZ" sz="2000" dirty="0">
                <a:latin typeface="Verdana" pitchFamily="34" charset="0"/>
              </a:rPr>
              <a:t>Doba zpoždění ideálního synchronního čítače je rovna T, kde T je doba zpoždění jednoho jeho klopného obvodu. Doba zpoždění ideálního synchronního čítače tak nezávisí na počtu jeho bitů (počtu klopných obvodů).</a:t>
            </a:r>
            <a:endParaRPr lang="cs-CZ" sz="2000" dirty="0">
              <a:effectLst/>
              <a:latin typeface="Verdana" pitchFamily="34" charset="0"/>
            </a:endParaRPr>
          </a:p>
          <a:p>
            <a:pPr marL="504000" indent="-504000" algn="l">
              <a:spcAft>
                <a:spcPts val="12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ü"/>
            </a:pPr>
            <a:r>
              <a:rPr lang="cs-CZ" sz="2000" dirty="0">
                <a:effectLst/>
                <a:latin typeface="Verdana" pitchFamily="34" charset="0"/>
              </a:rPr>
              <a:t>Synchronní čítače jsou </a:t>
            </a:r>
            <a:r>
              <a:rPr lang="cs-CZ" sz="2000" b="1" dirty="0">
                <a:effectLst/>
                <a:latin typeface="Verdana" pitchFamily="34" charset="0"/>
              </a:rPr>
              <a:t>složitější</a:t>
            </a:r>
            <a:r>
              <a:rPr lang="cs-CZ" sz="2000" dirty="0">
                <a:effectLst/>
                <a:latin typeface="Verdana" pitchFamily="34" charset="0"/>
              </a:rPr>
              <a:t> než asynchronní</a:t>
            </a:r>
            <a:endParaRPr lang="en-US" sz="2000" dirty="0">
              <a:effectLst/>
              <a:latin typeface="Verdana" pitchFamily="34" charset="0"/>
            </a:endParaRPr>
          </a:p>
        </p:txBody>
      </p:sp>
      <p:sp>
        <p:nvSpPr>
          <p:cNvPr id="3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4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5" name="Tlačítko akce: Vlastní 4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6" name="Tlačítko akce: Vlastní 5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7" name="Tlačítko akce: Vlastní 6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8" name="Rectangle 62"/>
          <p:cNvSpPr>
            <a:spLocks noGrp="1" noChangeArrowheads="1"/>
          </p:cNvSpPr>
          <p:nvPr>
            <p:ph type="title" idx="4294967295"/>
          </p:nvPr>
        </p:nvSpPr>
        <p:spPr>
          <a:xfrm>
            <a:off x="720000" y="72002"/>
            <a:ext cx="8423999" cy="399600"/>
          </a:xfrm>
        </p:spPr>
        <p:txBody>
          <a:bodyPr/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Synchronní čítač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5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5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95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5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0" name="Rectangle 2"/>
          <p:cNvSpPr>
            <a:spLocks noGrp="1" noChangeArrowheads="1"/>
          </p:cNvSpPr>
          <p:nvPr>
            <p:ph type="title"/>
          </p:nvPr>
        </p:nvSpPr>
        <p:spPr>
          <a:xfrm>
            <a:off x="500034" y="280108"/>
            <a:ext cx="8629624" cy="720000"/>
          </a:xfrm>
          <a:noFill/>
          <a:ln/>
        </p:spPr>
        <p:txBody>
          <a:bodyPr/>
          <a:lstStyle/>
          <a:p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Návrh synchronního čítače</a:t>
            </a:r>
          </a:p>
        </p:txBody>
      </p:sp>
      <p:sp>
        <p:nvSpPr>
          <p:cNvPr id="299014" name="Text Box 6"/>
          <p:cNvSpPr txBox="1">
            <a:spLocks noChangeArrowheads="1"/>
          </p:cNvSpPr>
          <p:nvPr/>
        </p:nvSpPr>
        <p:spPr bwMode="auto">
          <a:xfrm>
            <a:off x="360001" y="1080000"/>
            <a:ext cx="8784000" cy="3462486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 indent="-504000" algn="l">
              <a:spcAft>
                <a:spcPts val="18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n"/>
            </a:pPr>
            <a:r>
              <a:rPr lang="cs-CZ" b="1" dirty="0">
                <a:latin typeface="Verdana" pitchFamily="34" charset="0"/>
              </a:rPr>
              <a:t>Postup</a:t>
            </a:r>
          </a:p>
          <a:p>
            <a:pPr marL="504000" indent="-504000" algn="l">
              <a:spcAft>
                <a:spcPts val="18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ü"/>
            </a:pPr>
            <a:r>
              <a:rPr lang="cs-CZ" sz="2000" dirty="0">
                <a:effectLst/>
                <a:latin typeface="Verdana" pitchFamily="34" charset="0"/>
              </a:rPr>
              <a:t>Tabulka výstupu v </a:t>
            </a:r>
            <a:r>
              <a:rPr lang="cs-CZ" sz="2000" b="1" dirty="0">
                <a:effectLst/>
                <a:latin typeface="Verdana" pitchFamily="34" charset="0"/>
              </a:rPr>
              <a:t>čase </a:t>
            </a:r>
            <a:r>
              <a:rPr lang="fr-FR" sz="2000" b="1" dirty="0">
                <a:effectLst/>
                <a:latin typeface="Verdana" pitchFamily="34" charset="0"/>
              </a:rPr>
              <a:t>T</a:t>
            </a:r>
            <a:endParaRPr lang="cs-CZ" sz="2000" b="1" dirty="0">
              <a:effectLst/>
              <a:latin typeface="Verdana" pitchFamily="34" charset="0"/>
            </a:endParaRPr>
          </a:p>
          <a:p>
            <a:pPr marL="504000" indent="-504000" algn="l">
              <a:spcAft>
                <a:spcPts val="18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ü"/>
            </a:pPr>
            <a:r>
              <a:rPr lang="cs-CZ" sz="2000" dirty="0">
                <a:effectLst/>
                <a:latin typeface="Verdana" pitchFamily="34" charset="0"/>
              </a:rPr>
              <a:t>Tabulka výstupu v </a:t>
            </a:r>
            <a:r>
              <a:rPr lang="cs-CZ" sz="2000" b="1" dirty="0">
                <a:effectLst/>
                <a:latin typeface="Verdana" pitchFamily="34" charset="0"/>
              </a:rPr>
              <a:t>čase T+1</a:t>
            </a:r>
          </a:p>
          <a:p>
            <a:pPr marL="504000" indent="-504000" algn="l">
              <a:spcAft>
                <a:spcPts val="18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ü"/>
            </a:pPr>
            <a:r>
              <a:rPr lang="cs-CZ" sz="2000" dirty="0">
                <a:effectLst/>
                <a:latin typeface="Verdana" pitchFamily="34" charset="0"/>
              </a:rPr>
              <a:t>Tabulka </a:t>
            </a:r>
            <a:r>
              <a:rPr lang="cs-CZ" sz="2000" b="1" dirty="0">
                <a:effectLst/>
                <a:latin typeface="Verdana" pitchFamily="34" charset="0"/>
              </a:rPr>
              <a:t>budících funkcí </a:t>
            </a:r>
            <a:r>
              <a:rPr lang="cs-CZ" sz="2000" dirty="0">
                <a:effectLst/>
                <a:latin typeface="Verdana" pitchFamily="34" charset="0"/>
              </a:rPr>
              <a:t>podle použitých klopných obvodů (JK nebo D)</a:t>
            </a:r>
          </a:p>
          <a:p>
            <a:pPr marL="504000" indent="-504000" algn="l">
              <a:spcAft>
                <a:spcPts val="18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ü"/>
            </a:pPr>
            <a:r>
              <a:rPr lang="cs-CZ" sz="2000" b="1" dirty="0">
                <a:effectLst/>
                <a:latin typeface="Verdana" pitchFamily="34" charset="0"/>
              </a:rPr>
              <a:t>Karnaughovy mapy budících funkcí</a:t>
            </a:r>
            <a:r>
              <a:rPr lang="cs-CZ" sz="2000" dirty="0">
                <a:effectLst/>
                <a:latin typeface="Verdana" pitchFamily="34" charset="0"/>
              </a:rPr>
              <a:t>, minimalizace</a:t>
            </a:r>
          </a:p>
          <a:p>
            <a:pPr marL="504000" indent="-504000" algn="l">
              <a:spcAft>
                <a:spcPts val="18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ü"/>
            </a:pPr>
            <a:r>
              <a:rPr lang="cs-CZ" sz="2000" b="1" dirty="0">
                <a:effectLst/>
                <a:latin typeface="Verdana" pitchFamily="34" charset="0"/>
              </a:rPr>
              <a:t>Realizace obvody</a:t>
            </a:r>
            <a:endParaRPr lang="fr-FR" sz="2000" b="1" dirty="0">
              <a:latin typeface="Verdana" pitchFamily="34" charset="0"/>
            </a:endParaRP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9" name="TextovéPole 8">
            <a:extLst>
              <a:ext uri="{FF2B5EF4-FFF2-40B4-BE49-F238E27FC236}">
                <a16:creationId xmlns:a16="http://schemas.microsoft.com/office/drawing/2014/main" id="{754A11E5-3B91-4226-9107-00CE59468F16}"/>
              </a:ext>
            </a:extLst>
          </p:cNvPr>
          <p:cNvSpPr txBox="1"/>
          <p:nvPr/>
        </p:nvSpPr>
        <p:spPr>
          <a:xfrm>
            <a:off x="7668344" y="188640"/>
            <a:ext cx="1224138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cs-CZ" sz="5400" b="1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ebdings"/>
              </a:rPr>
              <a:t>S</a:t>
            </a:r>
            <a:endParaRPr lang="cs-CZ" sz="5400" b="1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90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90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990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90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90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990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9014" grpId="0" build="allAtOnce" autoUpdateAnimBg="0"/>
      <p:bldP spid="4" grpId="0" animBg="1"/>
      <p:bldP spid="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4" name="Text Box 6"/>
          <p:cNvSpPr txBox="1">
            <a:spLocks noChangeArrowheads="1"/>
          </p:cNvSpPr>
          <p:nvPr/>
        </p:nvSpPr>
        <p:spPr bwMode="auto">
          <a:xfrm>
            <a:off x="360001" y="1080000"/>
            <a:ext cx="8784000" cy="13080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 indent="-504000" algn="l">
              <a:spcAft>
                <a:spcPts val="18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n"/>
            </a:pPr>
            <a:r>
              <a:rPr lang="cs-CZ" b="1" dirty="0">
                <a:latin typeface="Verdana" pitchFamily="34" charset="0"/>
              </a:rPr>
              <a:t>Zadání</a:t>
            </a:r>
          </a:p>
          <a:p>
            <a:pPr marL="504000" algn="l">
              <a:spcAft>
                <a:spcPts val="600"/>
              </a:spcAft>
              <a:buClr>
                <a:schemeClr val="bg2">
                  <a:lumMod val="50000"/>
                </a:schemeClr>
              </a:buClr>
            </a:pPr>
            <a:r>
              <a:rPr lang="cs-CZ" sz="2000" dirty="0">
                <a:latin typeface="Verdana" pitchFamily="34" charset="0"/>
              </a:rPr>
              <a:t>Navrhněte synchronní čítač, který bude čítat následující sekvenci</a:t>
            </a:r>
          </a:p>
        </p:txBody>
      </p:sp>
      <p:graphicFrame>
        <p:nvGraphicFramePr>
          <p:cNvPr id="10" name="Diagram 9"/>
          <p:cNvGraphicFramePr/>
          <p:nvPr>
            <p:extLst>
              <p:ext uri="{D42A27DB-BD31-4B8C-83A1-F6EECF244321}">
                <p14:modId xmlns:p14="http://schemas.microsoft.com/office/powerpoint/2010/main" val="3792082529"/>
              </p:ext>
            </p:extLst>
          </p:nvPr>
        </p:nvGraphicFramePr>
        <p:xfrm>
          <a:off x="2857488" y="3018612"/>
          <a:ext cx="3214710" cy="27146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Tlačítko akce: Vlastní 6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8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1" name="Rectangle 62"/>
          <p:cNvSpPr>
            <a:spLocks noGrp="1" noChangeArrowheads="1"/>
          </p:cNvSpPr>
          <p:nvPr>
            <p:ph type="title" idx="4294967295"/>
          </p:nvPr>
        </p:nvSpPr>
        <p:spPr>
          <a:xfrm>
            <a:off x="720000" y="72002"/>
            <a:ext cx="8423999" cy="399600"/>
          </a:xfrm>
        </p:spPr>
        <p:txBody>
          <a:bodyPr/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Návrh synchronního čítače</a:t>
            </a:r>
          </a:p>
        </p:txBody>
      </p:sp>
      <p:sp>
        <p:nvSpPr>
          <p:cNvPr id="13" name="TextovéPole 12">
            <a:extLst>
              <a:ext uri="{FF2B5EF4-FFF2-40B4-BE49-F238E27FC236}">
                <a16:creationId xmlns:a16="http://schemas.microsoft.com/office/drawing/2014/main" id="{754A11E5-3B91-4226-9107-00CE59468F16}"/>
              </a:ext>
            </a:extLst>
          </p:cNvPr>
          <p:cNvSpPr txBox="1"/>
          <p:nvPr/>
        </p:nvSpPr>
        <p:spPr>
          <a:xfrm>
            <a:off x="7668344" y="188640"/>
            <a:ext cx="1224138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cs-CZ" sz="5400" b="1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ebdings"/>
              </a:rPr>
              <a:t>PL</a:t>
            </a:r>
            <a:endParaRPr lang="cs-CZ" sz="5400" b="1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90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0" grpId="0">
        <p:bldAsOne/>
      </p:bldGraphic>
      <p:bldP spid="5" grpId="0" animBg="1"/>
      <p:bldP spid="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8326" name="Group 3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938969"/>
              </p:ext>
            </p:extLst>
          </p:nvPr>
        </p:nvGraphicFramePr>
        <p:xfrm>
          <a:off x="3924300" y="1791057"/>
          <a:ext cx="4320109" cy="2286015"/>
        </p:xfrm>
        <a:graphic>
          <a:graphicData uri="http://schemas.openxmlformats.org/drawingml/2006/table">
            <a:tbl>
              <a:tblPr/>
              <a:tblGrid>
                <a:gridCol w="13892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67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41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Řádek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Q</a:t>
                      </a:r>
                      <a:r>
                        <a:rPr kumimoji="0" lang="cs-CZ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</a:t>
                      </a: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  <a:sym typeface="Symbol" pitchFamily="18" charset="2"/>
                        </a:rPr>
                        <a:t>Q</a:t>
                      </a:r>
                      <a:r>
                        <a:rPr kumimoji="0" lang="cs-CZ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  <a:sym typeface="Symbol" pitchFamily="18" charset="2"/>
                        </a:rPr>
                        <a:t>T+1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vstup D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  <a:sym typeface="Symbol" pitchFamily="18" charset="2"/>
                        </a:rPr>
                        <a:t>0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  <a:sym typeface="Symbol" pitchFamily="18" charset="2"/>
                        </a:rPr>
                        <a:t>1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  <a:sym typeface="Symbol" pitchFamily="18" charset="2"/>
                        </a:rPr>
                        <a:t>0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4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r>
                        <a:rPr kumimoji="0" lang="cs-CZ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  <a:sym typeface="Symbol" pitchFamily="18" charset="2"/>
                        </a:rPr>
                        <a:t>1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98184" name="Text Box 200"/>
          <p:cNvSpPr txBox="1">
            <a:spLocks noChangeArrowheads="1"/>
          </p:cNvSpPr>
          <p:nvPr/>
        </p:nvSpPr>
        <p:spPr bwMode="auto">
          <a:xfrm>
            <a:off x="360000" y="1080000"/>
            <a:ext cx="8784000" cy="46166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495300" indent="-495300" algn="l">
              <a:buClr>
                <a:schemeClr val="bg2">
                  <a:lumMod val="50000"/>
                </a:schemeClr>
              </a:buClr>
              <a:buFont typeface="Wingdings" pitchFamily="2" charset="2"/>
              <a:buChar char="n"/>
            </a:pPr>
            <a:r>
              <a:rPr lang="cs-CZ" b="1" dirty="0">
                <a:latin typeface="Verdana" pitchFamily="34" charset="0"/>
              </a:rPr>
              <a:t>Tabulka přechodů klopného obvodu </a:t>
            </a:r>
            <a:r>
              <a:rPr lang="cs-CZ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D</a:t>
            </a:r>
          </a:p>
        </p:txBody>
      </p:sp>
      <p:graphicFrame>
        <p:nvGraphicFramePr>
          <p:cNvPr id="298315" name="Group 3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8564041"/>
              </p:ext>
            </p:extLst>
          </p:nvPr>
        </p:nvGraphicFramePr>
        <p:xfrm>
          <a:off x="900584" y="3717032"/>
          <a:ext cx="1727200" cy="1280160"/>
        </p:xfrm>
        <a:graphic>
          <a:graphicData uri="http://schemas.openxmlformats.org/drawingml/2006/table">
            <a:tbl>
              <a:tblPr/>
              <a:tblGrid>
                <a:gridCol w="86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7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Q</a:t>
                      </a:r>
                      <a:r>
                        <a:rPr kumimoji="0" lang="cs-CZ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T+1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kumimoji="0" lang="cs-CZ" sz="2400" b="1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Tlačítko akce: Vlastní 6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pic>
        <p:nvPicPr>
          <p:cNvPr id="10" name="Picture 2" descr="D:\lj\prezentace\CIT\Klopné obvody\KO_d_c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784" y="1664775"/>
            <a:ext cx="2070016" cy="1725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62"/>
          <p:cNvSpPr>
            <a:spLocks noGrp="1" noChangeArrowheads="1"/>
          </p:cNvSpPr>
          <p:nvPr>
            <p:ph type="title" idx="4294967295"/>
          </p:nvPr>
        </p:nvSpPr>
        <p:spPr>
          <a:xfrm>
            <a:off x="720000" y="72002"/>
            <a:ext cx="8423999" cy="399600"/>
          </a:xfrm>
        </p:spPr>
        <p:txBody>
          <a:bodyPr/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Návrh synchronního čítače</a:t>
            </a:r>
          </a:p>
        </p:txBody>
      </p:sp>
      <p:sp>
        <p:nvSpPr>
          <p:cNvPr id="12" name="TextovéPole 11">
            <a:extLst>
              <a:ext uri="{FF2B5EF4-FFF2-40B4-BE49-F238E27FC236}">
                <a16:creationId xmlns:a16="http://schemas.microsoft.com/office/drawing/2014/main" id="{754A11E5-3B91-4226-9107-00CE59468F16}"/>
              </a:ext>
            </a:extLst>
          </p:cNvPr>
          <p:cNvSpPr txBox="1"/>
          <p:nvPr/>
        </p:nvSpPr>
        <p:spPr>
          <a:xfrm>
            <a:off x="7668344" y="188640"/>
            <a:ext cx="1224138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cs-CZ" sz="5400" b="1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ebdings"/>
              </a:rPr>
              <a:t>PL</a:t>
            </a:r>
            <a:endParaRPr lang="cs-CZ" sz="5400" b="1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98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98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lipsa 8"/>
          <p:cNvSpPr/>
          <p:nvPr/>
        </p:nvSpPr>
        <p:spPr>
          <a:xfrm>
            <a:off x="2071670" y="2119296"/>
            <a:ext cx="1080000" cy="1080000"/>
          </a:xfrm>
          <a:prstGeom prst="ellipse">
            <a:avLst/>
          </a:prstGeom>
          <a:solidFill>
            <a:srgbClr val="FFFF00"/>
          </a:solidFill>
          <a:ln w="1016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20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Q=0</a:t>
            </a:r>
          </a:p>
        </p:txBody>
      </p:sp>
      <p:sp>
        <p:nvSpPr>
          <p:cNvPr id="11" name="Elipsa 10"/>
          <p:cNvSpPr/>
          <p:nvPr/>
        </p:nvSpPr>
        <p:spPr>
          <a:xfrm>
            <a:off x="5635140" y="2127726"/>
            <a:ext cx="1080000" cy="1080000"/>
          </a:xfrm>
          <a:prstGeom prst="ellipse">
            <a:avLst/>
          </a:prstGeom>
          <a:solidFill>
            <a:srgbClr val="FFFF00"/>
          </a:solidFill>
          <a:ln w="1016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20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Q=1</a:t>
            </a:r>
          </a:p>
        </p:txBody>
      </p:sp>
      <p:sp>
        <p:nvSpPr>
          <p:cNvPr id="12" name="Volný tvar 11"/>
          <p:cNvSpPr/>
          <p:nvPr/>
        </p:nvSpPr>
        <p:spPr>
          <a:xfrm rot="16200000">
            <a:off x="4214814" y="1699099"/>
            <a:ext cx="285752" cy="2571765"/>
          </a:xfrm>
          <a:custGeom>
            <a:avLst/>
            <a:gdLst>
              <a:gd name="connsiteX0" fmla="*/ 418495 w 491067"/>
              <a:gd name="connsiteY0" fmla="*/ 1480457 h 1480457"/>
              <a:gd name="connsiteX1" fmla="*/ 12095 w 491067"/>
              <a:gd name="connsiteY1" fmla="*/ 667657 h 1480457"/>
              <a:gd name="connsiteX2" fmla="*/ 491067 w 491067"/>
              <a:gd name="connsiteY2" fmla="*/ 0 h 1480457"/>
              <a:gd name="connsiteX3" fmla="*/ 491067 w 491067"/>
              <a:gd name="connsiteY3" fmla="*/ 0 h 1480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1067" h="1480457">
                <a:moveTo>
                  <a:pt x="418495" y="1480457"/>
                </a:moveTo>
                <a:cubicBezTo>
                  <a:pt x="209247" y="1197428"/>
                  <a:pt x="0" y="914400"/>
                  <a:pt x="12095" y="667657"/>
                </a:cubicBezTo>
                <a:cubicBezTo>
                  <a:pt x="24190" y="420914"/>
                  <a:pt x="491067" y="0"/>
                  <a:pt x="491067" y="0"/>
                </a:cubicBezTo>
                <a:lnTo>
                  <a:pt x="491067" y="0"/>
                </a:lnTo>
              </a:path>
            </a:pathLst>
          </a:custGeom>
          <a:ln w="508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cs-CZ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3" name="Volný tvar 12"/>
          <p:cNvSpPr/>
          <p:nvPr/>
        </p:nvSpPr>
        <p:spPr>
          <a:xfrm rot="5400000">
            <a:off x="4214808" y="984719"/>
            <a:ext cx="428630" cy="2571767"/>
          </a:xfrm>
          <a:custGeom>
            <a:avLst/>
            <a:gdLst>
              <a:gd name="connsiteX0" fmla="*/ 418495 w 491067"/>
              <a:gd name="connsiteY0" fmla="*/ 1480457 h 1480457"/>
              <a:gd name="connsiteX1" fmla="*/ 12095 w 491067"/>
              <a:gd name="connsiteY1" fmla="*/ 667657 h 1480457"/>
              <a:gd name="connsiteX2" fmla="*/ 491067 w 491067"/>
              <a:gd name="connsiteY2" fmla="*/ 0 h 1480457"/>
              <a:gd name="connsiteX3" fmla="*/ 491067 w 491067"/>
              <a:gd name="connsiteY3" fmla="*/ 0 h 1480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1067" h="1480457">
                <a:moveTo>
                  <a:pt x="418495" y="1480457"/>
                </a:moveTo>
                <a:cubicBezTo>
                  <a:pt x="209247" y="1197428"/>
                  <a:pt x="0" y="914400"/>
                  <a:pt x="12095" y="667657"/>
                </a:cubicBezTo>
                <a:cubicBezTo>
                  <a:pt x="24190" y="420914"/>
                  <a:pt x="491067" y="0"/>
                  <a:pt x="491067" y="0"/>
                </a:cubicBezTo>
                <a:lnTo>
                  <a:pt x="491067" y="0"/>
                </a:lnTo>
              </a:path>
            </a:pathLst>
          </a:custGeom>
          <a:ln w="508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cs-CZ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4" name="Volný tvar 13"/>
          <p:cNvSpPr/>
          <p:nvPr/>
        </p:nvSpPr>
        <p:spPr>
          <a:xfrm rot="2857969">
            <a:off x="6831650" y="2318195"/>
            <a:ext cx="573067" cy="568331"/>
          </a:xfrm>
          <a:custGeom>
            <a:avLst/>
            <a:gdLst>
              <a:gd name="connsiteX0" fmla="*/ 0 w 539750"/>
              <a:gd name="connsiteY0" fmla="*/ 396875 h 492125"/>
              <a:gd name="connsiteX1" fmla="*/ 114300 w 539750"/>
              <a:gd name="connsiteY1" fmla="*/ 92075 h 492125"/>
              <a:gd name="connsiteX2" fmla="*/ 485775 w 539750"/>
              <a:gd name="connsiteY2" fmla="*/ 44450 h 492125"/>
              <a:gd name="connsiteX3" fmla="*/ 438150 w 539750"/>
              <a:gd name="connsiteY3" fmla="*/ 358775 h 492125"/>
              <a:gd name="connsiteX4" fmla="*/ 104775 w 539750"/>
              <a:gd name="connsiteY4" fmla="*/ 492125 h 492125"/>
              <a:gd name="connsiteX5" fmla="*/ 104775 w 539750"/>
              <a:gd name="connsiteY5" fmla="*/ 492125 h 492125"/>
              <a:gd name="connsiteX0" fmla="*/ 0 w 539750"/>
              <a:gd name="connsiteY0" fmla="*/ 396875 h 492125"/>
              <a:gd name="connsiteX1" fmla="*/ 114300 w 539750"/>
              <a:gd name="connsiteY1" fmla="*/ 92075 h 492125"/>
              <a:gd name="connsiteX2" fmla="*/ 485775 w 539750"/>
              <a:gd name="connsiteY2" fmla="*/ 44450 h 492125"/>
              <a:gd name="connsiteX3" fmla="*/ 438150 w 539750"/>
              <a:gd name="connsiteY3" fmla="*/ 358775 h 492125"/>
              <a:gd name="connsiteX4" fmla="*/ 104775 w 539750"/>
              <a:gd name="connsiteY4" fmla="*/ 492125 h 492125"/>
              <a:gd name="connsiteX5" fmla="*/ 104775 w 539750"/>
              <a:gd name="connsiteY5" fmla="*/ 492125 h 492125"/>
              <a:gd name="connsiteX0" fmla="*/ 0 w 606415"/>
              <a:gd name="connsiteY0" fmla="*/ 396875 h 492125"/>
              <a:gd name="connsiteX1" fmla="*/ 114300 w 606415"/>
              <a:gd name="connsiteY1" fmla="*/ 92075 h 492125"/>
              <a:gd name="connsiteX2" fmla="*/ 485775 w 606415"/>
              <a:gd name="connsiteY2" fmla="*/ 44450 h 492125"/>
              <a:gd name="connsiteX3" fmla="*/ 438150 w 606415"/>
              <a:gd name="connsiteY3" fmla="*/ 358775 h 492125"/>
              <a:gd name="connsiteX4" fmla="*/ 104775 w 606415"/>
              <a:gd name="connsiteY4" fmla="*/ 492125 h 492125"/>
              <a:gd name="connsiteX5" fmla="*/ 104775 w 606415"/>
              <a:gd name="connsiteY5" fmla="*/ 492125 h 492125"/>
              <a:gd name="connsiteX0" fmla="*/ 0 w 606415"/>
              <a:gd name="connsiteY0" fmla="*/ 473081 h 568331"/>
              <a:gd name="connsiteX1" fmla="*/ 114300 w 606415"/>
              <a:gd name="connsiteY1" fmla="*/ 168281 h 568331"/>
              <a:gd name="connsiteX2" fmla="*/ 485775 w 606415"/>
              <a:gd name="connsiteY2" fmla="*/ 120656 h 568331"/>
              <a:gd name="connsiteX3" fmla="*/ 438150 w 606415"/>
              <a:gd name="connsiteY3" fmla="*/ 434981 h 568331"/>
              <a:gd name="connsiteX4" fmla="*/ 104775 w 606415"/>
              <a:gd name="connsiteY4" fmla="*/ 568331 h 568331"/>
              <a:gd name="connsiteX5" fmla="*/ 104775 w 606415"/>
              <a:gd name="connsiteY5" fmla="*/ 568331 h 568331"/>
              <a:gd name="connsiteX0" fmla="*/ 0 w 573067"/>
              <a:gd name="connsiteY0" fmla="*/ 473081 h 568331"/>
              <a:gd name="connsiteX1" fmla="*/ 114300 w 573067"/>
              <a:gd name="connsiteY1" fmla="*/ 168281 h 568331"/>
              <a:gd name="connsiteX2" fmla="*/ 485775 w 573067"/>
              <a:gd name="connsiteY2" fmla="*/ 120656 h 568331"/>
              <a:gd name="connsiteX3" fmla="*/ 438150 w 573067"/>
              <a:gd name="connsiteY3" fmla="*/ 434981 h 568331"/>
              <a:gd name="connsiteX4" fmla="*/ 104775 w 573067"/>
              <a:gd name="connsiteY4" fmla="*/ 568331 h 568331"/>
              <a:gd name="connsiteX5" fmla="*/ 104775 w 573067"/>
              <a:gd name="connsiteY5" fmla="*/ 568331 h 568331"/>
              <a:gd name="connsiteX0" fmla="*/ 0 w 573067"/>
              <a:gd name="connsiteY0" fmla="*/ 473081 h 568331"/>
              <a:gd name="connsiteX1" fmla="*/ 114300 w 573067"/>
              <a:gd name="connsiteY1" fmla="*/ 168281 h 568331"/>
              <a:gd name="connsiteX2" fmla="*/ 485775 w 573067"/>
              <a:gd name="connsiteY2" fmla="*/ 120656 h 568331"/>
              <a:gd name="connsiteX3" fmla="*/ 438150 w 573067"/>
              <a:gd name="connsiteY3" fmla="*/ 434981 h 568331"/>
              <a:gd name="connsiteX4" fmla="*/ 104775 w 573067"/>
              <a:gd name="connsiteY4" fmla="*/ 568331 h 568331"/>
              <a:gd name="connsiteX5" fmla="*/ 104775 w 573067"/>
              <a:gd name="connsiteY5" fmla="*/ 568331 h 568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3067" h="568331">
                <a:moveTo>
                  <a:pt x="0" y="473081"/>
                </a:moveTo>
                <a:cubicBezTo>
                  <a:pt x="16669" y="350050"/>
                  <a:pt x="42857" y="274637"/>
                  <a:pt x="114300" y="168281"/>
                </a:cubicBezTo>
                <a:cubicBezTo>
                  <a:pt x="195263" y="109544"/>
                  <a:pt x="322253" y="0"/>
                  <a:pt x="485775" y="120656"/>
                </a:cubicBezTo>
                <a:cubicBezTo>
                  <a:pt x="573067" y="260342"/>
                  <a:pt x="501650" y="360369"/>
                  <a:pt x="438150" y="434981"/>
                </a:cubicBezTo>
                <a:cubicBezTo>
                  <a:pt x="374650" y="509593"/>
                  <a:pt x="104775" y="568331"/>
                  <a:pt x="104775" y="568331"/>
                </a:cubicBezTo>
                <a:lnTo>
                  <a:pt x="104775" y="568331"/>
                </a:lnTo>
              </a:path>
            </a:pathLst>
          </a:custGeom>
          <a:ln w="508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cs-CZ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" name="Volný tvar 14"/>
          <p:cNvSpPr/>
          <p:nvPr/>
        </p:nvSpPr>
        <p:spPr>
          <a:xfrm rot="13562871">
            <a:off x="1391273" y="2236299"/>
            <a:ext cx="573067" cy="568331"/>
          </a:xfrm>
          <a:custGeom>
            <a:avLst/>
            <a:gdLst>
              <a:gd name="connsiteX0" fmla="*/ 0 w 539750"/>
              <a:gd name="connsiteY0" fmla="*/ 396875 h 492125"/>
              <a:gd name="connsiteX1" fmla="*/ 114300 w 539750"/>
              <a:gd name="connsiteY1" fmla="*/ 92075 h 492125"/>
              <a:gd name="connsiteX2" fmla="*/ 485775 w 539750"/>
              <a:gd name="connsiteY2" fmla="*/ 44450 h 492125"/>
              <a:gd name="connsiteX3" fmla="*/ 438150 w 539750"/>
              <a:gd name="connsiteY3" fmla="*/ 358775 h 492125"/>
              <a:gd name="connsiteX4" fmla="*/ 104775 w 539750"/>
              <a:gd name="connsiteY4" fmla="*/ 492125 h 492125"/>
              <a:gd name="connsiteX5" fmla="*/ 104775 w 539750"/>
              <a:gd name="connsiteY5" fmla="*/ 492125 h 492125"/>
              <a:gd name="connsiteX0" fmla="*/ 0 w 539750"/>
              <a:gd name="connsiteY0" fmla="*/ 396875 h 492125"/>
              <a:gd name="connsiteX1" fmla="*/ 114300 w 539750"/>
              <a:gd name="connsiteY1" fmla="*/ 92075 h 492125"/>
              <a:gd name="connsiteX2" fmla="*/ 485775 w 539750"/>
              <a:gd name="connsiteY2" fmla="*/ 44450 h 492125"/>
              <a:gd name="connsiteX3" fmla="*/ 438150 w 539750"/>
              <a:gd name="connsiteY3" fmla="*/ 358775 h 492125"/>
              <a:gd name="connsiteX4" fmla="*/ 104775 w 539750"/>
              <a:gd name="connsiteY4" fmla="*/ 492125 h 492125"/>
              <a:gd name="connsiteX5" fmla="*/ 104775 w 539750"/>
              <a:gd name="connsiteY5" fmla="*/ 492125 h 492125"/>
              <a:gd name="connsiteX0" fmla="*/ 0 w 606415"/>
              <a:gd name="connsiteY0" fmla="*/ 396875 h 492125"/>
              <a:gd name="connsiteX1" fmla="*/ 114300 w 606415"/>
              <a:gd name="connsiteY1" fmla="*/ 92075 h 492125"/>
              <a:gd name="connsiteX2" fmla="*/ 485775 w 606415"/>
              <a:gd name="connsiteY2" fmla="*/ 44450 h 492125"/>
              <a:gd name="connsiteX3" fmla="*/ 438150 w 606415"/>
              <a:gd name="connsiteY3" fmla="*/ 358775 h 492125"/>
              <a:gd name="connsiteX4" fmla="*/ 104775 w 606415"/>
              <a:gd name="connsiteY4" fmla="*/ 492125 h 492125"/>
              <a:gd name="connsiteX5" fmla="*/ 104775 w 606415"/>
              <a:gd name="connsiteY5" fmla="*/ 492125 h 492125"/>
              <a:gd name="connsiteX0" fmla="*/ 0 w 606415"/>
              <a:gd name="connsiteY0" fmla="*/ 473081 h 568331"/>
              <a:gd name="connsiteX1" fmla="*/ 114300 w 606415"/>
              <a:gd name="connsiteY1" fmla="*/ 168281 h 568331"/>
              <a:gd name="connsiteX2" fmla="*/ 485775 w 606415"/>
              <a:gd name="connsiteY2" fmla="*/ 120656 h 568331"/>
              <a:gd name="connsiteX3" fmla="*/ 438150 w 606415"/>
              <a:gd name="connsiteY3" fmla="*/ 434981 h 568331"/>
              <a:gd name="connsiteX4" fmla="*/ 104775 w 606415"/>
              <a:gd name="connsiteY4" fmla="*/ 568331 h 568331"/>
              <a:gd name="connsiteX5" fmla="*/ 104775 w 606415"/>
              <a:gd name="connsiteY5" fmla="*/ 568331 h 568331"/>
              <a:gd name="connsiteX0" fmla="*/ 0 w 573067"/>
              <a:gd name="connsiteY0" fmla="*/ 473081 h 568331"/>
              <a:gd name="connsiteX1" fmla="*/ 114300 w 573067"/>
              <a:gd name="connsiteY1" fmla="*/ 168281 h 568331"/>
              <a:gd name="connsiteX2" fmla="*/ 485775 w 573067"/>
              <a:gd name="connsiteY2" fmla="*/ 120656 h 568331"/>
              <a:gd name="connsiteX3" fmla="*/ 438150 w 573067"/>
              <a:gd name="connsiteY3" fmla="*/ 434981 h 568331"/>
              <a:gd name="connsiteX4" fmla="*/ 104775 w 573067"/>
              <a:gd name="connsiteY4" fmla="*/ 568331 h 568331"/>
              <a:gd name="connsiteX5" fmla="*/ 104775 w 573067"/>
              <a:gd name="connsiteY5" fmla="*/ 568331 h 568331"/>
              <a:gd name="connsiteX0" fmla="*/ 0 w 573067"/>
              <a:gd name="connsiteY0" fmla="*/ 473081 h 568331"/>
              <a:gd name="connsiteX1" fmla="*/ 114300 w 573067"/>
              <a:gd name="connsiteY1" fmla="*/ 168281 h 568331"/>
              <a:gd name="connsiteX2" fmla="*/ 485775 w 573067"/>
              <a:gd name="connsiteY2" fmla="*/ 120656 h 568331"/>
              <a:gd name="connsiteX3" fmla="*/ 438150 w 573067"/>
              <a:gd name="connsiteY3" fmla="*/ 434981 h 568331"/>
              <a:gd name="connsiteX4" fmla="*/ 104775 w 573067"/>
              <a:gd name="connsiteY4" fmla="*/ 568331 h 568331"/>
              <a:gd name="connsiteX5" fmla="*/ 104775 w 573067"/>
              <a:gd name="connsiteY5" fmla="*/ 568331 h 568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3067" h="568331">
                <a:moveTo>
                  <a:pt x="0" y="473081"/>
                </a:moveTo>
                <a:cubicBezTo>
                  <a:pt x="16669" y="350050"/>
                  <a:pt x="42857" y="274637"/>
                  <a:pt x="114300" y="168281"/>
                </a:cubicBezTo>
                <a:cubicBezTo>
                  <a:pt x="195263" y="109544"/>
                  <a:pt x="322253" y="0"/>
                  <a:pt x="485775" y="120656"/>
                </a:cubicBezTo>
                <a:cubicBezTo>
                  <a:pt x="573067" y="260342"/>
                  <a:pt x="501650" y="360369"/>
                  <a:pt x="438150" y="434981"/>
                </a:cubicBezTo>
                <a:cubicBezTo>
                  <a:pt x="374650" y="509593"/>
                  <a:pt x="104775" y="568331"/>
                  <a:pt x="104775" y="568331"/>
                </a:cubicBezTo>
                <a:lnTo>
                  <a:pt x="104775" y="568331"/>
                </a:lnTo>
              </a:path>
            </a:pathLst>
          </a:custGeom>
          <a:ln w="508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cs-CZ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7" name="TextovéPole 16"/>
          <p:cNvSpPr txBox="1"/>
          <p:nvPr/>
        </p:nvSpPr>
        <p:spPr>
          <a:xfrm>
            <a:off x="3428992" y="1484784"/>
            <a:ext cx="22145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D=1</a:t>
            </a:r>
          </a:p>
        </p:txBody>
      </p:sp>
      <p:sp>
        <p:nvSpPr>
          <p:cNvPr id="22" name="TextovéPole 21"/>
          <p:cNvSpPr txBox="1"/>
          <p:nvPr/>
        </p:nvSpPr>
        <p:spPr>
          <a:xfrm>
            <a:off x="3500430" y="3199296"/>
            <a:ext cx="21431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D=0</a:t>
            </a:r>
          </a:p>
        </p:txBody>
      </p:sp>
      <p:sp>
        <p:nvSpPr>
          <p:cNvPr id="23" name="TextovéPole 22"/>
          <p:cNvSpPr txBox="1"/>
          <p:nvPr/>
        </p:nvSpPr>
        <p:spPr>
          <a:xfrm>
            <a:off x="6858752" y="1727616"/>
            <a:ext cx="11351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D=1</a:t>
            </a:r>
          </a:p>
        </p:txBody>
      </p:sp>
      <p:sp>
        <p:nvSpPr>
          <p:cNvPr id="25" name="TextovéPole 24"/>
          <p:cNvSpPr txBox="1"/>
          <p:nvPr/>
        </p:nvSpPr>
        <p:spPr>
          <a:xfrm>
            <a:off x="888910" y="1649684"/>
            <a:ext cx="11787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D=0</a:t>
            </a:r>
          </a:p>
        </p:txBody>
      </p:sp>
      <p:sp>
        <p:nvSpPr>
          <p:cNvPr id="18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9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20" name="Tlačítko akce: Vlastní 19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21" name="Tlačítko akce: Vlastní 20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24" name="Tlačítko akce: Vlastní 23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26" name="Rectangle 62"/>
          <p:cNvSpPr>
            <a:spLocks noGrp="1" noChangeArrowheads="1"/>
          </p:cNvSpPr>
          <p:nvPr>
            <p:ph type="title" idx="4294967295"/>
          </p:nvPr>
        </p:nvSpPr>
        <p:spPr>
          <a:xfrm>
            <a:off x="720000" y="72002"/>
            <a:ext cx="8423999" cy="399600"/>
          </a:xfrm>
        </p:spPr>
        <p:txBody>
          <a:bodyPr/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Návrh synchronního čítače</a:t>
            </a:r>
          </a:p>
        </p:txBody>
      </p:sp>
      <p:graphicFrame>
        <p:nvGraphicFramePr>
          <p:cNvPr id="27" name="Group 3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647810"/>
              </p:ext>
            </p:extLst>
          </p:nvPr>
        </p:nvGraphicFramePr>
        <p:xfrm>
          <a:off x="1196967" y="3789040"/>
          <a:ext cx="2232025" cy="1414780"/>
        </p:xfrm>
        <a:graphic>
          <a:graphicData uri="http://schemas.openxmlformats.org/drawingml/2006/table">
            <a:tbl>
              <a:tblPr/>
              <a:tblGrid>
                <a:gridCol w="64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7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7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Řádek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Q</a:t>
                      </a:r>
                      <a:r>
                        <a:rPr kumimoji="0" lang="cs-CZ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</a:t>
                      </a:r>
                      <a:r>
                        <a:rPr kumimoji="0" lang="cs-CZ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kumimoji="0" lang="cs-CZ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  <a:sym typeface="Symbol" pitchFamily="18" charset="2"/>
                        </a:rPr>
                        <a:t>Q</a:t>
                      </a:r>
                      <a:r>
                        <a:rPr kumimoji="0" lang="cs-CZ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  <a:sym typeface="Symbol" pitchFamily="18" charset="2"/>
                        </a:rPr>
                        <a:t>T+1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5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r>
                        <a:rPr kumimoji="0" lang="cs-CZ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  <a:sym typeface="Symbol" pitchFamily="18" charset="2"/>
                        </a:rPr>
                        <a:t>0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5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r>
                        <a:rPr kumimoji="0" lang="cs-CZ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  <a:sym typeface="Symbol" pitchFamily="18" charset="2"/>
                        </a:rPr>
                        <a:t>1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5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r>
                        <a:rPr kumimoji="0" lang="cs-CZ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  <a:sym typeface="Symbol" pitchFamily="18" charset="2"/>
                        </a:rPr>
                        <a:t>0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5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4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r>
                        <a:rPr kumimoji="0" lang="cs-CZ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  <a:sym typeface="Symbol" pitchFamily="18" charset="2"/>
                        </a:rPr>
                        <a:t>1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1853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7443" name="Group 3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877032016"/>
              </p:ext>
            </p:extLst>
          </p:nvPr>
        </p:nvGraphicFramePr>
        <p:xfrm>
          <a:off x="684213" y="936000"/>
          <a:ext cx="2087562" cy="3702685"/>
        </p:xfrm>
        <a:graphic>
          <a:graphicData uri="http://schemas.openxmlformats.org/drawingml/2006/table">
            <a:tbl>
              <a:tblPr/>
              <a:tblGrid>
                <a:gridCol w="5222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2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22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59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Čas T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Č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Q3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Q2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Q1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29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29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29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29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4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17727" name="Group 28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6613873"/>
              </p:ext>
            </p:extLst>
          </p:nvPr>
        </p:nvGraphicFramePr>
        <p:xfrm>
          <a:off x="2771775" y="936000"/>
          <a:ext cx="2068513" cy="3702685"/>
        </p:xfrm>
        <a:graphic>
          <a:graphicData uri="http://schemas.openxmlformats.org/drawingml/2006/table">
            <a:tbl>
              <a:tblPr/>
              <a:tblGrid>
                <a:gridCol w="503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32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13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59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Čas T+1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Q3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Q2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Q1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29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3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29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29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4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29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17633" name="Group 19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1225017"/>
              </p:ext>
            </p:extLst>
          </p:nvPr>
        </p:nvGraphicFramePr>
        <p:xfrm>
          <a:off x="4859338" y="936000"/>
          <a:ext cx="901700" cy="3702685"/>
        </p:xfrm>
        <a:graphic>
          <a:graphicData uri="http://schemas.openxmlformats.org/drawingml/2006/table">
            <a:tbl>
              <a:tblPr/>
              <a:tblGrid>
                <a:gridCol w="2873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43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5900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KO3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Y3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29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29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29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29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17615" name="Line 175"/>
          <p:cNvSpPr>
            <a:spLocks noChangeShapeType="1"/>
          </p:cNvSpPr>
          <p:nvPr/>
        </p:nvSpPr>
        <p:spPr bwMode="auto">
          <a:xfrm flipV="1">
            <a:off x="1115616" y="2204864"/>
            <a:ext cx="188474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lg" len="lg"/>
          </a:ln>
          <a:effectLst/>
        </p:spPr>
        <p:txBody>
          <a:bodyPr/>
          <a:lstStyle/>
          <a:p>
            <a:endParaRPr lang="cs-CZ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17616" name="Line 176"/>
          <p:cNvSpPr>
            <a:spLocks noChangeShapeType="1"/>
          </p:cNvSpPr>
          <p:nvPr/>
        </p:nvSpPr>
        <p:spPr bwMode="auto">
          <a:xfrm flipV="1">
            <a:off x="1115616" y="2786058"/>
            <a:ext cx="188474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lg" len="lg"/>
          </a:ln>
          <a:effectLst/>
        </p:spPr>
        <p:txBody>
          <a:bodyPr/>
          <a:lstStyle/>
          <a:p>
            <a:endParaRPr lang="cs-CZ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17617" name="Line 177"/>
          <p:cNvSpPr>
            <a:spLocks noChangeShapeType="1"/>
          </p:cNvSpPr>
          <p:nvPr/>
        </p:nvSpPr>
        <p:spPr bwMode="auto">
          <a:xfrm flipV="1">
            <a:off x="1115616" y="3357562"/>
            <a:ext cx="188474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lg" len="lg"/>
          </a:ln>
          <a:effectLst/>
        </p:spPr>
        <p:txBody>
          <a:bodyPr/>
          <a:lstStyle/>
          <a:p>
            <a:endParaRPr lang="cs-CZ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17618" name="Line 178"/>
          <p:cNvSpPr>
            <a:spLocks noChangeShapeType="1"/>
          </p:cNvSpPr>
          <p:nvPr/>
        </p:nvSpPr>
        <p:spPr bwMode="auto">
          <a:xfrm flipV="1">
            <a:off x="1115616" y="3929066"/>
            <a:ext cx="188474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lg" len="lg"/>
          </a:ln>
          <a:effectLst/>
        </p:spPr>
        <p:txBody>
          <a:bodyPr/>
          <a:lstStyle/>
          <a:p>
            <a:endParaRPr lang="cs-CZ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17619" name="Line 179"/>
          <p:cNvSpPr>
            <a:spLocks noChangeShapeType="1"/>
          </p:cNvSpPr>
          <p:nvPr/>
        </p:nvSpPr>
        <p:spPr bwMode="auto">
          <a:xfrm flipV="1">
            <a:off x="1115616" y="4509120"/>
            <a:ext cx="188474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lg" len="lg"/>
          </a:ln>
          <a:effectLst/>
        </p:spPr>
        <p:txBody>
          <a:bodyPr/>
          <a:lstStyle/>
          <a:p>
            <a:endParaRPr lang="cs-CZ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aphicFrame>
        <p:nvGraphicFramePr>
          <p:cNvPr id="317695" name="Group 2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0382077"/>
              </p:ext>
            </p:extLst>
          </p:nvPr>
        </p:nvGraphicFramePr>
        <p:xfrm>
          <a:off x="5724525" y="936000"/>
          <a:ext cx="901700" cy="3702685"/>
        </p:xfrm>
        <a:graphic>
          <a:graphicData uri="http://schemas.openxmlformats.org/drawingml/2006/table">
            <a:tbl>
              <a:tblPr/>
              <a:tblGrid>
                <a:gridCol w="287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4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5900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KO2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Y2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29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29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4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29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29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17694" name="Group 2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1203417"/>
              </p:ext>
            </p:extLst>
          </p:nvPr>
        </p:nvGraphicFramePr>
        <p:xfrm>
          <a:off x="6588125" y="936000"/>
          <a:ext cx="901700" cy="3702685"/>
        </p:xfrm>
        <a:graphic>
          <a:graphicData uri="http://schemas.openxmlformats.org/drawingml/2006/table">
            <a:tbl>
              <a:tblPr/>
              <a:tblGrid>
                <a:gridCol w="287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4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6916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KO1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Y1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29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29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29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29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17788" name="Group 3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1064914"/>
              </p:ext>
            </p:extLst>
          </p:nvPr>
        </p:nvGraphicFramePr>
        <p:xfrm>
          <a:off x="684213" y="5000636"/>
          <a:ext cx="2232025" cy="1414780"/>
        </p:xfrm>
        <a:graphic>
          <a:graphicData uri="http://schemas.openxmlformats.org/drawingml/2006/table">
            <a:tbl>
              <a:tblPr/>
              <a:tblGrid>
                <a:gridCol w="64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7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7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Řádek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Q</a:t>
                      </a:r>
                      <a:r>
                        <a:rPr kumimoji="0" lang="cs-CZ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</a:t>
                      </a:r>
                      <a:r>
                        <a:rPr kumimoji="0" lang="cs-CZ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kumimoji="0" lang="cs-CZ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  <a:sym typeface="Symbol" pitchFamily="18" charset="2"/>
                        </a:rPr>
                        <a:t>Q</a:t>
                      </a:r>
                      <a:r>
                        <a:rPr kumimoji="0" lang="cs-CZ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  <a:sym typeface="Symbol" pitchFamily="18" charset="2"/>
                        </a:rPr>
                        <a:t>T+1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5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r>
                        <a:rPr kumimoji="0" lang="cs-CZ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  <a:sym typeface="Symbol" pitchFamily="18" charset="2"/>
                        </a:rPr>
                        <a:t>0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5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r>
                        <a:rPr kumimoji="0" lang="cs-CZ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  <a:sym typeface="Symbol" pitchFamily="18" charset="2"/>
                        </a:rPr>
                        <a:t>1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5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r>
                        <a:rPr kumimoji="0" lang="cs-CZ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  <a:sym typeface="Symbol" pitchFamily="18" charset="2"/>
                        </a:rPr>
                        <a:t>0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5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4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r>
                        <a:rPr kumimoji="0" lang="cs-CZ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  <a:sym typeface="Symbol" pitchFamily="18" charset="2"/>
                        </a:rPr>
                        <a:t>1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Text Box 6"/>
          <p:cNvSpPr txBox="1">
            <a:spLocks noChangeArrowheads="1"/>
          </p:cNvSpPr>
          <p:nvPr/>
        </p:nvSpPr>
        <p:spPr bwMode="auto">
          <a:xfrm>
            <a:off x="246063" y="428604"/>
            <a:ext cx="8574087" cy="57626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marL="495300" indent="-495300" algn="l">
              <a:buClr>
                <a:schemeClr val="bg2">
                  <a:lumMod val="50000"/>
                </a:schemeClr>
              </a:buClr>
              <a:buFont typeface="Wingdings" pitchFamily="2" charset="2"/>
              <a:buChar char="n"/>
            </a:pPr>
            <a:r>
              <a:rPr lang="cs-CZ" b="1" dirty="0">
                <a:latin typeface="Verdana" pitchFamily="34" charset="0"/>
              </a:rPr>
              <a:t>Tabulka stavů </a:t>
            </a:r>
          </a:p>
        </p:txBody>
      </p:sp>
      <p:cxnSp>
        <p:nvCxnSpPr>
          <p:cNvPr id="28" name="Pravoúhlá spojovací čára 27"/>
          <p:cNvCxnSpPr/>
          <p:nvPr/>
        </p:nvCxnSpPr>
        <p:spPr>
          <a:xfrm>
            <a:off x="3500430" y="4572008"/>
            <a:ext cx="1857388" cy="357190"/>
          </a:xfrm>
          <a:prstGeom prst="bentConnector3">
            <a:avLst>
              <a:gd name="adj1" fmla="val -617"/>
            </a:avLst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lg" len="lg"/>
          </a:ln>
          <a:effectLst/>
        </p:spPr>
      </p:cxnSp>
      <p:cxnSp>
        <p:nvCxnSpPr>
          <p:cNvPr id="33" name="Pravoúhlá spojovací čára 32"/>
          <p:cNvCxnSpPr/>
          <p:nvPr/>
        </p:nvCxnSpPr>
        <p:spPr>
          <a:xfrm>
            <a:off x="4071934" y="4572008"/>
            <a:ext cx="2286016" cy="571504"/>
          </a:xfrm>
          <a:prstGeom prst="bentConnector3">
            <a:avLst>
              <a:gd name="adj1" fmla="val -704"/>
            </a:avLst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lg" len="lg"/>
          </a:ln>
          <a:effectLst/>
        </p:spPr>
      </p:cxnSp>
      <p:cxnSp>
        <p:nvCxnSpPr>
          <p:cNvPr id="36" name="Pravoúhlá spojovací čára 35"/>
          <p:cNvCxnSpPr/>
          <p:nvPr/>
        </p:nvCxnSpPr>
        <p:spPr>
          <a:xfrm>
            <a:off x="4572000" y="4572008"/>
            <a:ext cx="2714644" cy="857256"/>
          </a:xfrm>
          <a:prstGeom prst="bentConnector3">
            <a:avLst>
              <a:gd name="adj1" fmla="val -763"/>
            </a:avLst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lg" len="lg"/>
          </a:ln>
          <a:effectLst/>
        </p:spPr>
      </p:cxnSp>
      <p:sp>
        <p:nvSpPr>
          <p:cNvPr id="44" name="Line 179"/>
          <p:cNvSpPr>
            <a:spLocks noChangeShapeType="1"/>
          </p:cNvSpPr>
          <p:nvPr/>
        </p:nvSpPr>
        <p:spPr bwMode="auto">
          <a:xfrm>
            <a:off x="1500166" y="2285992"/>
            <a:ext cx="214314" cy="314327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lg" len="lg"/>
          </a:ln>
          <a:effectLst/>
        </p:spPr>
        <p:txBody>
          <a:bodyPr/>
          <a:lstStyle/>
          <a:p>
            <a:endParaRPr lang="cs-CZ"/>
          </a:p>
        </p:txBody>
      </p:sp>
      <p:sp>
        <p:nvSpPr>
          <p:cNvPr id="45" name="Line 179"/>
          <p:cNvSpPr>
            <a:spLocks noChangeShapeType="1"/>
          </p:cNvSpPr>
          <p:nvPr/>
        </p:nvSpPr>
        <p:spPr bwMode="auto">
          <a:xfrm flipH="1">
            <a:off x="2000232" y="2285992"/>
            <a:ext cx="1500198" cy="314327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lg" len="lg"/>
          </a:ln>
          <a:effectLst/>
        </p:spPr>
        <p:txBody>
          <a:bodyPr/>
          <a:lstStyle/>
          <a:p>
            <a:endParaRPr lang="cs-CZ"/>
          </a:p>
        </p:txBody>
      </p:sp>
      <p:sp>
        <p:nvSpPr>
          <p:cNvPr id="46" name="Line 179"/>
          <p:cNvSpPr>
            <a:spLocks noChangeShapeType="1"/>
          </p:cNvSpPr>
          <p:nvPr/>
        </p:nvSpPr>
        <p:spPr bwMode="auto">
          <a:xfrm flipV="1">
            <a:off x="2714612" y="2143116"/>
            <a:ext cx="2571768" cy="328614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lg" len="lg"/>
          </a:ln>
          <a:effectLst/>
        </p:spPr>
        <p:txBody>
          <a:bodyPr/>
          <a:lstStyle/>
          <a:p>
            <a:endParaRPr lang="cs-CZ"/>
          </a:p>
        </p:txBody>
      </p:sp>
      <p:sp>
        <p:nvSpPr>
          <p:cNvPr id="21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22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23" name="Tlačítko akce: Vlastní 22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24" name="Tlačítko akce: Vlastní 23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25" name="Tlačítko akce: Vlastní 24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26" name="Rectangle 62"/>
          <p:cNvSpPr>
            <a:spLocks noGrp="1" noChangeArrowheads="1"/>
          </p:cNvSpPr>
          <p:nvPr>
            <p:ph type="title" idx="4294967295"/>
          </p:nvPr>
        </p:nvSpPr>
        <p:spPr>
          <a:xfrm>
            <a:off x="720000" y="72002"/>
            <a:ext cx="8423999" cy="399600"/>
          </a:xfrm>
        </p:spPr>
        <p:txBody>
          <a:bodyPr/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Návrh synchronního čítače</a:t>
            </a:r>
          </a:p>
        </p:txBody>
      </p:sp>
      <p:sp>
        <p:nvSpPr>
          <p:cNvPr id="27" name="TextovéPole 26">
            <a:extLst>
              <a:ext uri="{FF2B5EF4-FFF2-40B4-BE49-F238E27FC236}">
                <a16:creationId xmlns:a16="http://schemas.microsoft.com/office/drawing/2014/main" id="{754A11E5-3B91-4226-9107-00CE59468F16}"/>
              </a:ext>
            </a:extLst>
          </p:cNvPr>
          <p:cNvSpPr txBox="1"/>
          <p:nvPr/>
        </p:nvSpPr>
        <p:spPr>
          <a:xfrm>
            <a:off x="7668344" y="188640"/>
            <a:ext cx="1224138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cs-CZ" sz="5400" b="1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ebdings"/>
              </a:rPr>
              <a:t>PL</a:t>
            </a:r>
            <a:endParaRPr lang="cs-CZ" sz="5400" b="1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17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17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17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17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17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17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17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317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3176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3176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3176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3176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3176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3176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3176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3176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3176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3176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317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317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500"/>
                                        <p:tgtEl>
                                          <p:spTgt spid="317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615" grpId="0" animBg="1"/>
      <p:bldP spid="317615" grpId="1" animBg="1"/>
      <p:bldP spid="317616" grpId="0" animBg="1"/>
      <p:bldP spid="317616" grpId="1" animBg="1"/>
      <p:bldP spid="317617" grpId="0" animBg="1"/>
      <p:bldP spid="317617" grpId="1" animBg="1"/>
      <p:bldP spid="317618" grpId="0" animBg="1"/>
      <p:bldP spid="317618" grpId="1" animBg="1"/>
      <p:bldP spid="317619" grpId="0" animBg="1"/>
      <p:bldP spid="317619" grpId="1" animBg="1"/>
      <p:bldP spid="44" grpId="0" animBg="1"/>
      <p:bldP spid="45" grpId="0" animBg="1"/>
      <p:bldP spid="46" grpId="0" animBg="1"/>
      <p:bldP spid="21" grpId="0" animBg="1"/>
      <p:bldP spid="22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8467" name="Group 3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695614292"/>
              </p:ext>
            </p:extLst>
          </p:nvPr>
        </p:nvGraphicFramePr>
        <p:xfrm>
          <a:off x="612775" y="1980000"/>
          <a:ext cx="2087563" cy="4312285"/>
        </p:xfrm>
        <a:graphic>
          <a:graphicData uri="http://schemas.openxmlformats.org/drawingml/2006/table">
            <a:tbl>
              <a:tblPr/>
              <a:tblGrid>
                <a:gridCol w="522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22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2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59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Čas T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Č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Q3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Q2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Q1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29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4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4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4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29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4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4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4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4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4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4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29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4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4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4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29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4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4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4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4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18543" name="Group 79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591970316"/>
              </p:ext>
            </p:extLst>
          </p:nvPr>
        </p:nvGraphicFramePr>
        <p:xfrm>
          <a:off x="4643438" y="2254250"/>
          <a:ext cx="3263900" cy="1683068"/>
        </p:xfrm>
        <a:graphic>
          <a:graphicData uri="http://schemas.openxmlformats.org/drawingml/2006/table">
            <a:tbl>
              <a:tblPr/>
              <a:tblGrid>
                <a:gridCol w="428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2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07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9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9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33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Q2</a:t>
                      </a:r>
                      <a:endParaRPr kumimoji="0" lang="cs-CZ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6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Q1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cap="flat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cap="flat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cap="flat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cap="flat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1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Q3</a:t>
                      </a:r>
                      <a:endParaRPr kumimoji="0" lang="cs-CZ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0/X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0/X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0/X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18659" name="Text Box 195"/>
          <p:cNvSpPr txBox="1">
            <a:spLocks noChangeArrowheads="1"/>
          </p:cNvSpPr>
          <p:nvPr/>
        </p:nvSpPr>
        <p:spPr bwMode="auto">
          <a:xfrm>
            <a:off x="4680000" y="1800000"/>
            <a:ext cx="1223962" cy="79216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marL="355600" indent="-355600" algn="ctr">
              <a:buClr>
                <a:schemeClr val="folHlink"/>
              </a:buClr>
            </a:pPr>
            <a:r>
              <a:rPr lang="cs-CZ" sz="4000" b="1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Y1</a:t>
            </a:r>
            <a:endParaRPr lang="cs-CZ" sz="4000" b="1" dirty="0">
              <a:solidFill>
                <a:schemeClr val="bg2">
                  <a:lumMod val="75000"/>
                </a:schemeClr>
              </a:solidFill>
              <a:effectLst/>
              <a:latin typeface="Verdana" pitchFamily="34" charset="0"/>
            </a:endParaRPr>
          </a:p>
        </p:txBody>
      </p:sp>
      <p:graphicFrame>
        <p:nvGraphicFramePr>
          <p:cNvPr id="318661" name="Object 19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1090252"/>
              </p:ext>
            </p:extLst>
          </p:nvPr>
        </p:nvGraphicFramePr>
        <p:xfrm>
          <a:off x="4718050" y="4679950"/>
          <a:ext cx="2176463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11000" imgH="241200" progId="Equation.3">
                  <p:embed/>
                </p:oleObj>
              </mc:Choice>
              <mc:Fallback>
                <p:oleObj name="Equation" r:id="rId3" imgW="711000" imgH="2412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8050" y="4679950"/>
                        <a:ext cx="2176463" cy="723900"/>
                      </a:xfrm>
                      <a:prstGeom prst="rect">
                        <a:avLst/>
                      </a:prstGeom>
                      <a:noFill/>
                      <a:ln w="50800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8744" name="Group 28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4044934"/>
              </p:ext>
            </p:extLst>
          </p:nvPr>
        </p:nvGraphicFramePr>
        <p:xfrm>
          <a:off x="2700338" y="1980000"/>
          <a:ext cx="901700" cy="4312285"/>
        </p:xfrm>
        <a:graphic>
          <a:graphicData uri="http://schemas.openxmlformats.org/drawingml/2006/table">
            <a:tbl>
              <a:tblPr/>
              <a:tblGrid>
                <a:gridCol w="2873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43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5900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KO1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Y1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29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4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29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4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4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29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4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29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4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18663" name="Line 199"/>
          <p:cNvSpPr>
            <a:spLocks noChangeShapeType="1"/>
          </p:cNvSpPr>
          <p:nvPr/>
        </p:nvSpPr>
        <p:spPr bwMode="auto">
          <a:xfrm>
            <a:off x="3419475" y="2492375"/>
            <a:ext cx="1728788" cy="8651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lg" len="lg"/>
          </a:ln>
          <a:effectLst/>
        </p:spPr>
        <p:txBody>
          <a:bodyPr/>
          <a:lstStyle/>
          <a:p>
            <a:endParaRPr lang="cs-CZ"/>
          </a:p>
        </p:txBody>
      </p:sp>
      <p:sp>
        <p:nvSpPr>
          <p:cNvPr id="12" name="Text Box 46"/>
          <p:cNvSpPr txBox="1">
            <a:spLocks noChangeArrowheads="1"/>
          </p:cNvSpPr>
          <p:nvPr/>
        </p:nvSpPr>
        <p:spPr bwMode="auto">
          <a:xfrm>
            <a:off x="360001" y="1080000"/>
            <a:ext cx="8784000" cy="46166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495300" indent="-495300" algn="l">
              <a:buClr>
                <a:schemeClr val="bg2">
                  <a:lumMod val="50000"/>
                </a:schemeClr>
              </a:buClr>
              <a:buFont typeface="Wingdings" pitchFamily="2" charset="2"/>
              <a:buChar char="n"/>
            </a:pPr>
            <a:r>
              <a:rPr lang="cs-CZ" b="1" dirty="0">
                <a:latin typeface="Verdana" pitchFamily="34" charset="0"/>
              </a:rPr>
              <a:t>Funkce Y1</a:t>
            </a:r>
          </a:p>
        </p:txBody>
      </p:sp>
      <p:sp>
        <p:nvSpPr>
          <p:cNvPr id="9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0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1" name="Tlačítko akce: Vlastní 10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3" name="Tlačítko akce: Vlastní 12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4" name="Tlačítko akce: Vlastní 13">
            <a:hlinkClick r:id="rId5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5" name="Rectangle 62"/>
          <p:cNvSpPr>
            <a:spLocks noGrp="1" noChangeArrowheads="1"/>
          </p:cNvSpPr>
          <p:nvPr>
            <p:ph type="title" idx="4294967295"/>
          </p:nvPr>
        </p:nvSpPr>
        <p:spPr>
          <a:xfrm>
            <a:off x="720000" y="72002"/>
            <a:ext cx="8423999" cy="399600"/>
          </a:xfrm>
        </p:spPr>
        <p:txBody>
          <a:bodyPr/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Návrh synchronního čítače</a:t>
            </a:r>
          </a:p>
        </p:txBody>
      </p:sp>
      <p:sp>
        <p:nvSpPr>
          <p:cNvPr id="16" name="TextovéPole 15">
            <a:extLst>
              <a:ext uri="{FF2B5EF4-FFF2-40B4-BE49-F238E27FC236}">
                <a16:creationId xmlns:a16="http://schemas.microsoft.com/office/drawing/2014/main" id="{754A11E5-3B91-4226-9107-00CE59468F16}"/>
              </a:ext>
            </a:extLst>
          </p:cNvPr>
          <p:cNvSpPr txBox="1"/>
          <p:nvPr/>
        </p:nvSpPr>
        <p:spPr>
          <a:xfrm>
            <a:off x="7668344" y="188640"/>
            <a:ext cx="1224138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cs-CZ" sz="5400" b="1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ebdings"/>
              </a:rPr>
              <a:t>PL</a:t>
            </a:r>
            <a:endParaRPr lang="cs-CZ" sz="5400" b="1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18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18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18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18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18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18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8659" grpId="0" autoUpdateAnimBg="0"/>
      <p:bldP spid="318663" grpId="0" animBg="1"/>
      <p:bldP spid="9" grpId="0" animBg="1"/>
      <p:bldP spid="10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1539" name="Group 3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966377313"/>
              </p:ext>
            </p:extLst>
          </p:nvPr>
        </p:nvGraphicFramePr>
        <p:xfrm>
          <a:off x="612775" y="1980000"/>
          <a:ext cx="2087563" cy="4312285"/>
        </p:xfrm>
        <a:graphic>
          <a:graphicData uri="http://schemas.openxmlformats.org/drawingml/2006/table">
            <a:tbl>
              <a:tblPr/>
              <a:tblGrid>
                <a:gridCol w="522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22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2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59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Čas T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Č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Q3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Q2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Q1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29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4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4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4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29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4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4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4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4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4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4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29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4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4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4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29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4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4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4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4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21583" name="Group 47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461157720"/>
              </p:ext>
            </p:extLst>
          </p:nvPr>
        </p:nvGraphicFramePr>
        <p:xfrm>
          <a:off x="4643438" y="2254250"/>
          <a:ext cx="3263900" cy="1683068"/>
        </p:xfrm>
        <a:graphic>
          <a:graphicData uri="http://schemas.openxmlformats.org/drawingml/2006/table">
            <a:tbl>
              <a:tblPr/>
              <a:tblGrid>
                <a:gridCol w="428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2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07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9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9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33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Q2</a:t>
                      </a:r>
                      <a:endParaRPr kumimoji="0" lang="cs-CZ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6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Q1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cap="flat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cap="flat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cap="flat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cap="flat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1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Q3</a:t>
                      </a:r>
                      <a:endParaRPr kumimoji="0" lang="cs-CZ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1/X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0/X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1/X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21641" name="Text Box 105"/>
          <p:cNvSpPr txBox="1">
            <a:spLocks noChangeArrowheads="1"/>
          </p:cNvSpPr>
          <p:nvPr/>
        </p:nvSpPr>
        <p:spPr bwMode="auto">
          <a:xfrm>
            <a:off x="4680000" y="1800000"/>
            <a:ext cx="1223962" cy="79216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marL="355600" indent="-355600" algn="ctr">
              <a:buClr>
                <a:schemeClr val="folHlink"/>
              </a:buClr>
            </a:pPr>
            <a:r>
              <a:rPr lang="cs-CZ" sz="4000" b="1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Y2</a:t>
            </a:r>
          </a:p>
        </p:txBody>
      </p:sp>
      <p:graphicFrame>
        <p:nvGraphicFramePr>
          <p:cNvPr id="321642" name="Object 10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9461099"/>
              </p:ext>
            </p:extLst>
          </p:nvPr>
        </p:nvGraphicFramePr>
        <p:xfrm>
          <a:off x="4718050" y="4679950"/>
          <a:ext cx="38862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69720" imgH="241200" progId="Equation.3">
                  <p:embed/>
                </p:oleObj>
              </mc:Choice>
              <mc:Fallback>
                <p:oleObj name="Equation" r:id="rId3" imgW="1269720" imgH="2412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8050" y="4679950"/>
                        <a:ext cx="3886200" cy="723900"/>
                      </a:xfrm>
                      <a:prstGeom prst="rect">
                        <a:avLst/>
                      </a:prstGeom>
                      <a:noFill/>
                      <a:ln w="50800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1696" name="Group 16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0773718"/>
              </p:ext>
            </p:extLst>
          </p:nvPr>
        </p:nvGraphicFramePr>
        <p:xfrm>
          <a:off x="2700338" y="1980000"/>
          <a:ext cx="901700" cy="4312285"/>
        </p:xfrm>
        <a:graphic>
          <a:graphicData uri="http://schemas.openxmlformats.org/drawingml/2006/table">
            <a:tbl>
              <a:tblPr/>
              <a:tblGrid>
                <a:gridCol w="2873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43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5900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KO2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Y2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29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4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29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4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4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4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29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4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29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4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21668" name="Line 132"/>
          <p:cNvSpPr>
            <a:spLocks noChangeShapeType="1"/>
          </p:cNvSpPr>
          <p:nvPr/>
        </p:nvSpPr>
        <p:spPr bwMode="auto">
          <a:xfrm>
            <a:off x="3419475" y="2492375"/>
            <a:ext cx="1728788" cy="8651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lg" len="lg"/>
          </a:ln>
          <a:effectLst/>
        </p:spPr>
        <p:txBody>
          <a:bodyPr/>
          <a:lstStyle/>
          <a:p>
            <a:endParaRPr lang="cs-CZ"/>
          </a:p>
        </p:txBody>
      </p:sp>
      <p:sp>
        <p:nvSpPr>
          <p:cNvPr id="9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0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1" name="Tlačítko akce: Vlastní 10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3" name="Tlačítko akce: Vlastní 12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4" name="Tlačítko akce: Vlastní 13">
            <a:hlinkClick r:id="rId5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5" name="Rectangle 62"/>
          <p:cNvSpPr>
            <a:spLocks noGrp="1" noChangeArrowheads="1"/>
          </p:cNvSpPr>
          <p:nvPr>
            <p:ph type="title" idx="4294967295"/>
          </p:nvPr>
        </p:nvSpPr>
        <p:spPr>
          <a:xfrm>
            <a:off x="720000" y="72002"/>
            <a:ext cx="8423999" cy="399600"/>
          </a:xfrm>
        </p:spPr>
        <p:txBody>
          <a:bodyPr/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Návrh synchronního čítače</a:t>
            </a:r>
          </a:p>
        </p:txBody>
      </p:sp>
      <p:sp>
        <p:nvSpPr>
          <p:cNvPr id="16" name="Text Box 46"/>
          <p:cNvSpPr txBox="1">
            <a:spLocks noChangeArrowheads="1"/>
          </p:cNvSpPr>
          <p:nvPr/>
        </p:nvSpPr>
        <p:spPr bwMode="auto">
          <a:xfrm>
            <a:off x="360001" y="1080000"/>
            <a:ext cx="8784000" cy="46166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495300" indent="-495300" algn="l">
              <a:buClr>
                <a:schemeClr val="bg2">
                  <a:lumMod val="50000"/>
                </a:schemeClr>
              </a:buClr>
              <a:buFont typeface="Wingdings" pitchFamily="2" charset="2"/>
              <a:buChar char="n"/>
            </a:pPr>
            <a:r>
              <a:rPr lang="cs-CZ" b="1" dirty="0">
                <a:latin typeface="Verdana" pitchFamily="34" charset="0"/>
              </a:rPr>
              <a:t>Funkce Y2</a:t>
            </a:r>
          </a:p>
        </p:txBody>
      </p:sp>
      <p:sp>
        <p:nvSpPr>
          <p:cNvPr id="17" name="TextovéPole 16">
            <a:extLst>
              <a:ext uri="{FF2B5EF4-FFF2-40B4-BE49-F238E27FC236}">
                <a16:creationId xmlns:a16="http://schemas.microsoft.com/office/drawing/2014/main" id="{754A11E5-3B91-4226-9107-00CE59468F16}"/>
              </a:ext>
            </a:extLst>
          </p:cNvPr>
          <p:cNvSpPr txBox="1"/>
          <p:nvPr/>
        </p:nvSpPr>
        <p:spPr>
          <a:xfrm>
            <a:off x="7668344" y="188640"/>
            <a:ext cx="1224138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cs-CZ" sz="5400" b="1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ebdings"/>
              </a:rPr>
              <a:t>PL</a:t>
            </a:r>
            <a:endParaRPr lang="cs-CZ" sz="5400" b="1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21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21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21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21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21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21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1641" grpId="0"/>
      <p:bldP spid="321668" grpId="0" animBg="1"/>
      <p:bldP spid="9" grpId="0" animBg="1"/>
      <p:bldP spid="10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2563" name="Group 3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724318725"/>
              </p:ext>
            </p:extLst>
          </p:nvPr>
        </p:nvGraphicFramePr>
        <p:xfrm>
          <a:off x="612775" y="1980000"/>
          <a:ext cx="2087563" cy="4312285"/>
        </p:xfrm>
        <a:graphic>
          <a:graphicData uri="http://schemas.openxmlformats.org/drawingml/2006/table">
            <a:tbl>
              <a:tblPr/>
              <a:tblGrid>
                <a:gridCol w="522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22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2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59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Čas T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Č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Q3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Q2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Q1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29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4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4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4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29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4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4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4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4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4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4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29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4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4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4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29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4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4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4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4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22607" name="Group 47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753553748"/>
              </p:ext>
            </p:extLst>
          </p:nvPr>
        </p:nvGraphicFramePr>
        <p:xfrm>
          <a:off x="4643438" y="2254250"/>
          <a:ext cx="3263900" cy="1683068"/>
        </p:xfrm>
        <a:graphic>
          <a:graphicData uri="http://schemas.openxmlformats.org/drawingml/2006/table">
            <a:tbl>
              <a:tblPr/>
              <a:tblGrid>
                <a:gridCol w="428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2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07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9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9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33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Q2</a:t>
                      </a:r>
                      <a:endParaRPr kumimoji="0" lang="cs-CZ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6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Q1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cap="flat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cap="flat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cap="flat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cap="flat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1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Q3</a:t>
                      </a:r>
                      <a:endParaRPr kumimoji="0" lang="cs-CZ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0/X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1/X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0/X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22665" name="Text Box 105"/>
          <p:cNvSpPr txBox="1">
            <a:spLocks noChangeArrowheads="1"/>
          </p:cNvSpPr>
          <p:nvPr/>
        </p:nvSpPr>
        <p:spPr bwMode="auto">
          <a:xfrm>
            <a:off x="4680000" y="1800000"/>
            <a:ext cx="1223962" cy="707886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355600" indent="-355600" algn="ctr">
              <a:buClr>
                <a:schemeClr val="folHlink"/>
              </a:buClr>
            </a:pPr>
            <a:r>
              <a:rPr lang="cs-CZ" sz="4000" b="1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Y3</a:t>
            </a:r>
          </a:p>
        </p:txBody>
      </p:sp>
      <p:graphicFrame>
        <p:nvGraphicFramePr>
          <p:cNvPr id="322666" name="Object 10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3341390"/>
              </p:ext>
            </p:extLst>
          </p:nvPr>
        </p:nvGraphicFramePr>
        <p:xfrm>
          <a:off x="4699000" y="4679950"/>
          <a:ext cx="2332038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61760" imgH="203040" progId="Equation.3">
                  <p:embed/>
                </p:oleObj>
              </mc:Choice>
              <mc:Fallback>
                <p:oleObj name="Equation" r:id="rId3" imgW="761760" imgH="2030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9000" y="4679950"/>
                        <a:ext cx="2332038" cy="609600"/>
                      </a:xfrm>
                      <a:prstGeom prst="rect">
                        <a:avLst/>
                      </a:prstGeom>
                      <a:noFill/>
                      <a:ln w="50800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2720" name="Group 16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8795421"/>
              </p:ext>
            </p:extLst>
          </p:nvPr>
        </p:nvGraphicFramePr>
        <p:xfrm>
          <a:off x="2700338" y="1980000"/>
          <a:ext cx="901700" cy="4312285"/>
        </p:xfrm>
        <a:graphic>
          <a:graphicData uri="http://schemas.openxmlformats.org/drawingml/2006/table">
            <a:tbl>
              <a:tblPr/>
              <a:tblGrid>
                <a:gridCol w="2873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43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5900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KO3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Y3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29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4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29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4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4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29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4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29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4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22692" name="Line 132"/>
          <p:cNvSpPr>
            <a:spLocks noChangeShapeType="1"/>
          </p:cNvSpPr>
          <p:nvPr/>
        </p:nvSpPr>
        <p:spPr bwMode="auto">
          <a:xfrm>
            <a:off x="3419475" y="2492375"/>
            <a:ext cx="1728788" cy="8651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lg" len="lg"/>
          </a:ln>
          <a:effectLst/>
        </p:spPr>
        <p:txBody>
          <a:bodyPr/>
          <a:lstStyle/>
          <a:p>
            <a:endParaRPr lang="cs-CZ"/>
          </a:p>
        </p:txBody>
      </p:sp>
      <p:sp>
        <p:nvSpPr>
          <p:cNvPr id="9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0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1" name="Tlačítko akce: Vlastní 10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3" name="Tlačítko akce: Vlastní 12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4" name="Tlačítko akce: Vlastní 13">
            <a:hlinkClick r:id="rId5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5" name="Rectangle 62"/>
          <p:cNvSpPr>
            <a:spLocks noGrp="1" noChangeArrowheads="1"/>
          </p:cNvSpPr>
          <p:nvPr>
            <p:ph type="title" idx="4294967295"/>
          </p:nvPr>
        </p:nvSpPr>
        <p:spPr>
          <a:xfrm>
            <a:off x="720000" y="72002"/>
            <a:ext cx="8423999" cy="399600"/>
          </a:xfrm>
        </p:spPr>
        <p:txBody>
          <a:bodyPr/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Návrh synchronního čítače</a:t>
            </a:r>
          </a:p>
        </p:txBody>
      </p:sp>
      <p:sp>
        <p:nvSpPr>
          <p:cNvPr id="16" name="Text Box 46"/>
          <p:cNvSpPr txBox="1">
            <a:spLocks noChangeArrowheads="1"/>
          </p:cNvSpPr>
          <p:nvPr/>
        </p:nvSpPr>
        <p:spPr bwMode="auto">
          <a:xfrm>
            <a:off x="360001" y="1080000"/>
            <a:ext cx="8784000" cy="46166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495300" indent="-495300" algn="l">
              <a:buClr>
                <a:schemeClr val="bg2">
                  <a:lumMod val="50000"/>
                </a:schemeClr>
              </a:buClr>
              <a:buFont typeface="Wingdings" pitchFamily="2" charset="2"/>
              <a:buChar char="n"/>
            </a:pPr>
            <a:r>
              <a:rPr lang="cs-CZ" b="1" dirty="0">
                <a:latin typeface="Verdana" pitchFamily="34" charset="0"/>
              </a:rPr>
              <a:t>Funkce Y3</a:t>
            </a:r>
          </a:p>
        </p:txBody>
      </p:sp>
      <p:sp>
        <p:nvSpPr>
          <p:cNvPr id="17" name="TextovéPole 16">
            <a:extLst>
              <a:ext uri="{FF2B5EF4-FFF2-40B4-BE49-F238E27FC236}">
                <a16:creationId xmlns:a16="http://schemas.microsoft.com/office/drawing/2014/main" id="{754A11E5-3B91-4226-9107-00CE59468F16}"/>
              </a:ext>
            </a:extLst>
          </p:cNvPr>
          <p:cNvSpPr txBox="1"/>
          <p:nvPr/>
        </p:nvSpPr>
        <p:spPr>
          <a:xfrm>
            <a:off x="7668344" y="188640"/>
            <a:ext cx="1224138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cs-CZ" sz="5400" b="1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ebdings"/>
              </a:rPr>
              <a:t>PL</a:t>
            </a:r>
            <a:endParaRPr lang="cs-CZ" sz="5400" b="1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22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22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22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22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22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22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2665" grpId="0"/>
      <p:bldP spid="322692" grpId="0" animBg="1"/>
      <p:bldP spid="9" grpId="0" animBg="1"/>
      <p:bldP spid="10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2525" name="Object 20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7061043"/>
              </p:ext>
            </p:extLst>
          </p:nvPr>
        </p:nvGraphicFramePr>
        <p:xfrm>
          <a:off x="960438" y="4714875"/>
          <a:ext cx="3433762" cy="161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46040" imgH="723600" progId="Equation.3">
                  <p:embed/>
                </p:oleObj>
              </mc:Choice>
              <mc:Fallback>
                <p:oleObj name="Equation" r:id="rId3" imgW="1346040" imgH="7236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0438" y="4714875"/>
                        <a:ext cx="3433762" cy="1619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0800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05509" name="Picture 5" descr="D:\lj\Prezentace\Cit\obr\citac01234D.pn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28596" y="571480"/>
            <a:ext cx="8286808" cy="4204039"/>
          </a:xfrm>
          <a:prstGeom prst="rect">
            <a:avLst/>
          </a:prstGeom>
          <a:noFill/>
        </p:spPr>
      </p:pic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6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9" name="Rectangle 62"/>
          <p:cNvSpPr>
            <a:spLocks noGrp="1" noChangeArrowheads="1"/>
          </p:cNvSpPr>
          <p:nvPr>
            <p:ph type="title" idx="4294967295"/>
          </p:nvPr>
        </p:nvSpPr>
        <p:spPr>
          <a:xfrm>
            <a:off x="720000" y="72002"/>
            <a:ext cx="8423999" cy="399600"/>
          </a:xfrm>
        </p:spPr>
        <p:txBody>
          <a:bodyPr/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Návrh synchronního čítače</a:t>
            </a:r>
          </a:p>
        </p:txBody>
      </p:sp>
      <p:sp>
        <p:nvSpPr>
          <p:cNvPr id="10" name="TextovéPole 9">
            <a:extLst>
              <a:ext uri="{FF2B5EF4-FFF2-40B4-BE49-F238E27FC236}">
                <a16:creationId xmlns:a16="http://schemas.microsoft.com/office/drawing/2014/main" id="{754A11E5-3B91-4226-9107-00CE59468F16}"/>
              </a:ext>
            </a:extLst>
          </p:cNvPr>
          <p:cNvSpPr txBox="1"/>
          <p:nvPr/>
        </p:nvSpPr>
        <p:spPr>
          <a:xfrm>
            <a:off x="7668344" y="188640"/>
            <a:ext cx="1224138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cs-CZ" sz="5400" b="1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ebdings"/>
              </a:rPr>
              <a:t>PL</a:t>
            </a:r>
            <a:endParaRPr lang="cs-CZ" sz="5400" b="1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05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12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4" name="Text Box 6"/>
          <p:cNvSpPr txBox="1">
            <a:spLocks noChangeArrowheads="1"/>
          </p:cNvSpPr>
          <p:nvPr/>
        </p:nvSpPr>
        <p:spPr bwMode="auto">
          <a:xfrm>
            <a:off x="360001" y="1080000"/>
            <a:ext cx="8784000" cy="13080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 indent="-504000" algn="l">
              <a:spcAft>
                <a:spcPts val="18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n"/>
            </a:pPr>
            <a:r>
              <a:rPr lang="cs-CZ" b="1" dirty="0">
                <a:latin typeface="Verdana" pitchFamily="34" charset="0"/>
              </a:rPr>
              <a:t>Zadání</a:t>
            </a:r>
          </a:p>
          <a:p>
            <a:pPr marL="504000" algn="l">
              <a:spcAft>
                <a:spcPts val="600"/>
              </a:spcAft>
              <a:buClr>
                <a:schemeClr val="bg2">
                  <a:lumMod val="50000"/>
                </a:schemeClr>
              </a:buClr>
            </a:pPr>
            <a:r>
              <a:rPr lang="cs-CZ" sz="2000" dirty="0">
                <a:latin typeface="Verdana" pitchFamily="34" charset="0"/>
              </a:rPr>
              <a:t>Navrhněte synchronní čítač, který bude čítat následující </a:t>
            </a:r>
            <a:r>
              <a:rPr lang="cs-CZ" sz="2000">
                <a:latin typeface="Verdana" pitchFamily="34" charset="0"/>
              </a:rPr>
              <a:t>sekvenci </a:t>
            </a:r>
            <a:r>
              <a:rPr lang="cs-CZ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(0, 4</a:t>
            </a:r>
            <a:r>
              <a:rPr lang="cs-CZ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, 3, 2</a:t>
            </a:r>
            <a:r>
              <a:rPr lang="cs-CZ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, 1)</a:t>
            </a:r>
            <a:endParaRPr lang="cs-CZ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</p:txBody>
      </p:sp>
      <p:graphicFrame>
        <p:nvGraphicFramePr>
          <p:cNvPr id="10" name="Diagram 9"/>
          <p:cNvGraphicFramePr/>
          <p:nvPr>
            <p:extLst>
              <p:ext uri="{D42A27DB-BD31-4B8C-83A1-F6EECF244321}">
                <p14:modId xmlns:p14="http://schemas.microsoft.com/office/powerpoint/2010/main" val="1245173689"/>
              </p:ext>
            </p:extLst>
          </p:nvPr>
        </p:nvGraphicFramePr>
        <p:xfrm>
          <a:off x="2857488" y="3018612"/>
          <a:ext cx="3214710" cy="27146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Tlačítko akce: Vlastní 6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8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>
          <a:xfrm>
            <a:off x="500034" y="280108"/>
            <a:ext cx="8629624" cy="720000"/>
          </a:xfrm>
          <a:noFill/>
          <a:ln/>
        </p:spPr>
        <p:txBody>
          <a:bodyPr/>
          <a:lstStyle/>
          <a:p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Příklad 2</a:t>
            </a:r>
          </a:p>
        </p:txBody>
      </p:sp>
      <p:sp>
        <p:nvSpPr>
          <p:cNvPr id="11" name="TextovéPole 10">
            <a:extLst>
              <a:ext uri="{FF2B5EF4-FFF2-40B4-BE49-F238E27FC236}">
                <a16:creationId xmlns:a16="http://schemas.microsoft.com/office/drawing/2014/main" id="{754A11E5-3B91-4226-9107-00CE59468F16}"/>
              </a:ext>
            </a:extLst>
          </p:cNvPr>
          <p:cNvSpPr txBox="1"/>
          <p:nvPr/>
        </p:nvSpPr>
        <p:spPr>
          <a:xfrm>
            <a:off x="7668344" y="188640"/>
            <a:ext cx="1224138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cs-CZ" sz="5400" b="1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ebdings"/>
              </a:rPr>
              <a:t>Ú</a:t>
            </a:r>
            <a:endParaRPr lang="cs-CZ" sz="5400" b="1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7951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90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0" grpId="0">
        <p:bldAsOne/>
      </p:bldGraphic>
      <p:bldP spid="5" grpId="0" animBg="1"/>
      <p:bldP spid="6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0" name="Rectangle 2"/>
          <p:cNvSpPr>
            <a:spLocks noGrp="1" noChangeArrowheads="1"/>
          </p:cNvSpPr>
          <p:nvPr>
            <p:ph type="title"/>
          </p:nvPr>
        </p:nvSpPr>
        <p:spPr>
          <a:xfrm>
            <a:off x="500034" y="280108"/>
            <a:ext cx="8629624" cy="720000"/>
          </a:xfrm>
          <a:noFill/>
          <a:ln/>
        </p:spPr>
        <p:txBody>
          <a:bodyPr/>
          <a:lstStyle/>
          <a:p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Kaskáda čítačů</a:t>
            </a:r>
          </a:p>
        </p:txBody>
      </p:sp>
      <p:sp>
        <p:nvSpPr>
          <p:cNvPr id="299014" name="Text Box 6"/>
          <p:cNvSpPr txBox="1">
            <a:spLocks noChangeArrowheads="1"/>
          </p:cNvSpPr>
          <p:nvPr/>
        </p:nvSpPr>
        <p:spPr bwMode="auto">
          <a:xfrm>
            <a:off x="360001" y="1080000"/>
            <a:ext cx="8784000" cy="143116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 indent="-504000" algn="l">
              <a:spcAft>
                <a:spcPts val="18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n"/>
            </a:pPr>
            <a:r>
              <a:rPr lang="cs-CZ" dirty="0">
                <a:latin typeface="Verdana" pitchFamily="34" charset="0"/>
              </a:rPr>
              <a:t>Vytvoření </a:t>
            </a:r>
            <a:r>
              <a:rPr lang="cs-CZ" b="1" dirty="0">
                <a:latin typeface="Verdana" pitchFamily="34" charset="0"/>
              </a:rPr>
              <a:t>děličky</a:t>
            </a:r>
            <a:r>
              <a:rPr lang="en-US" b="1" dirty="0">
                <a:latin typeface="Verdana" pitchFamily="34" charset="0"/>
              </a:rPr>
              <a:t> </a:t>
            </a:r>
            <a:r>
              <a:rPr lang="en-US" b="1" dirty="0" err="1">
                <a:latin typeface="Verdana" pitchFamily="34" charset="0"/>
              </a:rPr>
              <a:t>frekvence</a:t>
            </a:r>
            <a:r>
              <a:rPr lang="cs-CZ" b="1" dirty="0">
                <a:latin typeface="Verdana" pitchFamily="34" charset="0"/>
              </a:rPr>
              <a:t> libovolného dělícího poměru</a:t>
            </a:r>
          </a:p>
          <a:p>
            <a:pPr marL="504000" indent="-504000" algn="l">
              <a:spcAft>
                <a:spcPts val="18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n"/>
            </a:pPr>
            <a:r>
              <a:rPr lang="cs-CZ" dirty="0">
                <a:latin typeface="Verdana" pitchFamily="34" charset="0"/>
              </a:rPr>
              <a:t>Čítání v </a:t>
            </a:r>
            <a:r>
              <a:rPr lang="cs-CZ" b="1" dirty="0">
                <a:latin typeface="Verdana" pitchFamily="34" charset="0"/>
              </a:rPr>
              <a:t>BCD kódu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1047180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90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90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9014" grpId="0" uiExpand="1" build="allAtOnce" autoUpdateAnimBg="0"/>
      <p:bldP spid="4" grpId="0" animBg="1"/>
      <p:bldP spid="5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0" name="Rectangle 2"/>
          <p:cNvSpPr>
            <a:spLocks noGrp="1" noChangeArrowheads="1"/>
          </p:cNvSpPr>
          <p:nvPr>
            <p:ph type="title"/>
          </p:nvPr>
        </p:nvSpPr>
        <p:spPr>
          <a:xfrm>
            <a:off x="500034" y="280108"/>
            <a:ext cx="8643966" cy="720000"/>
          </a:xfrm>
          <a:noFill/>
          <a:ln/>
        </p:spPr>
        <p:txBody>
          <a:bodyPr/>
          <a:lstStyle/>
          <a:p>
            <a:r>
              <a:rPr lang="cs-CZ" sz="36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Dělička libovolného dělícího poměru</a:t>
            </a:r>
          </a:p>
        </p:txBody>
      </p:sp>
      <p:sp>
        <p:nvSpPr>
          <p:cNvPr id="299014" name="Text Box 6"/>
          <p:cNvSpPr txBox="1">
            <a:spLocks noChangeArrowheads="1"/>
          </p:cNvSpPr>
          <p:nvPr/>
        </p:nvSpPr>
        <p:spPr bwMode="auto">
          <a:xfrm>
            <a:off x="360001" y="1080000"/>
            <a:ext cx="8784000" cy="378565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 indent="-504000" algn="l">
              <a:spcAft>
                <a:spcPts val="18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n"/>
            </a:pPr>
            <a:r>
              <a:rPr lang="cs-CZ" sz="2000" dirty="0">
                <a:latin typeface="Verdana" pitchFamily="34" charset="0"/>
              </a:rPr>
              <a:t>Použijeme </a:t>
            </a:r>
            <a:r>
              <a:rPr lang="cs-CZ" sz="2000" b="1" dirty="0">
                <a:latin typeface="Verdana" pitchFamily="34" charset="0"/>
              </a:rPr>
              <a:t>děličky</a:t>
            </a:r>
            <a:r>
              <a:rPr lang="cs-CZ" sz="2000" dirty="0">
                <a:latin typeface="Verdana" pitchFamily="34" charset="0"/>
              </a:rPr>
              <a:t> frekvence </a:t>
            </a:r>
            <a:r>
              <a:rPr lang="cs-CZ" sz="2000" dirty="0">
                <a:effectLst/>
                <a:latin typeface="Verdana" pitchFamily="34" charset="0"/>
              </a:rPr>
              <a:t>s </a:t>
            </a:r>
            <a:br>
              <a:rPr lang="cs-CZ" sz="2000" dirty="0">
                <a:effectLst/>
                <a:latin typeface="Verdana" pitchFamily="34" charset="0"/>
              </a:rPr>
            </a:br>
            <a:r>
              <a:rPr lang="cs-CZ" sz="2000" dirty="0">
                <a:effectLst/>
                <a:latin typeface="Verdana" pitchFamily="34" charset="0"/>
              </a:rPr>
              <a:t>dělícím poměrem </a:t>
            </a:r>
            <a:r>
              <a:rPr lang="cs-CZ" sz="2000" b="1" dirty="0">
                <a:effectLst/>
                <a:latin typeface="Verdana" pitchFamily="34" charset="0"/>
              </a:rPr>
              <a:t>2,4,8.. </a:t>
            </a:r>
            <a:r>
              <a:rPr lang="cs-CZ" sz="2000" dirty="0">
                <a:effectLst/>
                <a:latin typeface="Verdana" pitchFamily="34" charset="0"/>
              </a:rPr>
              <a:t>(násobky 2) nebo</a:t>
            </a:r>
            <a:r>
              <a:rPr lang="cs-CZ" sz="2000" b="1" dirty="0">
                <a:effectLst/>
                <a:latin typeface="Verdana" pitchFamily="34" charset="0"/>
              </a:rPr>
              <a:t> </a:t>
            </a:r>
            <a:r>
              <a:rPr lang="cs-CZ" sz="2000" dirty="0">
                <a:effectLst/>
                <a:latin typeface="Verdana" pitchFamily="34" charset="0"/>
              </a:rPr>
              <a:t>se </a:t>
            </a:r>
            <a:r>
              <a:rPr lang="cs-CZ" sz="2000" b="1" dirty="0">
                <a:effectLst/>
                <a:latin typeface="Verdana" pitchFamily="34" charset="0"/>
              </a:rPr>
              <a:t>zkráceným cyklem </a:t>
            </a:r>
            <a:r>
              <a:rPr lang="en-US" sz="2000" dirty="0">
                <a:effectLst/>
                <a:latin typeface="Verdana" pitchFamily="34" charset="0"/>
              </a:rPr>
              <a:t>(</a:t>
            </a:r>
            <a:r>
              <a:rPr lang="cs-CZ" sz="2000" dirty="0">
                <a:effectLst/>
                <a:latin typeface="Verdana" pitchFamily="34" charset="0"/>
              </a:rPr>
              <a:t>dělícím poměrem </a:t>
            </a:r>
            <a:r>
              <a:rPr lang="cs-CZ" sz="2000" b="1" dirty="0">
                <a:effectLst/>
                <a:latin typeface="Verdana" pitchFamily="34" charset="0"/>
              </a:rPr>
              <a:t>3, 5, 7</a:t>
            </a:r>
            <a:r>
              <a:rPr lang="en-US" sz="2000" dirty="0">
                <a:latin typeface="Verdana" pitchFamily="34" charset="0"/>
              </a:rPr>
              <a:t>)</a:t>
            </a:r>
            <a:endParaRPr lang="cs-CZ" sz="2000" dirty="0">
              <a:effectLst/>
              <a:latin typeface="Verdana" pitchFamily="34" charset="0"/>
            </a:endParaRPr>
          </a:p>
          <a:p>
            <a:pPr marL="504000" indent="-504000" algn="l">
              <a:spcAft>
                <a:spcPts val="18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n"/>
            </a:pPr>
            <a:r>
              <a:rPr lang="cs-CZ" sz="2000" dirty="0">
                <a:latin typeface="Verdana" pitchFamily="34" charset="0"/>
              </a:rPr>
              <a:t>každý čítač v kaskádě dělí frekvenci svým </a:t>
            </a:r>
            <a:r>
              <a:rPr lang="cs-CZ" sz="2000" b="1" dirty="0">
                <a:latin typeface="Verdana" pitchFamily="34" charset="0"/>
              </a:rPr>
              <a:t>modulem</a:t>
            </a:r>
            <a:r>
              <a:rPr lang="cs-CZ" sz="2000" dirty="0">
                <a:latin typeface="Verdana" pitchFamily="34" charset="0"/>
              </a:rPr>
              <a:t> a výsledný dělící poměr je součin modulů jednotlivých stupňů</a:t>
            </a:r>
            <a:r>
              <a:rPr lang="en-US" sz="2000" dirty="0">
                <a:latin typeface="Verdana" pitchFamily="34" charset="0"/>
              </a:rPr>
              <a:t>:</a:t>
            </a:r>
          </a:p>
          <a:p>
            <a:pPr algn="l">
              <a:spcAft>
                <a:spcPts val="1800"/>
              </a:spcAft>
              <a:buClr>
                <a:schemeClr val="bg2">
                  <a:lumMod val="50000"/>
                </a:schemeClr>
              </a:buClr>
            </a:pPr>
            <a:r>
              <a:rPr lang="cs-CZ" sz="2000" b="1" dirty="0" err="1">
                <a:latin typeface="Verdana" pitchFamily="34" charset="0"/>
              </a:rPr>
              <a:t>CLK</a:t>
            </a:r>
            <a:r>
              <a:rPr lang="cs-CZ" sz="2000" b="1" dirty="0">
                <a:latin typeface="Verdana" pitchFamily="34" charset="0"/>
              </a:rPr>
              <a:t> → [Čítač /N₁] → [Čítač /N₂] → [Čítač /N₃] → </a:t>
            </a:r>
            <a:r>
              <a:rPr lang="cs-CZ" sz="2000" b="1" dirty="0" err="1">
                <a:latin typeface="Verdana" pitchFamily="34" charset="0"/>
              </a:rPr>
              <a:t>f_out</a:t>
            </a:r>
            <a:endParaRPr lang="cs-CZ" sz="2000" b="1" dirty="0">
              <a:latin typeface="Verdana" pitchFamily="34" charset="0"/>
            </a:endParaRPr>
          </a:p>
          <a:p>
            <a:pPr algn="l">
              <a:spcAft>
                <a:spcPts val="1800"/>
              </a:spcAft>
              <a:buClr>
                <a:schemeClr val="bg2">
                  <a:lumMod val="50000"/>
                </a:schemeClr>
              </a:buClr>
            </a:pPr>
            <a:r>
              <a:rPr lang="cs-CZ" sz="2000" b="1" dirty="0" err="1">
                <a:latin typeface="Verdana" pitchFamily="34" charset="0"/>
              </a:rPr>
              <a:t>f_out</a:t>
            </a:r>
            <a:r>
              <a:rPr lang="cs-CZ" sz="2000" b="1" dirty="0">
                <a:latin typeface="Verdana" pitchFamily="34" charset="0"/>
              </a:rPr>
              <a:t> = </a:t>
            </a:r>
            <a:r>
              <a:rPr lang="cs-CZ" sz="2000" b="1" dirty="0" err="1">
                <a:latin typeface="Verdana" pitchFamily="34" charset="0"/>
              </a:rPr>
              <a:t>f_CLK</a:t>
            </a:r>
            <a:r>
              <a:rPr lang="cs-CZ" sz="2000" b="1" dirty="0">
                <a:latin typeface="Verdana" pitchFamily="34" charset="0"/>
              </a:rPr>
              <a:t> / (N₁ · N₂ · N₃)</a:t>
            </a:r>
            <a:endParaRPr lang="en-US" sz="2000" dirty="0">
              <a:latin typeface="Verdana" pitchFamily="34" charset="0"/>
            </a:endParaRPr>
          </a:p>
          <a:p>
            <a:pPr marL="504000" indent="-504000" algn="l">
              <a:spcAft>
                <a:spcPts val="18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n"/>
            </a:pPr>
            <a:r>
              <a:rPr lang="en-US" sz="2000" dirty="0" err="1">
                <a:latin typeface="Verdana" pitchFamily="34" charset="0"/>
              </a:rPr>
              <a:t>Výstup</a:t>
            </a:r>
            <a:r>
              <a:rPr lang="en-US" sz="2000" dirty="0">
                <a:latin typeface="Verdana" pitchFamily="34" charset="0"/>
              </a:rPr>
              <a:t> (carry/overflow) </a:t>
            </a:r>
            <a:r>
              <a:rPr lang="en-US" sz="2000" dirty="0" err="1">
                <a:latin typeface="Verdana" pitchFamily="34" charset="0"/>
              </a:rPr>
              <a:t>předchozího</a:t>
            </a:r>
            <a:r>
              <a:rPr lang="en-US" sz="2000" dirty="0">
                <a:latin typeface="Verdana" pitchFamily="34" charset="0"/>
              </a:rPr>
              <a:t> </a:t>
            </a:r>
            <a:r>
              <a:rPr lang="en-US" sz="2000" dirty="0" err="1">
                <a:latin typeface="Verdana" pitchFamily="34" charset="0"/>
              </a:rPr>
              <a:t>čítače</a:t>
            </a:r>
            <a:r>
              <a:rPr lang="en-US" sz="2000" dirty="0">
                <a:latin typeface="Verdana" pitchFamily="34" charset="0"/>
              </a:rPr>
              <a:t> </a:t>
            </a:r>
            <a:r>
              <a:rPr lang="en-US" sz="2000" dirty="0" err="1">
                <a:latin typeface="Verdana" pitchFamily="34" charset="0"/>
              </a:rPr>
              <a:t>slouží</a:t>
            </a:r>
            <a:r>
              <a:rPr lang="en-US" sz="2000" dirty="0">
                <a:latin typeface="Verdana" pitchFamily="34" charset="0"/>
              </a:rPr>
              <a:t> </a:t>
            </a:r>
            <a:r>
              <a:rPr lang="en-US" sz="2000" dirty="0" err="1">
                <a:latin typeface="Verdana" pitchFamily="34" charset="0"/>
              </a:rPr>
              <a:t>jako</a:t>
            </a:r>
            <a:r>
              <a:rPr lang="en-US" sz="2000" dirty="0">
                <a:latin typeface="Verdana" pitchFamily="34" charset="0"/>
              </a:rPr>
              <a:t> </a:t>
            </a:r>
            <a:r>
              <a:rPr lang="en-US" sz="2000" dirty="0" err="1">
                <a:latin typeface="Verdana" pitchFamily="34" charset="0"/>
              </a:rPr>
              <a:t>hodinový</a:t>
            </a:r>
            <a:r>
              <a:rPr lang="en-US" sz="2000" dirty="0">
                <a:latin typeface="Verdana" pitchFamily="34" charset="0"/>
              </a:rPr>
              <a:t> </a:t>
            </a:r>
            <a:r>
              <a:rPr lang="en-US" sz="2000" dirty="0" err="1">
                <a:latin typeface="Verdana" pitchFamily="34" charset="0"/>
              </a:rPr>
              <a:t>vstup</a:t>
            </a:r>
            <a:r>
              <a:rPr lang="en-US" sz="2000" dirty="0">
                <a:latin typeface="Verdana" pitchFamily="34" charset="0"/>
              </a:rPr>
              <a:t> </a:t>
            </a:r>
            <a:r>
              <a:rPr lang="en-US" sz="2000" dirty="0" err="1">
                <a:latin typeface="Verdana" pitchFamily="34" charset="0"/>
              </a:rPr>
              <a:t>dalšího</a:t>
            </a:r>
            <a:r>
              <a:rPr lang="en-US" sz="2000" dirty="0">
                <a:latin typeface="Verdana" pitchFamily="34" charset="0"/>
              </a:rPr>
              <a:t> </a:t>
            </a:r>
            <a:r>
              <a:rPr lang="en-US" sz="2000" dirty="0" err="1">
                <a:latin typeface="Verdana" pitchFamily="34" charset="0"/>
              </a:rPr>
              <a:t>stupně</a:t>
            </a:r>
            <a:r>
              <a:rPr lang="en-US" sz="2000" dirty="0">
                <a:latin typeface="Verdana" pitchFamily="34" charset="0"/>
              </a:rPr>
              <a:t>.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1123299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90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90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990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90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990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9014" grpId="0" build="allAtOnce" autoUpdateAnimBg="0"/>
      <p:bldP spid="4" grpId="0" animBg="1"/>
      <p:bldP spid="5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0" name="Rectangle 62"/>
          <p:cNvSpPr>
            <a:spLocks noGrp="1" noChangeArrowheads="1"/>
          </p:cNvSpPr>
          <p:nvPr>
            <p:ph type="title" idx="4294967295"/>
          </p:nvPr>
        </p:nvSpPr>
        <p:spPr>
          <a:xfrm>
            <a:off x="720000" y="72002"/>
            <a:ext cx="8423999" cy="399600"/>
          </a:xfrm>
        </p:spPr>
        <p:txBody>
          <a:bodyPr/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Dělička libovolného dělícího poměru</a:t>
            </a:r>
          </a:p>
        </p:txBody>
      </p:sp>
      <p:grpSp>
        <p:nvGrpSpPr>
          <p:cNvPr id="9" name="Skupina 8"/>
          <p:cNvGrpSpPr/>
          <p:nvPr/>
        </p:nvGrpSpPr>
        <p:grpSpPr>
          <a:xfrm>
            <a:off x="1835696" y="1728000"/>
            <a:ext cx="5400000" cy="2160000"/>
            <a:chOff x="2088232" y="1772816"/>
            <a:chExt cx="5400000" cy="2160000"/>
          </a:xfrm>
        </p:grpSpPr>
        <p:sp>
          <p:nvSpPr>
            <p:cNvPr id="11" name="TextovéPole 10"/>
            <p:cNvSpPr txBox="1"/>
            <p:nvPr/>
          </p:nvSpPr>
          <p:spPr bwMode="auto">
            <a:xfrm>
              <a:off x="3888232" y="1772816"/>
              <a:ext cx="1800000" cy="2160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chemeClr val="tx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cs-CZ" sz="3200" b="1" i="0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onsolas" panose="020B0609020204030204" pitchFamily="49" charset="0"/>
                  <a:ea typeface="+mj-ea"/>
                  <a:cs typeface="+mj-cs"/>
                </a:rPr>
                <a:t>Čítač</a:t>
              </a: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cs-CZ" sz="2000" b="1" kern="0" dirty="0">
                  <a:latin typeface="Consolas" panose="020B0609020204030204" pitchFamily="49" charset="0"/>
                  <a:ea typeface="+mj-ea"/>
                  <a:cs typeface="+mj-cs"/>
                </a:rPr>
                <a:t>DP- dělící poměr</a:t>
              </a:r>
              <a:endParaRPr kumimoji="0" lang="cs-CZ" sz="2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j-ea"/>
                <a:cs typeface="+mj-cs"/>
              </a:endParaRPr>
            </a:p>
          </p:txBody>
        </p:sp>
        <p:cxnSp>
          <p:nvCxnSpPr>
            <p:cNvPr id="12" name="Přímá spojnice se šipkou 11"/>
            <p:cNvCxnSpPr/>
            <p:nvPr/>
          </p:nvCxnSpPr>
          <p:spPr>
            <a:xfrm>
              <a:off x="2088232" y="2852815"/>
              <a:ext cx="1800000" cy="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ovéPole 12"/>
            <p:cNvSpPr txBox="1"/>
            <p:nvPr/>
          </p:nvSpPr>
          <p:spPr bwMode="auto">
            <a:xfrm>
              <a:off x="2127298" y="2259410"/>
              <a:ext cx="1034257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b="1" i="0" strike="noStrike" kern="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onsolas" panose="020B0609020204030204" pitchFamily="49" charset="0"/>
                  <a:ea typeface="+mj-ea"/>
                  <a:cs typeface="+mj-cs"/>
                </a:rPr>
                <a:t>F_CLK</a:t>
              </a:r>
              <a:endParaRPr kumimoji="0" lang="cs-CZ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j-ea"/>
                <a:cs typeface="+mj-cs"/>
              </a:endParaRPr>
            </a:p>
          </p:txBody>
        </p:sp>
        <p:sp>
          <p:nvSpPr>
            <p:cNvPr id="15" name="TextovéPole 14"/>
            <p:cNvSpPr txBox="1"/>
            <p:nvPr/>
          </p:nvSpPr>
          <p:spPr bwMode="auto">
            <a:xfrm>
              <a:off x="6238551" y="2271490"/>
              <a:ext cx="1034257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l" eaLnBrk="1" hangingPunct="1"/>
              <a:r>
                <a:rPr lang="en-US" b="1" kern="0" dirty="0" err="1">
                  <a:latin typeface="Consolas" panose="020B0609020204030204" pitchFamily="49" charset="0"/>
                  <a:ea typeface="+mj-ea"/>
                  <a:cs typeface="+mj-cs"/>
                </a:rPr>
                <a:t>F_out</a:t>
              </a:r>
              <a:endParaRPr kumimoji="0" lang="cs-CZ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j-ea"/>
                <a:cs typeface="+mj-cs"/>
              </a:endParaRPr>
            </a:p>
          </p:txBody>
        </p:sp>
        <p:cxnSp>
          <p:nvCxnSpPr>
            <p:cNvPr id="16" name="Přímá spojnice se šipkou 15"/>
            <p:cNvCxnSpPr/>
            <p:nvPr/>
          </p:nvCxnSpPr>
          <p:spPr>
            <a:xfrm>
              <a:off x="5688232" y="2852815"/>
              <a:ext cx="1800000" cy="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13392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4" name="Text Box 6"/>
          <p:cNvSpPr txBox="1">
            <a:spLocks noChangeArrowheads="1"/>
          </p:cNvSpPr>
          <p:nvPr/>
        </p:nvSpPr>
        <p:spPr bwMode="auto">
          <a:xfrm>
            <a:off x="360001" y="1080000"/>
            <a:ext cx="8784000" cy="353943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 indent="-504000" algn="l">
              <a:spcAft>
                <a:spcPts val="18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n"/>
            </a:pPr>
            <a:r>
              <a:rPr lang="cs-CZ" b="1" dirty="0">
                <a:latin typeface="Verdana" pitchFamily="34" charset="0"/>
              </a:rPr>
              <a:t>Postup</a:t>
            </a:r>
          </a:p>
          <a:p>
            <a:pPr marL="504000" indent="-504000" algn="l"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ü"/>
            </a:pPr>
            <a:r>
              <a:rPr lang="cs-CZ" sz="2000" dirty="0">
                <a:latin typeface="Verdana" pitchFamily="34" charset="0"/>
              </a:rPr>
              <a:t>Rozlož dělící poměr N na součin faktorů</a:t>
            </a:r>
            <a:r>
              <a:rPr lang="en-US" sz="2000" dirty="0">
                <a:latin typeface="Verdana" pitchFamily="34" charset="0"/>
              </a:rPr>
              <a:t> (</a:t>
            </a:r>
            <a:r>
              <a:rPr lang="en-US" sz="2000" dirty="0" err="1">
                <a:latin typeface="Verdana" pitchFamily="34" charset="0"/>
              </a:rPr>
              <a:t>Preferuj</a:t>
            </a:r>
            <a:r>
              <a:rPr lang="en-US" sz="2000" dirty="0">
                <a:latin typeface="Verdana" pitchFamily="34" charset="0"/>
              </a:rPr>
              <a:t> </a:t>
            </a:r>
            <a:r>
              <a:rPr lang="en-US" sz="2000" dirty="0" err="1">
                <a:latin typeface="Verdana" pitchFamily="34" charset="0"/>
              </a:rPr>
              <a:t>faktory</a:t>
            </a:r>
            <a:r>
              <a:rPr lang="en-US" sz="2000" dirty="0">
                <a:latin typeface="Verdana" pitchFamily="34" charset="0"/>
              </a:rPr>
              <a:t> </a:t>
            </a:r>
            <a:r>
              <a:rPr lang="en-US" sz="2000" dirty="0" err="1">
                <a:latin typeface="Verdana" pitchFamily="34" charset="0"/>
              </a:rPr>
              <a:t>které</a:t>
            </a:r>
            <a:r>
              <a:rPr lang="en-US" sz="2000" dirty="0">
                <a:latin typeface="Verdana" pitchFamily="34" charset="0"/>
              </a:rPr>
              <a:t> </a:t>
            </a:r>
            <a:r>
              <a:rPr lang="en-US" sz="2000" dirty="0" err="1">
                <a:latin typeface="Verdana" pitchFamily="34" charset="0"/>
              </a:rPr>
              <a:t>jdou</a:t>
            </a:r>
            <a:r>
              <a:rPr lang="en-US" sz="2000" dirty="0">
                <a:latin typeface="Verdana" pitchFamily="34" charset="0"/>
              </a:rPr>
              <a:t> </a:t>
            </a:r>
            <a:r>
              <a:rPr lang="en-US" sz="2000" dirty="0" err="1">
                <a:latin typeface="Verdana" pitchFamily="34" charset="0"/>
              </a:rPr>
              <a:t>snadno</a:t>
            </a:r>
            <a:r>
              <a:rPr lang="en-US" sz="2000" dirty="0">
                <a:latin typeface="Verdana" pitchFamily="34" charset="0"/>
              </a:rPr>
              <a:t> </a:t>
            </a:r>
            <a:r>
              <a:rPr lang="en-US" sz="2000" dirty="0" err="1">
                <a:latin typeface="Verdana" pitchFamily="34" charset="0"/>
              </a:rPr>
              <a:t>realizovat</a:t>
            </a:r>
            <a:r>
              <a:rPr lang="en-US" sz="2000" dirty="0">
                <a:latin typeface="Verdana" pitchFamily="34" charset="0"/>
              </a:rPr>
              <a:t> (2, 4, 8, 10, 16 — </a:t>
            </a:r>
            <a:r>
              <a:rPr lang="en-US" sz="2000" dirty="0" err="1">
                <a:latin typeface="Verdana" pitchFamily="34" charset="0"/>
              </a:rPr>
              <a:t>přirozené</a:t>
            </a:r>
            <a:r>
              <a:rPr lang="en-US" sz="2000" dirty="0">
                <a:latin typeface="Verdana" pitchFamily="34" charset="0"/>
              </a:rPr>
              <a:t> </a:t>
            </a:r>
            <a:r>
              <a:rPr lang="en-US" sz="2000" dirty="0" err="1">
                <a:latin typeface="Verdana" pitchFamily="34" charset="0"/>
              </a:rPr>
              <a:t>moduly</a:t>
            </a:r>
            <a:r>
              <a:rPr lang="en-US" sz="2000" dirty="0">
                <a:latin typeface="Verdana" pitchFamily="34" charset="0"/>
              </a:rPr>
              <a:t> </a:t>
            </a:r>
            <a:r>
              <a:rPr lang="en-US" sz="2000" dirty="0" err="1">
                <a:latin typeface="Verdana" pitchFamily="34" charset="0"/>
              </a:rPr>
              <a:t>čítačů</a:t>
            </a:r>
            <a:r>
              <a:rPr lang="en-US" sz="2000" dirty="0">
                <a:latin typeface="Verdana" pitchFamily="34" charset="0"/>
              </a:rPr>
              <a:t>)</a:t>
            </a:r>
          </a:p>
          <a:p>
            <a:pPr marL="504000" indent="-504000" algn="l"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ü"/>
            </a:pPr>
            <a:r>
              <a:rPr lang="cs-CZ" sz="2000" dirty="0">
                <a:latin typeface="Verdana" pitchFamily="34" charset="0"/>
              </a:rPr>
              <a:t>Pro každý faktor navrhni jeden stupeň čítače</a:t>
            </a:r>
            <a:r>
              <a:rPr lang="en-US" sz="2000" dirty="0">
                <a:latin typeface="Verdana" pitchFamily="34" charset="0"/>
              </a:rPr>
              <a:t>:</a:t>
            </a:r>
          </a:p>
          <a:p>
            <a:pPr marL="961200" lvl="1" indent="-504000" algn="l"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ü"/>
            </a:pPr>
            <a:r>
              <a:rPr lang="cs-CZ" sz="2000" dirty="0">
                <a:latin typeface="Verdana" pitchFamily="34" charset="0"/>
              </a:rPr>
              <a:t>Faktor = mocnina 2 → binární čítač bez zkracování</a:t>
            </a:r>
            <a:endParaRPr lang="en-US" sz="2000" dirty="0">
              <a:latin typeface="Verdana" pitchFamily="34" charset="0"/>
            </a:endParaRPr>
          </a:p>
          <a:p>
            <a:pPr marL="961200" lvl="1" indent="-504000" algn="l"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ü"/>
            </a:pPr>
            <a:r>
              <a:rPr lang="cs-CZ" sz="2000" dirty="0">
                <a:latin typeface="Verdana" pitchFamily="34" charset="0"/>
              </a:rPr>
              <a:t>Faktor ≠ mocnina 2 → čítač se zkráceným cyklem</a:t>
            </a:r>
          </a:p>
          <a:p>
            <a:pPr marL="504000" indent="-504000" algn="l"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ü"/>
            </a:pPr>
            <a:r>
              <a:rPr lang="cs-CZ" sz="2000" dirty="0">
                <a:effectLst/>
                <a:latin typeface="Verdana" pitchFamily="34" charset="0"/>
              </a:rPr>
              <a:t>Vytvoř </a:t>
            </a:r>
            <a:r>
              <a:rPr lang="cs-CZ" sz="2000" b="1" dirty="0">
                <a:effectLst/>
                <a:latin typeface="Verdana" pitchFamily="34" charset="0"/>
              </a:rPr>
              <a:t>kaskádu</a:t>
            </a:r>
            <a:r>
              <a:rPr lang="cs-CZ" sz="2000" dirty="0">
                <a:effectLst/>
                <a:latin typeface="Verdana" pitchFamily="34" charset="0"/>
              </a:rPr>
              <a:t> </a:t>
            </a:r>
            <a:r>
              <a:rPr lang="cs-CZ" sz="2000" dirty="0">
                <a:latin typeface="Verdana" pitchFamily="34" charset="0"/>
              </a:rPr>
              <a:t>čítačů </a:t>
            </a:r>
            <a:r>
              <a:rPr lang="cs-CZ" sz="2000" dirty="0">
                <a:effectLst/>
                <a:latin typeface="Verdana" pitchFamily="34" charset="0"/>
              </a:rPr>
              <a:t>podle tohoto součinu</a:t>
            </a:r>
            <a:endParaRPr lang="en-US" sz="2000" dirty="0">
              <a:effectLst/>
              <a:latin typeface="Verdana" pitchFamily="34" charset="0"/>
            </a:endParaRPr>
          </a:p>
          <a:p>
            <a:pPr marL="504000" indent="-504000" algn="l"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ü"/>
            </a:pPr>
            <a:r>
              <a:rPr lang="cs-CZ" sz="2000" dirty="0">
                <a:latin typeface="Verdana" pitchFamily="34" charset="0"/>
              </a:rPr>
              <a:t>Výstup ber z posledního stupně</a:t>
            </a:r>
            <a:endParaRPr lang="cs-CZ" sz="2000" dirty="0">
              <a:effectLst/>
              <a:latin typeface="Verdana" pitchFamily="34" charset="0"/>
            </a:endParaRP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0" name="Rectangle 62"/>
          <p:cNvSpPr>
            <a:spLocks noGrp="1" noChangeArrowheads="1"/>
          </p:cNvSpPr>
          <p:nvPr>
            <p:ph type="title" idx="4294967295"/>
          </p:nvPr>
        </p:nvSpPr>
        <p:spPr>
          <a:xfrm>
            <a:off x="720000" y="72002"/>
            <a:ext cx="8423999" cy="399600"/>
          </a:xfrm>
        </p:spPr>
        <p:txBody>
          <a:bodyPr/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Dělička libovolného dělícího poměru</a:t>
            </a:r>
          </a:p>
        </p:txBody>
      </p:sp>
    </p:spTree>
    <p:extLst>
      <p:ext uri="{BB962C8B-B14F-4D97-AF65-F5344CB8AC3E}">
        <p14:creationId xmlns:p14="http://schemas.microsoft.com/office/powerpoint/2010/main" val="261333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90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90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990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90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90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990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68D948C0-553A-30CE-935E-25D54ACE6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0" name="Rectangle 2">
            <a:extLst>
              <a:ext uri="{FF2B5EF4-FFF2-40B4-BE49-F238E27FC236}">
                <a16:creationId xmlns:a16="http://schemas.microsoft.com/office/drawing/2014/main" id="{8DE3B9CB-928C-F151-C343-C668112546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0034" y="280108"/>
            <a:ext cx="8629624" cy="720000"/>
          </a:xfrm>
          <a:noFill/>
          <a:ln/>
        </p:spPr>
        <p:txBody>
          <a:bodyPr/>
          <a:lstStyle/>
          <a:p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Příklad </a:t>
            </a:r>
            <a:r>
              <a:rPr lang="en-US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endParaRPr lang="cs-CZ" sz="40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99014" name="Text Box 6">
            <a:extLst>
              <a:ext uri="{FF2B5EF4-FFF2-40B4-BE49-F238E27FC236}">
                <a16:creationId xmlns:a16="http://schemas.microsoft.com/office/drawing/2014/main" id="{04F3C730-F619-14A1-1248-9D34D2B697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001" y="1080000"/>
            <a:ext cx="8784000" cy="707886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 indent="-504000" algn="l">
              <a:spcAft>
                <a:spcPts val="18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n"/>
            </a:pPr>
            <a:r>
              <a:rPr lang="cs-CZ" sz="2000" dirty="0">
                <a:latin typeface="Verdana" pitchFamily="34" charset="0"/>
              </a:rPr>
              <a:t>standardní hodinový krystal (32,768 kHz) a chci právě 1 Hz na výstupu (případ běžných hodinek a sekundové ručičky)</a:t>
            </a:r>
            <a:endParaRPr lang="en-US" sz="2000" dirty="0">
              <a:latin typeface="Verdana" pitchFamily="34" charset="0"/>
            </a:endParaRPr>
          </a:p>
        </p:txBody>
      </p:sp>
      <p:sp>
        <p:nvSpPr>
          <p:cNvPr id="4" name="Elipsa 8">
            <a:extLst>
              <a:ext uri="{FF2B5EF4-FFF2-40B4-BE49-F238E27FC236}">
                <a16:creationId xmlns:a16="http://schemas.microsoft.com/office/drawing/2014/main" id="{7171B330-2B19-74F1-F901-6C91B5512D87}"/>
              </a:ext>
            </a:extLst>
          </p:cNvPr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" name="Zástupný symbol pro číslo snímku 5">
            <a:extLst>
              <a:ext uri="{FF2B5EF4-FFF2-40B4-BE49-F238E27FC236}">
                <a16:creationId xmlns:a16="http://schemas.microsoft.com/office/drawing/2014/main" id="{36949144-B0D3-B4E2-110D-440247116485}"/>
              </a:ext>
            </a:extLst>
          </p:cNvPr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551E5B23-BA51-50CE-1A21-DB1CB00D17E6}"/>
              </a:ext>
            </a:extLst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C5A787C4-1202-7BCB-AD1D-CC04DDB94084}"/>
              </a:ext>
            </a:extLst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4ACCA85A-A2C3-38DD-4177-8BAE30EFBB2C}"/>
              </a:ext>
            </a:extLst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9" name="TextovéPole 8">
            <a:extLst>
              <a:ext uri="{FF2B5EF4-FFF2-40B4-BE49-F238E27FC236}">
                <a16:creationId xmlns:a16="http://schemas.microsoft.com/office/drawing/2014/main" id="{A32779AF-A8D3-747F-55A3-4AACE9FFD85A}"/>
              </a:ext>
            </a:extLst>
          </p:cNvPr>
          <p:cNvSpPr txBox="1"/>
          <p:nvPr/>
        </p:nvSpPr>
        <p:spPr>
          <a:xfrm>
            <a:off x="8172400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3765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90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9014" grpId="0" build="allAtOnce" autoUpdateAnimBg="0"/>
      <p:bldP spid="4" grpId="0" animBg="1"/>
      <p:bldP spid="5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CA700EEE-2D93-CC39-AA9F-988B6F359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a 8">
            <a:extLst>
              <a:ext uri="{FF2B5EF4-FFF2-40B4-BE49-F238E27FC236}">
                <a16:creationId xmlns:a16="http://schemas.microsoft.com/office/drawing/2014/main" id="{8A3ADF1F-44C4-0D7C-EFE5-448152798228}"/>
              </a:ext>
            </a:extLst>
          </p:cNvPr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" name="Zástupný symbol pro číslo snímku 5">
            <a:extLst>
              <a:ext uri="{FF2B5EF4-FFF2-40B4-BE49-F238E27FC236}">
                <a16:creationId xmlns:a16="http://schemas.microsoft.com/office/drawing/2014/main" id="{27585A51-C2A5-6D16-7B8F-715340FDAEFF}"/>
              </a:ext>
            </a:extLst>
          </p:cNvPr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093F6C52-7D99-6E68-C41A-8F6F42A12835}"/>
              </a:ext>
            </a:extLst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94AC7AC6-5218-33E9-9547-A63565A5800B}"/>
              </a:ext>
            </a:extLst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323ECA2C-6547-CACD-D8C4-A86C3E0EF76F}"/>
              </a:ext>
            </a:extLst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0" name="Rectangle 62">
            <a:extLst>
              <a:ext uri="{FF2B5EF4-FFF2-40B4-BE49-F238E27FC236}">
                <a16:creationId xmlns:a16="http://schemas.microsoft.com/office/drawing/2014/main" id="{7D613E93-990B-15AF-AA74-A1266EDB31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000" y="72002"/>
            <a:ext cx="8423999" cy="39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defRPr/>
            </a:pPr>
            <a:r>
              <a:rPr lang="cs-CZ" sz="2000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Příklad </a:t>
            </a:r>
            <a:r>
              <a:rPr lang="en-US" sz="2000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2</a:t>
            </a:r>
            <a:endParaRPr lang="cs-CZ" sz="2000" kern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9" name="Obdélník 8">
            <a:extLst>
              <a:ext uri="{FF2B5EF4-FFF2-40B4-BE49-F238E27FC236}">
                <a16:creationId xmlns:a16="http://schemas.microsoft.com/office/drawing/2014/main" id="{B3DEEA21-A597-4686-11C5-FF39D13F28B6}"/>
              </a:ext>
            </a:extLst>
          </p:cNvPr>
          <p:cNvSpPr/>
          <p:nvPr/>
        </p:nvSpPr>
        <p:spPr>
          <a:xfrm>
            <a:off x="701784" y="859934"/>
            <a:ext cx="7740432" cy="48013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l" eaLnBrk="1" hangingPunct="1"/>
            <a:r>
              <a:rPr lang="de-DE" sz="1800" b="1" kern="0" dirty="0">
                <a:solidFill>
                  <a:schemeClr val="tx1"/>
                </a:solidFill>
                <a:latin typeface="Consolas" panose="020B0609020204030204" pitchFamily="49" charset="0"/>
              </a:rPr>
              <a:t>32 768 ÷ 2 = 16 384</a:t>
            </a:r>
          </a:p>
          <a:p>
            <a:pPr algn="l" eaLnBrk="1" hangingPunct="1"/>
            <a:r>
              <a:rPr lang="de-DE" sz="1800" b="1" kern="0" dirty="0">
                <a:solidFill>
                  <a:schemeClr val="tx1"/>
                </a:solidFill>
                <a:latin typeface="Consolas" panose="020B0609020204030204" pitchFamily="49" charset="0"/>
              </a:rPr>
              <a:t>16 384 ÷ 2 = 8 192</a:t>
            </a:r>
          </a:p>
          <a:p>
            <a:pPr algn="l" eaLnBrk="1" hangingPunct="1"/>
            <a:r>
              <a:rPr lang="de-DE" sz="1800" b="1" kern="0" dirty="0">
                <a:solidFill>
                  <a:schemeClr val="tx1"/>
                </a:solidFill>
                <a:latin typeface="Consolas" panose="020B0609020204030204" pitchFamily="49" charset="0"/>
              </a:rPr>
              <a:t> 8 192 ÷ 2 = 4 096</a:t>
            </a:r>
          </a:p>
          <a:p>
            <a:pPr algn="l" eaLnBrk="1" hangingPunct="1"/>
            <a:r>
              <a:rPr lang="de-DE" sz="1800" b="1" kern="0" dirty="0">
                <a:solidFill>
                  <a:schemeClr val="tx1"/>
                </a:solidFill>
                <a:latin typeface="Consolas" panose="020B0609020204030204" pitchFamily="49" charset="0"/>
              </a:rPr>
              <a:t> 4 096 ÷ 2 = 2 048</a:t>
            </a:r>
          </a:p>
          <a:p>
            <a:pPr algn="l" eaLnBrk="1" hangingPunct="1"/>
            <a:r>
              <a:rPr lang="de-DE" sz="1800" b="1" kern="0" dirty="0">
                <a:solidFill>
                  <a:schemeClr val="tx1"/>
                </a:solidFill>
                <a:latin typeface="Consolas" panose="020B0609020204030204" pitchFamily="49" charset="0"/>
              </a:rPr>
              <a:t> 2 048 ÷ 2 = 1 024</a:t>
            </a:r>
          </a:p>
          <a:p>
            <a:pPr algn="l" eaLnBrk="1" hangingPunct="1"/>
            <a:r>
              <a:rPr lang="de-DE" sz="1800" b="1" kern="0" dirty="0">
                <a:solidFill>
                  <a:schemeClr val="tx1"/>
                </a:solidFill>
                <a:latin typeface="Consolas" panose="020B0609020204030204" pitchFamily="49" charset="0"/>
              </a:rPr>
              <a:t> 1 024 ÷ 2 = 512</a:t>
            </a:r>
          </a:p>
          <a:p>
            <a:pPr algn="l" eaLnBrk="1" hangingPunct="1"/>
            <a:r>
              <a:rPr lang="de-DE" sz="1800" b="1" kern="0" dirty="0">
                <a:solidFill>
                  <a:schemeClr val="tx1"/>
                </a:solidFill>
                <a:latin typeface="Consolas" panose="020B0609020204030204" pitchFamily="49" charset="0"/>
              </a:rPr>
              <a:t>   512 ÷ 2 = 256</a:t>
            </a:r>
          </a:p>
          <a:p>
            <a:pPr algn="l" eaLnBrk="1" hangingPunct="1"/>
            <a:r>
              <a:rPr lang="de-DE" sz="1800" b="1" kern="0" dirty="0">
                <a:solidFill>
                  <a:schemeClr val="tx1"/>
                </a:solidFill>
                <a:latin typeface="Consolas" panose="020B0609020204030204" pitchFamily="49" charset="0"/>
              </a:rPr>
              <a:t>   256 ÷ 2 = 128</a:t>
            </a:r>
          </a:p>
          <a:p>
            <a:pPr algn="l" eaLnBrk="1" hangingPunct="1"/>
            <a:r>
              <a:rPr lang="de-DE" sz="1800" b="1" kern="0" dirty="0">
                <a:solidFill>
                  <a:schemeClr val="tx1"/>
                </a:solidFill>
                <a:latin typeface="Consolas" panose="020B0609020204030204" pitchFamily="49" charset="0"/>
              </a:rPr>
              <a:t>   128 ÷ 2 = 64</a:t>
            </a:r>
          </a:p>
          <a:p>
            <a:pPr algn="l" eaLnBrk="1" hangingPunct="1"/>
            <a:r>
              <a:rPr lang="de-DE" sz="1800" b="1" kern="0" dirty="0">
                <a:solidFill>
                  <a:schemeClr val="tx1"/>
                </a:solidFill>
                <a:latin typeface="Consolas" panose="020B0609020204030204" pitchFamily="49" charset="0"/>
              </a:rPr>
              <a:t>    64 ÷ 2 = 32</a:t>
            </a:r>
          </a:p>
          <a:p>
            <a:pPr algn="l" eaLnBrk="1" hangingPunct="1"/>
            <a:r>
              <a:rPr lang="de-DE" sz="1800" b="1" kern="0" dirty="0">
                <a:solidFill>
                  <a:schemeClr val="tx1"/>
                </a:solidFill>
                <a:latin typeface="Consolas" panose="020B0609020204030204" pitchFamily="49" charset="0"/>
              </a:rPr>
              <a:t>    32 ÷ 2 = 16</a:t>
            </a:r>
          </a:p>
          <a:p>
            <a:pPr algn="l" eaLnBrk="1" hangingPunct="1"/>
            <a:r>
              <a:rPr lang="de-DE" sz="1800" b="1" kern="0" dirty="0">
                <a:solidFill>
                  <a:schemeClr val="tx1"/>
                </a:solidFill>
                <a:latin typeface="Consolas" panose="020B0609020204030204" pitchFamily="49" charset="0"/>
              </a:rPr>
              <a:t>    16 ÷ 2 = 8</a:t>
            </a:r>
          </a:p>
          <a:p>
            <a:pPr algn="l" eaLnBrk="1" hangingPunct="1"/>
            <a:r>
              <a:rPr lang="de-DE" sz="1800" b="1" kern="0" dirty="0">
                <a:solidFill>
                  <a:schemeClr val="tx1"/>
                </a:solidFill>
                <a:latin typeface="Consolas" panose="020B0609020204030204" pitchFamily="49" charset="0"/>
              </a:rPr>
              <a:t>     8 ÷ 2 = 4</a:t>
            </a:r>
          </a:p>
          <a:p>
            <a:pPr algn="l" eaLnBrk="1" hangingPunct="1"/>
            <a:r>
              <a:rPr lang="de-DE" sz="1800" b="1" kern="0" dirty="0">
                <a:solidFill>
                  <a:schemeClr val="tx1"/>
                </a:solidFill>
                <a:latin typeface="Consolas" panose="020B0609020204030204" pitchFamily="49" charset="0"/>
              </a:rPr>
              <a:t>     4 ÷ 2 = 2</a:t>
            </a:r>
          </a:p>
          <a:p>
            <a:pPr algn="l" eaLnBrk="1" hangingPunct="1"/>
            <a:r>
              <a:rPr lang="de-DE" sz="1800" b="1" kern="0" dirty="0">
                <a:solidFill>
                  <a:schemeClr val="tx1"/>
                </a:solidFill>
                <a:latin typeface="Consolas" panose="020B0609020204030204" pitchFamily="49" charset="0"/>
              </a:rPr>
              <a:t>     2 ÷ 2 = 1 Hz  ✓</a:t>
            </a:r>
            <a:endParaRPr lang="cs-CZ" sz="1800" b="1" kern="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algn="l" eaLnBrk="1" hangingPunct="1"/>
            <a:endParaRPr lang="cs-CZ" sz="1800" b="1" kern="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algn="l" eaLnBrk="1" hangingPunct="1"/>
            <a:r>
              <a:rPr lang="cs-CZ" sz="1800" b="1" kern="0" dirty="0">
                <a:solidFill>
                  <a:schemeClr val="tx1"/>
                </a:solidFill>
                <a:latin typeface="Consolas" panose="020B0609020204030204" pitchFamily="49" charset="0"/>
              </a:rPr>
              <a:t>15 dělení /2 = 15 bitů binárního čítače</a:t>
            </a:r>
          </a:p>
        </p:txBody>
      </p:sp>
      <p:sp>
        <p:nvSpPr>
          <p:cNvPr id="11" name="TextovéPole 10">
            <a:extLst>
              <a:ext uri="{FF2B5EF4-FFF2-40B4-BE49-F238E27FC236}">
                <a16:creationId xmlns:a16="http://schemas.microsoft.com/office/drawing/2014/main" id="{B35BDDAD-2485-F1BD-94BA-EFFCEF4582C0}"/>
              </a:ext>
            </a:extLst>
          </p:cNvPr>
          <p:cNvSpPr txBox="1"/>
          <p:nvPr/>
        </p:nvSpPr>
        <p:spPr>
          <a:xfrm>
            <a:off x="8172400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339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9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0" name="Rectangle 2"/>
          <p:cNvSpPr>
            <a:spLocks noGrp="1" noChangeArrowheads="1"/>
          </p:cNvSpPr>
          <p:nvPr>
            <p:ph type="title"/>
          </p:nvPr>
        </p:nvSpPr>
        <p:spPr>
          <a:xfrm>
            <a:off x="500034" y="280108"/>
            <a:ext cx="8629624" cy="720000"/>
          </a:xfrm>
          <a:noFill/>
          <a:ln/>
        </p:spPr>
        <p:txBody>
          <a:bodyPr/>
          <a:lstStyle/>
          <a:p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Příklad </a:t>
            </a:r>
            <a:r>
              <a:rPr lang="en-US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endParaRPr lang="cs-CZ" sz="40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99014" name="Text Box 6"/>
          <p:cNvSpPr txBox="1">
            <a:spLocks noChangeArrowheads="1"/>
          </p:cNvSpPr>
          <p:nvPr/>
        </p:nvSpPr>
        <p:spPr bwMode="auto">
          <a:xfrm>
            <a:off x="360001" y="1080000"/>
            <a:ext cx="8784000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 indent="-504000" algn="l">
              <a:spcAft>
                <a:spcPts val="18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n"/>
            </a:pPr>
            <a:r>
              <a:rPr lang="cs-CZ" sz="2000" dirty="0">
                <a:latin typeface="Verdana" pitchFamily="34" charset="0"/>
              </a:rPr>
              <a:t>dělička /60</a:t>
            </a:r>
            <a:endParaRPr lang="en-US" sz="2000" dirty="0">
              <a:latin typeface="Verdana" pitchFamily="34" charset="0"/>
            </a:endParaRP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9" name="TextovéPole 8"/>
          <p:cNvSpPr txBox="1"/>
          <p:nvPr/>
        </p:nvSpPr>
        <p:spPr>
          <a:xfrm>
            <a:off x="8172400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8409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90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9014" grpId="0" build="allAtOnce" autoUpdateAnimBg="0"/>
      <p:bldP spid="4" grpId="0" animBg="1"/>
      <p:bldP spid="5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0" name="Rectangle 62"/>
          <p:cNvSpPr txBox="1">
            <a:spLocks noChangeArrowheads="1"/>
          </p:cNvSpPr>
          <p:nvPr/>
        </p:nvSpPr>
        <p:spPr bwMode="auto">
          <a:xfrm>
            <a:off x="720000" y="72002"/>
            <a:ext cx="8423999" cy="39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defRPr/>
            </a:pPr>
            <a:r>
              <a:rPr lang="cs-CZ" sz="2000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Příklad </a:t>
            </a:r>
            <a:r>
              <a:rPr lang="en-US" sz="2000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2</a:t>
            </a:r>
            <a:endParaRPr lang="cs-CZ" sz="2000" kern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9" name="Obdélník 8"/>
          <p:cNvSpPr/>
          <p:nvPr/>
        </p:nvSpPr>
        <p:spPr>
          <a:xfrm>
            <a:off x="720000" y="1702243"/>
            <a:ext cx="7740432" cy="12003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l" eaLnBrk="1" hangingPunct="1"/>
            <a:r>
              <a:rPr lang="cs-CZ" b="1" kern="0" dirty="0">
                <a:solidFill>
                  <a:schemeClr val="tx1"/>
                </a:solidFill>
                <a:latin typeface="Consolas" panose="020B0609020204030204" pitchFamily="49" charset="0"/>
              </a:rPr>
              <a:t>60 = 4 · 15  →  dva stupně</a:t>
            </a:r>
          </a:p>
          <a:p>
            <a:pPr algn="l" eaLnBrk="1" hangingPunct="1"/>
            <a:r>
              <a:rPr lang="cs-CZ" b="1" kern="0" dirty="0">
                <a:solidFill>
                  <a:schemeClr val="tx1"/>
                </a:solidFill>
                <a:latin typeface="Consolas" panose="020B0609020204030204" pitchFamily="49" charset="0"/>
              </a:rPr>
              <a:t>60 = 2 · 2 · 3 · 5  →  čtyři stupně</a:t>
            </a:r>
          </a:p>
          <a:p>
            <a:pPr algn="l" eaLnBrk="1" hangingPunct="1"/>
            <a:r>
              <a:rPr lang="cs-CZ" b="1" kern="0" dirty="0">
                <a:solidFill>
                  <a:schemeClr val="tx1"/>
                </a:solidFill>
                <a:latin typeface="Consolas" panose="020B0609020204030204" pitchFamily="49" charset="0"/>
              </a:rPr>
              <a:t>?</a:t>
            </a:r>
          </a:p>
        </p:txBody>
      </p:sp>
      <p:sp>
        <p:nvSpPr>
          <p:cNvPr id="11" name="TextovéPole 10"/>
          <p:cNvSpPr txBox="1"/>
          <p:nvPr/>
        </p:nvSpPr>
        <p:spPr>
          <a:xfrm>
            <a:off x="8172400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7169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9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0" name="Rectangle 2"/>
          <p:cNvSpPr>
            <a:spLocks noGrp="1" noChangeArrowheads="1"/>
          </p:cNvSpPr>
          <p:nvPr>
            <p:ph type="title"/>
          </p:nvPr>
        </p:nvSpPr>
        <p:spPr>
          <a:xfrm>
            <a:off x="500034" y="280108"/>
            <a:ext cx="8643966" cy="720000"/>
          </a:xfrm>
          <a:noFill/>
          <a:ln/>
        </p:spPr>
        <p:txBody>
          <a:bodyPr/>
          <a:lstStyle/>
          <a:p>
            <a:r>
              <a:rPr lang="cs-CZ" sz="36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BCD čítač</a:t>
            </a:r>
          </a:p>
        </p:txBody>
      </p:sp>
      <p:sp>
        <p:nvSpPr>
          <p:cNvPr id="299014" name="Text Box 6"/>
          <p:cNvSpPr txBox="1">
            <a:spLocks noChangeArrowheads="1"/>
          </p:cNvSpPr>
          <p:nvPr/>
        </p:nvSpPr>
        <p:spPr bwMode="auto">
          <a:xfrm>
            <a:off x="360001" y="1080000"/>
            <a:ext cx="8784000" cy="2246769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 indent="-504000" algn="l">
              <a:spcAft>
                <a:spcPts val="18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n"/>
            </a:pPr>
            <a:r>
              <a:rPr lang="cs-CZ" sz="2000" dirty="0">
                <a:latin typeface="Verdana" pitchFamily="34" charset="0"/>
              </a:rPr>
              <a:t>Kaskáda se skládá </a:t>
            </a:r>
          </a:p>
          <a:p>
            <a:pPr marL="504000" indent="-504000" algn="l"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ü"/>
            </a:pPr>
            <a:r>
              <a:rPr lang="cs-CZ" sz="2000" dirty="0">
                <a:latin typeface="Verdana" pitchFamily="34" charset="0"/>
              </a:rPr>
              <a:t>z </a:t>
            </a:r>
            <a:r>
              <a:rPr lang="cs-CZ" sz="2000" b="1" dirty="0">
                <a:latin typeface="Verdana" pitchFamily="34" charset="0"/>
              </a:rPr>
              <a:t>desítkových</a:t>
            </a:r>
            <a:r>
              <a:rPr lang="cs-CZ" sz="2000" dirty="0">
                <a:latin typeface="Verdana" pitchFamily="34" charset="0"/>
              </a:rPr>
              <a:t> čítačů (veličina v desítkové soustavě) nebo</a:t>
            </a:r>
          </a:p>
          <a:p>
            <a:pPr marL="504000" indent="-504000" algn="l">
              <a:spcAft>
                <a:spcPts val="24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ü"/>
            </a:pPr>
            <a:r>
              <a:rPr lang="cs-CZ" sz="2000" dirty="0">
                <a:latin typeface="Verdana" pitchFamily="34" charset="0"/>
              </a:rPr>
              <a:t>z </a:t>
            </a:r>
            <a:r>
              <a:rPr lang="cs-CZ" sz="2000" b="1" dirty="0">
                <a:latin typeface="Verdana" pitchFamily="34" charset="0"/>
              </a:rPr>
              <a:t>desítkových</a:t>
            </a:r>
            <a:r>
              <a:rPr lang="cs-CZ" sz="2000" dirty="0">
                <a:latin typeface="Verdana" pitchFamily="34" charset="0"/>
              </a:rPr>
              <a:t> a </a:t>
            </a:r>
            <a:r>
              <a:rPr lang="cs-CZ" sz="2000" b="1" dirty="0">
                <a:latin typeface="Verdana" pitchFamily="34" charset="0"/>
              </a:rPr>
              <a:t>šestkových</a:t>
            </a:r>
            <a:r>
              <a:rPr lang="cs-CZ" sz="2000" dirty="0">
                <a:latin typeface="Verdana" pitchFamily="34" charset="0"/>
              </a:rPr>
              <a:t> čítačů (např. zobrazení času)</a:t>
            </a:r>
          </a:p>
          <a:p>
            <a:pPr marL="504000" indent="-504000" algn="l">
              <a:spcAft>
                <a:spcPts val="18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n"/>
            </a:pPr>
            <a:r>
              <a:rPr lang="cs-CZ" sz="2000" dirty="0">
                <a:latin typeface="Verdana" pitchFamily="34" charset="0"/>
              </a:rPr>
              <a:t>Čítač je vybaven výstupem</a:t>
            </a:r>
            <a:r>
              <a:rPr lang="cs-CZ" sz="2000" b="1" dirty="0">
                <a:latin typeface="Verdana" pitchFamily="34" charset="0"/>
              </a:rPr>
              <a:t> přetečení </a:t>
            </a:r>
            <a:r>
              <a:rPr lang="cs-CZ" sz="2000" dirty="0">
                <a:latin typeface="Verdana" pitchFamily="34" charset="0"/>
              </a:rPr>
              <a:t>a</a:t>
            </a:r>
            <a:r>
              <a:rPr lang="cs-CZ" sz="2000" b="1" dirty="0">
                <a:latin typeface="Verdana" pitchFamily="34" charset="0"/>
              </a:rPr>
              <a:t> čtyřbitovým výstupem stavu</a:t>
            </a:r>
            <a:endParaRPr lang="cs-CZ" sz="2000" b="1" dirty="0">
              <a:effectLst/>
              <a:latin typeface="Verdana" pitchFamily="34" charset="0"/>
            </a:endParaRP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3583626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90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90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990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90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9014" grpId="0" uiExpand="1" build="allAtOnce" autoUpdateAnimBg="0"/>
      <p:bldP spid="4" grpId="0" animBg="1"/>
      <p:bldP spid="5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0" name="Rectangle 62"/>
          <p:cNvSpPr>
            <a:spLocks noGrp="1" noChangeArrowheads="1"/>
          </p:cNvSpPr>
          <p:nvPr>
            <p:ph type="title" idx="4294967295"/>
          </p:nvPr>
        </p:nvSpPr>
        <p:spPr>
          <a:xfrm>
            <a:off x="720000" y="72002"/>
            <a:ext cx="8423999" cy="399600"/>
          </a:xfrm>
        </p:spPr>
        <p:txBody>
          <a:bodyPr/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Dělička libovolného dělícího poměru</a:t>
            </a:r>
          </a:p>
        </p:txBody>
      </p:sp>
      <p:grpSp>
        <p:nvGrpSpPr>
          <p:cNvPr id="41" name="Skupina 40"/>
          <p:cNvGrpSpPr/>
          <p:nvPr/>
        </p:nvGrpSpPr>
        <p:grpSpPr>
          <a:xfrm>
            <a:off x="261628" y="1080000"/>
            <a:ext cx="3806315" cy="2730432"/>
            <a:chOff x="261628" y="1080000"/>
            <a:chExt cx="3806315" cy="2730432"/>
          </a:xfrm>
        </p:grpSpPr>
        <p:sp>
          <p:nvSpPr>
            <p:cNvPr id="11" name="TextovéPole 10"/>
            <p:cNvSpPr txBox="1"/>
            <p:nvPr/>
          </p:nvSpPr>
          <p:spPr bwMode="auto">
            <a:xfrm>
              <a:off x="1297133" y="1080000"/>
              <a:ext cx="1532413" cy="136521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chemeClr val="tx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cs-CZ" sz="3200" b="1" i="0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onsolas" panose="020B0609020204030204" pitchFamily="49" charset="0"/>
                  <a:ea typeface="+mj-ea"/>
                  <a:cs typeface="+mj-cs"/>
                </a:rPr>
                <a:t>Čítač</a:t>
              </a: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cs-CZ" sz="3200" b="1" kern="0" dirty="0">
                  <a:latin typeface="Consolas" panose="020B0609020204030204" pitchFamily="49" charset="0"/>
                  <a:ea typeface="+mj-ea"/>
                  <a:cs typeface="+mj-cs"/>
                </a:rPr>
                <a:t>10</a:t>
              </a:r>
              <a:endParaRPr kumimoji="0" lang="cs-CZ" sz="32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j-ea"/>
                <a:cs typeface="+mj-cs"/>
              </a:endParaRPr>
            </a:p>
          </p:txBody>
        </p:sp>
        <p:cxnSp>
          <p:nvCxnSpPr>
            <p:cNvPr id="12" name="Přímá spojnice se šipkou 11"/>
            <p:cNvCxnSpPr/>
            <p:nvPr/>
          </p:nvCxnSpPr>
          <p:spPr>
            <a:xfrm>
              <a:off x="341684" y="1762608"/>
              <a:ext cx="955449" cy="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ovéPole 12"/>
            <p:cNvSpPr txBox="1"/>
            <p:nvPr/>
          </p:nvSpPr>
          <p:spPr bwMode="auto">
            <a:xfrm>
              <a:off x="261628" y="1275415"/>
              <a:ext cx="591189" cy="3869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cs-CZ" b="1" kern="0" dirty="0">
                  <a:latin typeface="Consolas" panose="020B0609020204030204" pitchFamily="49" charset="0"/>
                  <a:ea typeface="+mj-ea"/>
                  <a:cs typeface="+mj-cs"/>
                </a:rPr>
                <a:t>CLK</a:t>
              </a:r>
              <a:endParaRPr kumimoji="0" lang="cs-CZ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j-ea"/>
                <a:cs typeface="+mj-cs"/>
              </a:endParaRPr>
            </a:p>
          </p:txBody>
        </p:sp>
        <p:sp>
          <p:nvSpPr>
            <p:cNvPr id="15" name="TextovéPole 14"/>
            <p:cNvSpPr txBox="1"/>
            <p:nvPr/>
          </p:nvSpPr>
          <p:spPr bwMode="auto">
            <a:xfrm>
              <a:off x="2829886" y="1301208"/>
              <a:ext cx="1238057" cy="3353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cs-CZ" sz="1600" b="1" kern="0" dirty="0">
                  <a:latin typeface="Consolas" panose="020B0609020204030204" pitchFamily="49" charset="0"/>
                  <a:ea typeface="+mj-ea"/>
                  <a:cs typeface="+mj-cs"/>
                </a:rPr>
                <a:t>Přetečení</a:t>
              </a:r>
              <a:endParaRPr kumimoji="0" lang="cs-CZ" sz="16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j-ea"/>
                <a:cs typeface="+mj-cs"/>
              </a:endParaRPr>
            </a:p>
          </p:txBody>
        </p:sp>
        <p:cxnSp>
          <p:nvCxnSpPr>
            <p:cNvPr id="16" name="Přímá spojnice se šipkou 15"/>
            <p:cNvCxnSpPr/>
            <p:nvPr/>
          </p:nvCxnSpPr>
          <p:spPr>
            <a:xfrm>
              <a:off x="2829546" y="1762608"/>
              <a:ext cx="1238397" cy="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ovéPole 16"/>
            <p:cNvSpPr txBox="1"/>
            <p:nvPr/>
          </p:nvSpPr>
          <p:spPr bwMode="auto">
            <a:xfrm>
              <a:off x="2181666" y="2487067"/>
              <a:ext cx="864339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l" eaLnBrk="1" hangingPunct="1"/>
              <a:r>
                <a:rPr lang="cs-CZ" b="1" kern="0" dirty="0">
                  <a:latin typeface="Consolas" panose="020B0609020204030204" pitchFamily="49" charset="0"/>
                  <a:ea typeface="+mj-ea"/>
                  <a:cs typeface="+mj-cs"/>
                </a:rPr>
                <a:t>Stav</a:t>
              </a:r>
            </a:p>
          </p:txBody>
        </p:sp>
        <p:sp>
          <p:nvSpPr>
            <p:cNvPr id="3" name="Šipka dolů 2"/>
            <p:cNvSpPr/>
            <p:nvPr/>
          </p:nvSpPr>
          <p:spPr>
            <a:xfrm>
              <a:off x="1857046" y="2445216"/>
              <a:ext cx="412587" cy="819978"/>
            </a:xfrm>
            <a:prstGeom prst="downArrow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8" name="TextovéPole 37"/>
            <p:cNvSpPr txBox="1"/>
            <p:nvPr/>
          </p:nvSpPr>
          <p:spPr bwMode="auto">
            <a:xfrm>
              <a:off x="356782" y="3348767"/>
              <a:ext cx="341311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l" eaLnBrk="1" hangingPunct="1"/>
              <a:r>
                <a:rPr lang="cs-CZ" b="1" kern="0" dirty="0">
                  <a:latin typeface="Consolas" panose="020B0609020204030204" pitchFamily="49" charset="0"/>
                  <a:ea typeface="+mj-ea"/>
                  <a:cs typeface="+mj-cs"/>
                </a:rPr>
                <a:t>0,1,2,3,4,5,6,7,8,9</a:t>
              </a:r>
              <a:endParaRPr kumimoji="0" lang="cs-CZ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j-ea"/>
                <a:cs typeface="+mj-cs"/>
              </a:endParaRPr>
            </a:p>
          </p:txBody>
        </p:sp>
      </p:grpSp>
      <p:grpSp>
        <p:nvGrpSpPr>
          <p:cNvPr id="42" name="Skupina 41"/>
          <p:cNvGrpSpPr/>
          <p:nvPr/>
        </p:nvGrpSpPr>
        <p:grpSpPr>
          <a:xfrm>
            <a:off x="4872571" y="1069243"/>
            <a:ext cx="3806316" cy="2688710"/>
            <a:chOff x="4872571" y="1069243"/>
            <a:chExt cx="3806316" cy="2688710"/>
          </a:xfrm>
        </p:grpSpPr>
        <p:sp>
          <p:nvSpPr>
            <p:cNvPr id="39" name="TextovéPole 38"/>
            <p:cNvSpPr txBox="1"/>
            <p:nvPr/>
          </p:nvSpPr>
          <p:spPr bwMode="auto">
            <a:xfrm>
              <a:off x="5652120" y="3296288"/>
              <a:ext cx="2053767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l" eaLnBrk="1" hangingPunct="1"/>
              <a:r>
                <a:rPr lang="cs-CZ" b="1" kern="0" dirty="0">
                  <a:latin typeface="Consolas" panose="020B0609020204030204" pitchFamily="49" charset="0"/>
                  <a:ea typeface="+mj-ea"/>
                  <a:cs typeface="+mj-cs"/>
                </a:rPr>
                <a:t>0,1,2,3,4,5</a:t>
              </a:r>
              <a:endParaRPr kumimoji="0" lang="cs-CZ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j-ea"/>
                <a:cs typeface="+mj-cs"/>
              </a:endParaRPr>
            </a:p>
          </p:txBody>
        </p:sp>
        <p:grpSp>
          <p:nvGrpSpPr>
            <p:cNvPr id="30" name="Skupina 29"/>
            <p:cNvGrpSpPr/>
            <p:nvPr/>
          </p:nvGrpSpPr>
          <p:grpSpPr>
            <a:xfrm>
              <a:off x="4872571" y="1069243"/>
              <a:ext cx="3806316" cy="2185194"/>
              <a:chOff x="763189" y="1268760"/>
              <a:chExt cx="4470967" cy="2607400"/>
            </a:xfrm>
          </p:grpSpPr>
          <p:sp>
            <p:nvSpPr>
              <p:cNvPr id="31" name="TextovéPole 30"/>
              <p:cNvSpPr txBox="1"/>
              <p:nvPr/>
            </p:nvSpPr>
            <p:spPr bwMode="auto">
              <a:xfrm>
                <a:off x="1979512" y="1268760"/>
                <a:ext cx="1800000" cy="162899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8100">
                <a:solidFill>
                  <a:schemeClr val="tx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cs-CZ" sz="3200" b="1" i="0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onsolas" panose="020B0609020204030204" pitchFamily="49" charset="0"/>
                    <a:ea typeface="+mj-ea"/>
                    <a:cs typeface="+mj-cs"/>
                  </a:rPr>
                  <a:t>Čítač</a:t>
                </a:r>
              </a:p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cs-CZ" sz="3200" b="1" kern="0" dirty="0">
                    <a:latin typeface="Consolas" panose="020B0609020204030204" pitchFamily="49" charset="0"/>
                    <a:ea typeface="+mj-ea"/>
                    <a:cs typeface="+mj-cs"/>
                  </a:rPr>
                  <a:t>6</a:t>
                </a:r>
                <a:endParaRPr kumimoji="0" lang="cs-CZ" sz="3200" b="1" i="0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onsolas" panose="020B0609020204030204" pitchFamily="49" charset="0"/>
                  <a:ea typeface="+mj-ea"/>
                  <a:cs typeface="+mj-cs"/>
                </a:endParaRPr>
              </a:p>
            </p:txBody>
          </p:sp>
          <p:cxnSp>
            <p:nvCxnSpPr>
              <p:cNvPr id="32" name="Přímá spojnice se šipkou 31"/>
              <p:cNvCxnSpPr/>
              <p:nvPr/>
            </p:nvCxnSpPr>
            <p:spPr>
              <a:xfrm>
                <a:off x="857224" y="2083256"/>
                <a:ext cx="1122288" cy="0"/>
              </a:xfrm>
              <a:prstGeom prst="straightConnector1">
                <a:avLst/>
              </a:prstGeom>
              <a:ln w="571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TextovéPole 32"/>
              <p:cNvSpPr txBox="1"/>
              <p:nvPr/>
            </p:nvSpPr>
            <p:spPr bwMode="auto">
              <a:xfrm>
                <a:off x="763189" y="1501931"/>
                <a:ext cx="694421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cs-CZ" b="1" kern="0" dirty="0">
                    <a:latin typeface="Consolas" panose="020B0609020204030204" pitchFamily="49" charset="0"/>
                    <a:ea typeface="+mj-ea"/>
                    <a:cs typeface="+mj-cs"/>
                  </a:rPr>
                  <a:t>CLK</a:t>
                </a:r>
                <a:endParaRPr kumimoji="0" lang="cs-CZ" b="1" i="0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onsolas" panose="020B0609020204030204" pitchFamily="49" charset="0"/>
                  <a:ea typeface="+mj-ea"/>
                  <a:cs typeface="+mj-cs"/>
                </a:endParaRPr>
              </a:p>
            </p:txBody>
          </p:sp>
          <p:sp>
            <p:nvSpPr>
              <p:cNvPr id="34" name="TextovéPole 33"/>
              <p:cNvSpPr txBox="1"/>
              <p:nvPr/>
            </p:nvSpPr>
            <p:spPr bwMode="auto">
              <a:xfrm>
                <a:off x="3779912" y="1532708"/>
                <a:ext cx="1454244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eaLnBrk="1" hangingPunct="1"/>
                <a:r>
                  <a:rPr lang="cs-CZ" sz="1600" b="1" kern="0" dirty="0">
                    <a:latin typeface="Consolas" panose="020B0609020204030204" pitchFamily="49" charset="0"/>
                    <a:ea typeface="+mj-ea"/>
                    <a:cs typeface="+mj-cs"/>
                  </a:rPr>
                  <a:t>Přetečení</a:t>
                </a:r>
                <a:endParaRPr kumimoji="0" lang="cs-CZ" sz="1600" b="1" i="0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onsolas" panose="020B0609020204030204" pitchFamily="49" charset="0"/>
                  <a:ea typeface="+mj-ea"/>
                  <a:cs typeface="+mj-cs"/>
                </a:endParaRPr>
              </a:p>
            </p:txBody>
          </p:sp>
          <p:cxnSp>
            <p:nvCxnSpPr>
              <p:cNvPr id="35" name="Přímá spojnice se šipkou 34"/>
              <p:cNvCxnSpPr/>
              <p:nvPr/>
            </p:nvCxnSpPr>
            <p:spPr>
              <a:xfrm>
                <a:off x="3779512" y="2083256"/>
                <a:ext cx="1454644" cy="0"/>
              </a:xfrm>
              <a:prstGeom prst="straightConnector1">
                <a:avLst/>
              </a:prstGeom>
              <a:ln w="571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TextovéPole 35"/>
              <p:cNvSpPr txBox="1"/>
              <p:nvPr/>
            </p:nvSpPr>
            <p:spPr bwMode="auto">
              <a:xfrm>
                <a:off x="3018501" y="2947689"/>
                <a:ext cx="1015268" cy="55086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algn="l" eaLnBrk="1" hangingPunct="1"/>
                <a:r>
                  <a:rPr lang="cs-CZ" b="1" kern="0" dirty="0">
                    <a:latin typeface="Consolas" panose="020B0609020204030204" pitchFamily="49" charset="0"/>
                    <a:ea typeface="+mj-ea"/>
                    <a:cs typeface="+mj-cs"/>
                  </a:rPr>
                  <a:t>Stav</a:t>
                </a:r>
                <a:endParaRPr kumimoji="0" lang="cs-CZ" b="1" i="0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onsolas" panose="020B0609020204030204" pitchFamily="49" charset="0"/>
                  <a:ea typeface="+mj-ea"/>
                  <a:cs typeface="+mj-cs"/>
                </a:endParaRPr>
              </a:p>
            </p:txBody>
          </p:sp>
          <p:sp>
            <p:nvSpPr>
              <p:cNvPr id="37" name="Šipka dolů 36"/>
              <p:cNvSpPr/>
              <p:nvPr/>
            </p:nvSpPr>
            <p:spPr>
              <a:xfrm>
                <a:off x="2637196" y="2897752"/>
                <a:ext cx="484632" cy="978408"/>
              </a:xfrm>
              <a:prstGeom prst="downArrow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cs-CZ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07859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0" name="Rectangle 2"/>
          <p:cNvSpPr>
            <a:spLocks noGrp="1" noChangeArrowheads="1"/>
          </p:cNvSpPr>
          <p:nvPr>
            <p:ph type="title"/>
          </p:nvPr>
        </p:nvSpPr>
        <p:spPr>
          <a:xfrm>
            <a:off x="500034" y="280108"/>
            <a:ext cx="8629624" cy="720000"/>
          </a:xfrm>
          <a:noFill/>
          <a:ln/>
        </p:spPr>
        <p:txBody>
          <a:bodyPr/>
          <a:lstStyle/>
          <a:p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Příklad 3</a:t>
            </a:r>
          </a:p>
        </p:txBody>
      </p:sp>
      <p:sp>
        <p:nvSpPr>
          <p:cNvPr id="299014" name="Text Box 6"/>
          <p:cNvSpPr txBox="1">
            <a:spLocks noChangeArrowheads="1"/>
          </p:cNvSpPr>
          <p:nvPr/>
        </p:nvSpPr>
        <p:spPr bwMode="auto">
          <a:xfrm>
            <a:off x="360001" y="1080000"/>
            <a:ext cx="8784000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 indent="-504000" algn="l">
              <a:spcAft>
                <a:spcPts val="18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n"/>
            </a:pPr>
            <a:r>
              <a:rPr lang="cs-CZ" sz="2000" dirty="0">
                <a:latin typeface="Verdana" pitchFamily="34" charset="0"/>
              </a:rPr>
              <a:t>Vytvořte BCD čítač, který bude mít kapacitu </a:t>
            </a:r>
            <a:r>
              <a:rPr lang="cs-CZ" sz="2000" b="1" dirty="0">
                <a:latin typeface="Verdana" pitchFamily="34" charset="0"/>
              </a:rPr>
              <a:t>9999</a:t>
            </a:r>
            <a:r>
              <a:rPr lang="cs-CZ" sz="2000" dirty="0">
                <a:latin typeface="Verdana" pitchFamily="34" charset="0"/>
              </a:rPr>
              <a:t> impulzů</a:t>
            </a:r>
            <a:endParaRPr lang="cs-CZ" sz="2000" b="1" dirty="0">
              <a:latin typeface="Verdana" pitchFamily="34" charset="0"/>
            </a:endParaRP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9" name="TextovéPole 8"/>
          <p:cNvSpPr txBox="1"/>
          <p:nvPr/>
        </p:nvSpPr>
        <p:spPr>
          <a:xfrm>
            <a:off x="8172400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2144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90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9014" grpId="0" build="allAtOnce" autoUpdateAnimBg="0"/>
      <p:bldP spid="4" grpId="0" animBg="1"/>
      <p:bldP spid="5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0" name="Rectangle 62"/>
          <p:cNvSpPr txBox="1">
            <a:spLocks noChangeArrowheads="1"/>
          </p:cNvSpPr>
          <p:nvPr/>
        </p:nvSpPr>
        <p:spPr bwMode="auto">
          <a:xfrm>
            <a:off x="720000" y="72002"/>
            <a:ext cx="8423999" cy="39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defRPr/>
            </a:pPr>
            <a:r>
              <a:rPr lang="cs-CZ" sz="2000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Příklad 3</a:t>
            </a:r>
          </a:p>
        </p:txBody>
      </p:sp>
      <p:sp>
        <p:nvSpPr>
          <p:cNvPr id="9" name="Obdélník 8"/>
          <p:cNvSpPr/>
          <p:nvPr/>
        </p:nvSpPr>
        <p:spPr>
          <a:xfrm>
            <a:off x="1187624" y="1031311"/>
            <a:ext cx="720000" cy="1569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 eaLnBrk="1" hangingPunct="1"/>
            <a:r>
              <a:rPr lang="cs-CZ" sz="9600" b="1" kern="0" dirty="0">
                <a:solidFill>
                  <a:schemeClr val="tx1"/>
                </a:solidFill>
                <a:latin typeface="Consolas" panose="020B0609020204030204" pitchFamily="49" charset="0"/>
              </a:rPr>
              <a:t>9</a:t>
            </a:r>
          </a:p>
        </p:txBody>
      </p:sp>
      <p:sp>
        <p:nvSpPr>
          <p:cNvPr id="11" name="Obdélník 10"/>
          <p:cNvSpPr/>
          <p:nvPr/>
        </p:nvSpPr>
        <p:spPr>
          <a:xfrm>
            <a:off x="1986448" y="1035367"/>
            <a:ext cx="720000" cy="1569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 eaLnBrk="1" hangingPunct="1"/>
            <a:r>
              <a:rPr lang="cs-CZ" sz="9600" b="1" kern="0" dirty="0">
                <a:solidFill>
                  <a:schemeClr val="tx1"/>
                </a:solidFill>
                <a:latin typeface="Consolas" panose="020B0609020204030204" pitchFamily="49" charset="0"/>
              </a:rPr>
              <a:t>9</a:t>
            </a:r>
          </a:p>
        </p:txBody>
      </p:sp>
      <p:sp>
        <p:nvSpPr>
          <p:cNvPr id="13" name="Obdélník 12"/>
          <p:cNvSpPr/>
          <p:nvPr/>
        </p:nvSpPr>
        <p:spPr>
          <a:xfrm>
            <a:off x="2785272" y="1039423"/>
            <a:ext cx="720000" cy="1569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 eaLnBrk="1" hangingPunct="1"/>
            <a:r>
              <a:rPr lang="cs-CZ" sz="9600" b="1" kern="0" dirty="0">
                <a:solidFill>
                  <a:schemeClr val="tx1"/>
                </a:solidFill>
                <a:latin typeface="Consolas" panose="020B0609020204030204" pitchFamily="49" charset="0"/>
              </a:rPr>
              <a:t>9</a:t>
            </a:r>
          </a:p>
        </p:txBody>
      </p:sp>
      <p:sp>
        <p:nvSpPr>
          <p:cNvPr id="14" name="Obdélník 13"/>
          <p:cNvSpPr/>
          <p:nvPr/>
        </p:nvSpPr>
        <p:spPr>
          <a:xfrm>
            <a:off x="3584096" y="1043479"/>
            <a:ext cx="720000" cy="1569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 eaLnBrk="1" hangingPunct="1"/>
            <a:r>
              <a:rPr lang="cs-CZ" sz="9600" b="1" kern="0" dirty="0">
                <a:solidFill>
                  <a:schemeClr val="tx1"/>
                </a:solidFill>
                <a:latin typeface="Consolas" panose="020B0609020204030204" pitchFamily="49" charset="0"/>
              </a:rPr>
              <a:t>9</a:t>
            </a:r>
          </a:p>
        </p:txBody>
      </p:sp>
      <p:sp>
        <p:nvSpPr>
          <p:cNvPr id="3" name="Čárový bublinový popisek 1 (bez ohraničení) 2"/>
          <p:cNvSpPr/>
          <p:nvPr/>
        </p:nvSpPr>
        <p:spPr>
          <a:xfrm>
            <a:off x="4742937" y="2210075"/>
            <a:ext cx="1584176" cy="707886"/>
          </a:xfrm>
          <a:prstGeom prst="callout1">
            <a:avLst>
              <a:gd name="adj1" fmla="val 18750"/>
              <a:gd name="adj2" fmla="val -8333"/>
              <a:gd name="adj3" fmla="val -9185"/>
              <a:gd name="adj4" fmla="val -30804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 eaLnBrk="1" hangingPunct="1"/>
            <a:r>
              <a:rPr lang="cs-CZ" sz="2000" b="1" kern="0" dirty="0">
                <a:solidFill>
                  <a:schemeClr val="tx1"/>
                </a:solidFill>
                <a:latin typeface="Consolas" panose="020B0609020204030204" pitchFamily="49" charset="0"/>
              </a:rPr>
              <a:t>Jednotky</a:t>
            </a:r>
          </a:p>
          <a:p>
            <a:pPr algn="ctr" eaLnBrk="1" hangingPunct="1"/>
            <a:r>
              <a:rPr lang="cs-CZ" sz="2000" b="1" kern="0" dirty="0">
                <a:solidFill>
                  <a:schemeClr val="tx1"/>
                </a:solidFill>
                <a:latin typeface="Consolas" panose="020B0609020204030204" pitchFamily="49" charset="0"/>
              </a:rPr>
              <a:t>0-9</a:t>
            </a:r>
          </a:p>
        </p:txBody>
      </p:sp>
      <p:sp>
        <p:nvSpPr>
          <p:cNvPr id="18" name="Čárový bublinový popisek 1 (bez ohraničení) 17"/>
          <p:cNvSpPr/>
          <p:nvPr/>
        </p:nvSpPr>
        <p:spPr>
          <a:xfrm>
            <a:off x="3903729" y="4388581"/>
            <a:ext cx="1584176" cy="707886"/>
          </a:xfrm>
          <a:prstGeom prst="callout1">
            <a:avLst>
              <a:gd name="adj1" fmla="val 1901"/>
              <a:gd name="adj2" fmla="val 48551"/>
              <a:gd name="adj3" fmla="val -276892"/>
              <a:gd name="adj4" fmla="val -37496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 eaLnBrk="1" hangingPunct="1"/>
            <a:r>
              <a:rPr lang="cs-CZ" sz="2000" b="1" kern="0" dirty="0">
                <a:solidFill>
                  <a:schemeClr val="tx1"/>
                </a:solidFill>
                <a:latin typeface="Consolas" panose="020B0609020204030204" pitchFamily="49" charset="0"/>
              </a:rPr>
              <a:t>Desítky</a:t>
            </a:r>
          </a:p>
          <a:p>
            <a:pPr algn="ctr" eaLnBrk="1" hangingPunct="1"/>
            <a:r>
              <a:rPr lang="cs-CZ" sz="2000" b="1" kern="0" dirty="0">
                <a:solidFill>
                  <a:schemeClr val="tx1"/>
                </a:solidFill>
                <a:latin typeface="Consolas" panose="020B0609020204030204" pitchFamily="49" charset="0"/>
              </a:rPr>
              <a:t>0-9</a:t>
            </a:r>
          </a:p>
        </p:txBody>
      </p:sp>
      <p:sp>
        <p:nvSpPr>
          <p:cNvPr id="19" name="Čárový bublinový popisek 1 (bez ohraničení) 18"/>
          <p:cNvSpPr/>
          <p:nvPr/>
        </p:nvSpPr>
        <p:spPr>
          <a:xfrm>
            <a:off x="2211739" y="4378093"/>
            <a:ext cx="1584176" cy="707886"/>
          </a:xfrm>
          <a:prstGeom prst="callout1">
            <a:avLst>
              <a:gd name="adj1" fmla="val -3715"/>
              <a:gd name="adj2" fmla="val 45205"/>
              <a:gd name="adj3" fmla="val -278764"/>
              <a:gd name="adj4" fmla="val 17715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 eaLnBrk="1" hangingPunct="1"/>
            <a:r>
              <a:rPr lang="cs-CZ" sz="2000" b="1" kern="0" dirty="0">
                <a:solidFill>
                  <a:schemeClr val="tx1"/>
                </a:solidFill>
                <a:latin typeface="Consolas" panose="020B0609020204030204" pitchFamily="49" charset="0"/>
              </a:rPr>
              <a:t>Stovky</a:t>
            </a:r>
          </a:p>
          <a:p>
            <a:pPr algn="ctr" eaLnBrk="1" hangingPunct="1"/>
            <a:r>
              <a:rPr lang="cs-CZ" sz="2000" b="1" kern="0" dirty="0">
                <a:solidFill>
                  <a:schemeClr val="tx1"/>
                </a:solidFill>
                <a:latin typeface="Consolas" panose="020B0609020204030204" pitchFamily="49" charset="0"/>
              </a:rPr>
              <a:t>0-9</a:t>
            </a:r>
          </a:p>
        </p:txBody>
      </p:sp>
      <p:sp>
        <p:nvSpPr>
          <p:cNvPr id="20" name="Čárový bublinový popisek 1 (bez ohraničení) 19"/>
          <p:cNvSpPr/>
          <p:nvPr/>
        </p:nvSpPr>
        <p:spPr>
          <a:xfrm>
            <a:off x="519749" y="4378093"/>
            <a:ext cx="1584176" cy="707886"/>
          </a:xfrm>
          <a:prstGeom prst="callout1">
            <a:avLst>
              <a:gd name="adj1" fmla="val -3715"/>
              <a:gd name="adj2" fmla="val 45205"/>
              <a:gd name="adj3" fmla="val -282508"/>
              <a:gd name="adj4" fmla="val 58705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 eaLnBrk="1" hangingPunct="1"/>
            <a:r>
              <a:rPr lang="cs-CZ" sz="2000" b="1" kern="0" dirty="0">
                <a:solidFill>
                  <a:schemeClr val="tx1"/>
                </a:solidFill>
                <a:latin typeface="Consolas" panose="020B0609020204030204" pitchFamily="49" charset="0"/>
              </a:rPr>
              <a:t>Tisíce</a:t>
            </a:r>
          </a:p>
          <a:p>
            <a:pPr algn="ctr" eaLnBrk="1" hangingPunct="1"/>
            <a:r>
              <a:rPr lang="cs-CZ" sz="2000" b="1" kern="0" dirty="0">
                <a:solidFill>
                  <a:schemeClr val="tx1"/>
                </a:solidFill>
                <a:latin typeface="Consolas" panose="020B0609020204030204" pitchFamily="49" charset="0"/>
              </a:rPr>
              <a:t>0-9</a:t>
            </a:r>
          </a:p>
        </p:txBody>
      </p:sp>
      <p:sp>
        <p:nvSpPr>
          <p:cNvPr id="16" name="TextovéPole 15"/>
          <p:cNvSpPr txBox="1"/>
          <p:nvPr/>
        </p:nvSpPr>
        <p:spPr>
          <a:xfrm>
            <a:off x="8172400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130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9" grpId="0" animBg="1"/>
      <p:bldP spid="11" grpId="0" animBg="1"/>
      <p:bldP spid="13" grpId="0" animBg="1"/>
      <p:bldP spid="14" grpId="0" animBg="1"/>
      <p:bldP spid="3" grpId="0" animBg="1"/>
      <p:bldP spid="18" grpId="0" animBg="1"/>
      <p:bldP spid="19" grpId="0" animBg="1"/>
      <p:bldP spid="20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0" name="Rectangle 62"/>
          <p:cNvSpPr txBox="1">
            <a:spLocks noChangeArrowheads="1"/>
          </p:cNvSpPr>
          <p:nvPr/>
        </p:nvSpPr>
        <p:spPr bwMode="auto">
          <a:xfrm>
            <a:off x="720000" y="72002"/>
            <a:ext cx="8423999" cy="39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defRPr/>
            </a:pPr>
            <a:r>
              <a:rPr lang="cs-CZ" sz="2000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Příklad 3</a:t>
            </a:r>
          </a:p>
        </p:txBody>
      </p:sp>
      <p:sp>
        <p:nvSpPr>
          <p:cNvPr id="22" name="TextovéPole 21"/>
          <p:cNvSpPr txBox="1"/>
          <p:nvPr/>
        </p:nvSpPr>
        <p:spPr bwMode="auto">
          <a:xfrm>
            <a:off x="1275785" y="1232400"/>
            <a:ext cx="1532413" cy="1365216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18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j-ea"/>
                <a:cs typeface="+mj-cs"/>
              </a:rPr>
              <a:t>Čítač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cs-CZ" sz="1800" b="1" kern="0" dirty="0">
                <a:latin typeface="Consolas" panose="020B0609020204030204" pitchFamily="49" charset="0"/>
                <a:ea typeface="+mj-ea"/>
                <a:cs typeface="+mj-cs"/>
              </a:rPr>
              <a:t>10</a:t>
            </a:r>
            <a:endParaRPr kumimoji="0" lang="cs-CZ" sz="1800" b="1" i="0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Consolas" panose="020B0609020204030204" pitchFamily="49" charset="0"/>
              <a:ea typeface="+mj-ea"/>
              <a:cs typeface="+mj-cs"/>
            </a:endParaRPr>
          </a:p>
        </p:txBody>
      </p:sp>
      <p:cxnSp>
        <p:nvCxnSpPr>
          <p:cNvPr id="23" name="Přímá spojnice se šipkou 22"/>
          <p:cNvCxnSpPr/>
          <p:nvPr/>
        </p:nvCxnSpPr>
        <p:spPr>
          <a:xfrm>
            <a:off x="320336" y="1915008"/>
            <a:ext cx="955449" cy="0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ovéPole 23"/>
          <p:cNvSpPr txBox="1"/>
          <p:nvPr/>
        </p:nvSpPr>
        <p:spPr bwMode="auto">
          <a:xfrm>
            <a:off x="240280" y="1436603"/>
            <a:ext cx="107112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cs-CZ" sz="1800" b="1" kern="0" dirty="0">
                <a:latin typeface="Consolas" panose="020B0609020204030204" pitchFamily="49" charset="0"/>
                <a:ea typeface="+mj-ea"/>
                <a:cs typeface="+mj-cs"/>
              </a:rPr>
              <a:t>Impulzy</a:t>
            </a:r>
            <a:endParaRPr kumimoji="0" lang="cs-CZ" sz="1800" b="1" i="0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Consolas" panose="020B0609020204030204" pitchFamily="49" charset="0"/>
              <a:ea typeface="+mj-ea"/>
              <a:cs typeface="+mj-cs"/>
            </a:endParaRPr>
          </a:p>
        </p:txBody>
      </p:sp>
      <p:cxnSp>
        <p:nvCxnSpPr>
          <p:cNvPr id="26" name="Přímá spojnice se šipkou 25"/>
          <p:cNvCxnSpPr/>
          <p:nvPr/>
        </p:nvCxnSpPr>
        <p:spPr>
          <a:xfrm flipV="1">
            <a:off x="2808198" y="1913517"/>
            <a:ext cx="528426" cy="1491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ovéPole 26"/>
          <p:cNvSpPr txBox="1"/>
          <p:nvPr/>
        </p:nvSpPr>
        <p:spPr bwMode="auto">
          <a:xfrm>
            <a:off x="1443109" y="3516311"/>
            <a:ext cx="119776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 eaLnBrk="1" hangingPunct="1"/>
            <a:r>
              <a:rPr lang="cs-CZ" sz="1800" b="1" kern="0" dirty="0">
                <a:latin typeface="Consolas" panose="020B0609020204030204" pitchFamily="49" charset="0"/>
                <a:ea typeface="+mj-ea"/>
                <a:cs typeface="+mj-cs"/>
              </a:rPr>
              <a:t>Jednotky</a:t>
            </a:r>
          </a:p>
        </p:txBody>
      </p:sp>
      <p:sp>
        <p:nvSpPr>
          <p:cNvPr id="28" name="Šipka dolů 27"/>
          <p:cNvSpPr/>
          <p:nvPr/>
        </p:nvSpPr>
        <p:spPr>
          <a:xfrm>
            <a:off x="1835698" y="2597616"/>
            <a:ext cx="412587" cy="819978"/>
          </a:xfrm>
          <a:prstGeom prst="downArrow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200" dirty="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30" name="TextovéPole 29"/>
          <p:cNvSpPr txBox="1"/>
          <p:nvPr/>
        </p:nvSpPr>
        <p:spPr bwMode="auto">
          <a:xfrm>
            <a:off x="1249008" y="1759629"/>
            <a:ext cx="48282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cs-CZ" sz="1400" b="1" kern="0" noProof="0" dirty="0" err="1">
                <a:latin typeface="Consolas" panose="020B0609020204030204" pitchFamily="49" charset="0"/>
                <a:ea typeface="+mj-ea"/>
                <a:cs typeface="+mj-cs"/>
              </a:rPr>
              <a:t>clk</a:t>
            </a:r>
            <a:endParaRPr kumimoji="0" lang="cs-CZ" sz="1400" b="1" i="0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Consolas" panose="020B0609020204030204" pitchFamily="49" charset="0"/>
              <a:ea typeface="+mj-ea"/>
              <a:cs typeface="+mj-cs"/>
            </a:endParaRPr>
          </a:p>
        </p:txBody>
      </p:sp>
      <p:sp>
        <p:nvSpPr>
          <p:cNvPr id="31" name="TextovéPole 30"/>
          <p:cNvSpPr txBox="1"/>
          <p:nvPr/>
        </p:nvSpPr>
        <p:spPr bwMode="auto">
          <a:xfrm>
            <a:off x="1900923" y="2289839"/>
            <a:ext cx="28405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cs-CZ" sz="1400" b="1" kern="0" noProof="0" dirty="0">
                <a:latin typeface="Consolas" panose="020B0609020204030204" pitchFamily="49" charset="0"/>
                <a:ea typeface="+mj-ea"/>
                <a:cs typeface="+mj-cs"/>
              </a:rPr>
              <a:t>Q</a:t>
            </a:r>
            <a:endParaRPr kumimoji="0" lang="cs-CZ" sz="1400" b="1" i="0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Consolas" panose="020B0609020204030204" pitchFamily="49" charset="0"/>
              <a:ea typeface="+mj-ea"/>
              <a:cs typeface="+mj-cs"/>
            </a:endParaRPr>
          </a:p>
        </p:txBody>
      </p:sp>
      <p:sp>
        <p:nvSpPr>
          <p:cNvPr id="32" name="TextovéPole 31"/>
          <p:cNvSpPr txBox="1"/>
          <p:nvPr/>
        </p:nvSpPr>
        <p:spPr bwMode="auto">
          <a:xfrm>
            <a:off x="2382028" y="1759629"/>
            <a:ext cx="48282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cs-CZ" sz="1400" b="1" kern="0" noProof="0" dirty="0">
                <a:latin typeface="Consolas" panose="020B0609020204030204" pitchFamily="49" charset="0"/>
                <a:ea typeface="+mj-ea"/>
                <a:cs typeface="+mj-cs"/>
              </a:rPr>
              <a:t>OVF</a:t>
            </a:r>
            <a:endParaRPr kumimoji="0" lang="cs-CZ" sz="1400" b="1" i="0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Consolas" panose="020B0609020204030204" pitchFamily="49" charset="0"/>
              <a:ea typeface="+mj-ea"/>
              <a:cs typeface="+mj-cs"/>
            </a:endParaRPr>
          </a:p>
        </p:txBody>
      </p:sp>
      <p:sp>
        <p:nvSpPr>
          <p:cNvPr id="36" name="TextovéPole 35"/>
          <p:cNvSpPr txBox="1"/>
          <p:nvPr/>
        </p:nvSpPr>
        <p:spPr bwMode="auto">
          <a:xfrm>
            <a:off x="3291393" y="1245600"/>
            <a:ext cx="1532413" cy="1365216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18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j-ea"/>
                <a:cs typeface="+mj-cs"/>
              </a:rPr>
              <a:t>Čítač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cs-CZ" sz="1800" b="1" kern="0" dirty="0">
                <a:latin typeface="Consolas" panose="020B0609020204030204" pitchFamily="49" charset="0"/>
                <a:ea typeface="+mj-ea"/>
                <a:cs typeface="+mj-cs"/>
              </a:rPr>
              <a:t>10</a:t>
            </a:r>
            <a:endParaRPr kumimoji="0" lang="cs-CZ" sz="1800" b="1" i="0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Consolas" panose="020B0609020204030204" pitchFamily="49" charset="0"/>
              <a:ea typeface="+mj-ea"/>
              <a:cs typeface="+mj-cs"/>
            </a:endParaRPr>
          </a:p>
        </p:txBody>
      </p:sp>
      <p:cxnSp>
        <p:nvCxnSpPr>
          <p:cNvPr id="39" name="Přímá spojnice se šipkou 38"/>
          <p:cNvCxnSpPr/>
          <p:nvPr/>
        </p:nvCxnSpPr>
        <p:spPr>
          <a:xfrm flipV="1">
            <a:off x="4823806" y="1926717"/>
            <a:ext cx="528426" cy="1491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ovéPole 39"/>
          <p:cNvSpPr txBox="1"/>
          <p:nvPr/>
        </p:nvSpPr>
        <p:spPr bwMode="auto">
          <a:xfrm>
            <a:off x="3522035" y="3520848"/>
            <a:ext cx="107112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 eaLnBrk="1" hangingPunct="1"/>
            <a:r>
              <a:rPr lang="cs-CZ" sz="1800" b="1" kern="0" dirty="0">
                <a:latin typeface="Consolas" panose="020B0609020204030204" pitchFamily="49" charset="0"/>
                <a:ea typeface="+mj-ea"/>
                <a:cs typeface="+mj-cs"/>
              </a:rPr>
              <a:t>Desítky</a:t>
            </a:r>
          </a:p>
        </p:txBody>
      </p:sp>
      <p:sp>
        <p:nvSpPr>
          <p:cNvPr id="41" name="Šipka dolů 40"/>
          <p:cNvSpPr/>
          <p:nvPr/>
        </p:nvSpPr>
        <p:spPr>
          <a:xfrm>
            <a:off x="3851306" y="2610816"/>
            <a:ext cx="412587" cy="819978"/>
          </a:xfrm>
          <a:prstGeom prst="downArrow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200" dirty="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42" name="TextovéPole 41"/>
          <p:cNvSpPr txBox="1"/>
          <p:nvPr/>
        </p:nvSpPr>
        <p:spPr bwMode="auto">
          <a:xfrm>
            <a:off x="3264616" y="1772829"/>
            <a:ext cx="48282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cs-CZ" sz="1400" b="1" kern="0" noProof="0" dirty="0" err="1">
                <a:latin typeface="Consolas" panose="020B0609020204030204" pitchFamily="49" charset="0"/>
                <a:ea typeface="+mj-ea"/>
                <a:cs typeface="+mj-cs"/>
              </a:rPr>
              <a:t>clk</a:t>
            </a:r>
            <a:endParaRPr kumimoji="0" lang="cs-CZ" sz="1400" b="1" i="0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Consolas" panose="020B0609020204030204" pitchFamily="49" charset="0"/>
              <a:ea typeface="+mj-ea"/>
              <a:cs typeface="+mj-cs"/>
            </a:endParaRPr>
          </a:p>
        </p:txBody>
      </p:sp>
      <p:sp>
        <p:nvSpPr>
          <p:cNvPr id="43" name="TextovéPole 42"/>
          <p:cNvSpPr txBox="1"/>
          <p:nvPr/>
        </p:nvSpPr>
        <p:spPr bwMode="auto">
          <a:xfrm>
            <a:off x="3916531" y="2303039"/>
            <a:ext cx="28405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cs-CZ" sz="1400" b="1" kern="0" noProof="0" dirty="0">
                <a:latin typeface="Consolas" panose="020B0609020204030204" pitchFamily="49" charset="0"/>
                <a:ea typeface="+mj-ea"/>
                <a:cs typeface="+mj-cs"/>
              </a:rPr>
              <a:t>Q</a:t>
            </a:r>
            <a:endParaRPr kumimoji="0" lang="cs-CZ" sz="1400" b="1" i="0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Consolas" panose="020B0609020204030204" pitchFamily="49" charset="0"/>
              <a:ea typeface="+mj-ea"/>
              <a:cs typeface="+mj-cs"/>
            </a:endParaRPr>
          </a:p>
        </p:txBody>
      </p:sp>
      <p:sp>
        <p:nvSpPr>
          <p:cNvPr id="44" name="TextovéPole 43"/>
          <p:cNvSpPr txBox="1"/>
          <p:nvPr/>
        </p:nvSpPr>
        <p:spPr bwMode="auto">
          <a:xfrm>
            <a:off x="4397636" y="1772829"/>
            <a:ext cx="48282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cs-CZ" sz="1400" b="1" kern="0" noProof="0" dirty="0">
                <a:latin typeface="Consolas" panose="020B0609020204030204" pitchFamily="49" charset="0"/>
                <a:ea typeface="+mj-ea"/>
                <a:cs typeface="+mj-cs"/>
              </a:rPr>
              <a:t>OVF</a:t>
            </a:r>
            <a:endParaRPr kumimoji="0" lang="cs-CZ" sz="1400" b="1" i="0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Consolas" panose="020B0609020204030204" pitchFamily="49" charset="0"/>
              <a:ea typeface="+mj-ea"/>
              <a:cs typeface="+mj-cs"/>
            </a:endParaRPr>
          </a:p>
        </p:txBody>
      </p:sp>
      <p:sp>
        <p:nvSpPr>
          <p:cNvPr id="46" name="TextovéPole 45"/>
          <p:cNvSpPr txBox="1"/>
          <p:nvPr/>
        </p:nvSpPr>
        <p:spPr bwMode="auto">
          <a:xfrm>
            <a:off x="5333407" y="1232400"/>
            <a:ext cx="1532413" cy="1365216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18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j-ea"/>
                <a:cs typeface="+mj-cs"/>
              </a:rPr>
              <a:t>Čítač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cs-CZ" sz="1800" b="1" kern="0" dirty="0">
                <a:latin typeface="Consolas" panose="020B0609020204030204" pitchFamily="49" charset="0"/>
                <a:ea typeface="+mj-ea"/>
                <a:cs typeface="+mj-cs"/>
              </a:rPr>
              <a:t>10</a:t>
            </a:r>
            <a:endParaRPr kumimoji="0" lang="cs-CZ" sz="1800" b="1" i="0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Consolas" panose="020B0609020204030204" pitchFamily="49" charset="0"/>
              <a:ea typeface="+mj-ea"/>
              <a:cs typeface="+mj-cs"/>
            </a:endParaRPr>
          </a:p>
        </p:txBody>
      </p:sp>
      <p:cxnSp>
        <p:nvCxnSpPr>
          <p:cNvPr id="47" name="Přímá spojnice se šipkou 46"/>
          <p:cNvCxnSpPr/>
          <p:nvPr/>
        </p:nvCxnSpPr>
        <p:spPr>
          <a:xfrm flipV="1">
            <a:off x="6865820" y="1913517"/>
            <a:ext cx="528426" cy="1491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ovéPole 47"/>
          <p:cNvSpPr txBox="1"/>
          <p:nvPr/>
        </p:nvSpPr>
        <p:spPr bwMode="auto">
          <a:xfrm>
            <a:off x="5627368" y="3516311"/>
            <a:ext cx="94448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 eaLnBrk="1" hangingPunct="1"/>
            <a:r>
              <a:rPr lang="cs-CZ" sz="1800" b="1" kern="0" dirty="0">
                <a:latin typeface="Consolas" panose="020B0609020204030204" pitchFamily="49" charset="0"/>
                <a:ea typeface="+mj-ea"/>
                <a:cs typeface="+mj-cs"/>
              </a:rPr>
              <a:t>Stovky</a:t>
            </a:r>
          </a:p>
        </p:txBody>
      </p:sp>
      <p:sp>
        <p:nvSpPr>
          <p:cNvPr id="49" name="Šipka dolů 48"/>
          <p:cNvSpPr/>
          <p:nvPr/>
        </p:nvSpPr>
        <p:spPr>
          <a:xfrm>
            <a:off x="5893320" y="2597616"/>
            <a:ext cx="412587" cy="819978"/>
          </a:xfrm>
          <a:prstGeom prst="downArrow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200" dirty="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50" name="TextovéPole 49"/>
          <p:cNvSpPr txBox="1"/>
          <p:nvPr/>
        </p:nvSpPr>
        <p:spPr bwMode="auto">
          <a:xfrm>
            <a:off x="5306630" y="1759629"/>
            <a:ext cx="48282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cs-CZ" sz="1400" b="1" kern="0" noProof="0" dirty="0" err="1">
                <a:latin typeface="Consolas" panose="020B0609020204030204" pitchFamily="49" charset="0"/>
                <a:ea typeface="+mj-ea"/>
                <a:cs typeface="+mj-cs"/>
              </a:rPr>
              <a:t>clk</a:t>
            </a:r>
            <a:endParaRPr kumimoji="0" lang="cs-CZ" sz="1400" b="1" i="0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Consolas" panose="020B0609020204030204" pitchFamily="49" charset="0"/>
              <a:ea typeface="+mj-ea"/>
              <a:cs typeface="+mj-cs"/>
            </a:endParaRPr>
          </a:p>
        </p:txBody>
      </p:sp>
      <p:sp>
        <p:nvSpPr>
          <p:cNvPr id="51" name="TextovéPole 50"/>
          <p:cNvSpPr txBox="1"/>
          <p:nvPr/>
        </p:nvSpPr>
        <p:spPr bwMode="auto">
          <a:xfrm>
            <a:off x="5958545" y="2289839"/>
            <a:ext cx="28405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cs-CZ" sz="1400" b="1" kern="0" noProof="0" dirty="0">
                <a:latin typeface="Consolas" panose="020B0609020204030204" pitchFamily="49" charset="0"/>
                <a:ea typeface="+mj-ea"/>
                <a:cs typeface="+mj-cs"/>
              </a:rPr>
              <a:t>Q</a:t>
            </a:r>
            <a:endParaRPr kumimoji="0" lang="cs-CZ" sz="1400" b="1" i="0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Consolas" panose="020B0609020204030204" pitchFamily="49" charset="0"/>
              <a:ea typeface="+mj-ea"/>
              <a:cs typeface="+mj-cs"/>
            </a:endParaRPr>
          </a:p>
        </p:txBody>
      </p:sp>
      <p:sp>
        <p:nvSpPr>
          <p:cNvPr id="52" name="TextovéPole 51"/>
          <p:cNvSpPr txBox="1"/>
          <p:nvPr/>
        </p:nvSpPr>
        <p:spPr bwMode="auto">
          <a:xfrm>
            <a:off x="6439650" y="1759629"/>
            <a:ext cx="48282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cs-CZ" sz="1400" b="1" kern="0" noProof="0" dirty="0">
                <a:latin typeface="Consolas" panose="020B0609020204030204" pitchFamily="49" charset="0"/>
                <a:ea typeface="+mj-ea"/>
                <a:cs typeface="+mj-cs"/>
              </a:rPr>
              <a:t>OVF</a:t>
            </a:r>
            <a:endParaRPr kumimoji="0" lang="cs-CZ" sz="1400" b="1" i="0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Consolas" panose="020B0609020204030204" pitchFamily="49" charset="0"/>
              <a:ea typeface="+mj-ea"/>
              <a:cs typeface="+mj-cs"/>
            </a:endParaRPr>
          </a:p>
        </p:txBody>
      </p:sp>
      <p:sp>
        <p:nvSpPr>
          <p:cNvPr id="54" name="TextovéPole 53"/>
          <p:cNvSpPr txBox="1"/>
          <p:nvPr/>
        </p:nvSpPr>
        <p:spPr bwMode="auto">
          <a:xfrm>
            <a:off x="7375421" y="1219200"/>
            <a:ext cx="1532413" cy="1365216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18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j-ea"/>
                <a:cs typeface="+mj-cs"/>
              </a:rPr>
              <a:t>Čítač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cs-CZ" sz="1800" b="1" kern="0" dirty="0">
                <a:latin typeface="Consolas" panose="020B0609020204030204" pitchFamily="49" charset="0"/>
                <a:ea typeface="+mj-ea"/>
                <a:cs typeface="+mj-cs"/>
              </a:rPr>
              <a:t>10</a:t>
            </a:r>
            <a:endParaRPr kumimoji="0" lang="cs-CZ" sz="1800" b="1" i="0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Consolas" panose="020B0609020204030204" pitchFamily="49" charset="0"/>
              <a:ea typeface="+mj-ea"/>
              <a:cs typeface="+mj-cs"/>
            </a:endParaRPr>
          </a:p>
        </p:txBody>
      </p:sp>
      <p:sp>
        <p:nvSpPr>
          <p:cNvPr id="56" name="TextovéPole 55"/>
          <p:cNvSpPr txBox="1"/>
          <p:nvPr/>
        </p:nvSpPr>
        <p:spPr bwMode="auto">
          <a:xfrm>
            <a:off x="7669384" y="3503111"/>
            <a:ext cx="94449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eaLnBrk="1" hangingPunct="1"/>
            <a:r>
              <a:rPr lang="cs-CZ" sz="1800" b="1" kern="0" dirty="0">
                <a:latin typeface="Consolas" panose="020B0609020204030204" pitchFamily="49" charset="0"/>
                <a:ea typeface="+mj-ea"/>
                <a:cs typeface="+mj-cs"/>
              </a:rPr>
              <a:t>Tisíce</a:t>
            </a:r>
          </a:p>
        </p:txBody>
      </p:sp>
      <p:sp>
        <p:nvSpPr>
          <p:cNvPr id="57" name="Šipka dolů 56"/>
          <p:cNvSpPr/>
          <p:nvPr/>
        </p:nvSpPr>
        <p:spPr>
          <a:xfrm>
            <a:off x="7935334" y="2584416"/>
            <a:ext cx="412587" cy="819978"/>
          </a:xfrm>
          <a:prstGeom prst="downArrow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200" dirty="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58" name="TextovéPole 57"/>
          <p:cNvSpPr txBox="1"/>
          <p:nvPr/>
        </p:nvSpPr>
        <p:spPr bwMode="auto">
          <a:xfrm>
            <a:off x="7348644" y="1746429"/>
            <a:ext cx="48282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cs-CZ" sz="1400" b="1" kern="0" noProof="0" dirty="0" err="1">
                <a:latin typeface="Consolas" panose="020B0609020204030204" pitchFamily="49" charset="0"/>
                <a:ea typeface="+mj-ea"/>
                <a:cs typeface="+mj-cs"/>
              </a:rPr>
              <a:t>clk</a:t>
            </a:r>
            <a:endParaRPr kumimoji="0" lang="cs-CZ" sz="1400" b="1" i="0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Consolas" panose="020B0609020204030204" pitchFamily="49" charset="0"/>
              <a:ea typeface="+mj-ea"/>
              <a:cs typeface="+mj-cs"/>
            </a:endParaRPr>
          </a:p>
        </p:txBody>
      </p:sp>
      <p:sp>
        <p:nvSpPr>
          <p:cNvPr id="59" name="TextovéPole 58"/>
          <p:cNvSpPr txBox="1"/>
          <p:nvPr/>
        </p:nvSpPr>
        <p:spPr bwMode="auto">
          <a:xfrm>
            <a:off x="8000559" y="2276639"/>
            <a:ext cx="28405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cs-CZ" sz="1400" b="1" kern="0" noProof="0" dirty="0">
                <a:latin typeface="Consolas" panose="020B0609020204030204" pitchFamily="49" charset="0"/>
                <a:ea typeface="+mj-ea"/>
                <a:cs typeface="+mj-cs"/>
              </a:rPr>
              <a:t>Q</a:t>
            </a:r>
            <a:endParaRPr kumimoji="0" lang="cs-CZ" sz="1400" b="1" i="0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Consolas" panose="020B0609020204030204" pitchFamily="49" charset="0"/>
              <a:ea typeface="+mj-ea"/>
              <a:cs typeface="+mj-cs"/>
            </a:endParaRPr>
          </a:p>
        </p:txBody>
      </p:sp>
      <p:sp>
        <p:nvSpPr>
          <p:cNvPr id="60" name="TextovéPole 59"/>
          <p:cNvSpPr txBox="1"/>
          <p:nvPr/>
        </p:nvSpPr>
        <p:spPr bwMode="auto">
          <a:xfrm>
            <a:off x="8481664" y="1746429"/>
            <a:ext cx="48282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cs-CZ" sz="1400" b="1" kern="0" noProof="0" dirty="0">
                <a:latin typeface="Consolas" panose="020B0609020204030204" pitchFamily="49" charset="0"/>
                <a:ea typeface="+mj-ea"/>
                <a:cs typeface="+mj-cs"/>
              </a:rPr>
              <a:t>OVF</a:t>
            </a:r>
            <a:endParaRPr kumimoji="0" lang="cs-CZ" sz="1400" b="1" i="0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Consolas" panose="020B0609020204030204" pitchFamily="49" charset="0"/>
              <a:ea typeface="+mj-ea"/>
              <a:cs typeface="+mj-cs"/>
            </a:endParaRPr>
          </a:p>
        </p:txBody>
      </p:sp>
      <p:sp>
        <p:nvSpPr>
          <p:cNvPr id="37" name="TextovéPole 36"/>
          <p:cNvSpPr txBox="1"/>
          <p:nvPr/>
        </p:nvSpPr>
        <p:spPr>
          <a:xfrm>
            <a:off x="8172400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9184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0" name="Rectangle 2"/>
          <p:cNvSpPr>
            <a:spLocks noGrp="1" noChangeArrowheads="1"/>
          </p:cNvSpPr>
          <p:nvPr>
            <p:ph type="title"/>
          </p:nvPr>
        </p:nvSpPr>
        <p:spPr>
          <a:xfrm>
            <a:off x="500034" y="280108"/>
            <a:ext cx="8629624" cy="720000"/>
          </a:xfrm>
          <a:noFill/>
          <a:ln/>
        </p:spPr>
        <p:txBody>
          <a:bodyPr/>
          <a:lstStyle/>
          <a:p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Příklad 4</a:t>
            </a:r>
          </a:p>
        </p:txBody>
      </p:sp>
      <p:sp>
        <p:nvSpPr>
          <p:cNvPr id="299014" name="Text Box 6"/>
          <p:cNvSpPr txBox="1">
            <a:spLocks noChangeArrowheads="1"/>
          </p:cNvSpPr>
          <p:nvPr/>
        </p:nvSpPr>
        <p:spPr bwMode="auto">
          <a:xfrm>
            <a:off x="360001" y="1080000"/>
            <a:ext cx="8784000" cy="707886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 indent="-504000" algn="l">
              <a:spcAft>
                <a:spcPts val="18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n"/>
            </a:pPr>
            <a:r>
              <a:rPr lang="cs-CZ" sz="2000" dirty="0">
                <a:latin typeface="Verdana" pitchFamily="34" charset="0"/>
              </a:rPr>
              <a:t>Vytvořte BCD čítač, který bude čítat časové impulzy </a:t>
            </a:r>
            <a:r>
              <a:rPr lang="cs-CZ" sz="2000" b="1" dirty="0">
                <a:latin typeface="Verdana" pitchFamily="34" charset="0"/>
              </a:rPr>
              <a:t>100 ms</a:t>
            </a:r>
            <a:r>
              <a:rPr lang="cs-CZ" sz="2000" dirty="0">
                <a:latin typeface="Verdana" pitchFamily="34" charset="0"/>
              </a:rPr>
              <a:t>, maximální kapacita </a:t>
            </a:r>
            <a:r>
              <a:rPr lang="cs-CZ" sz="2000" b="1" dirty="0">
                <a:latin typeface="Verdana" pitchFamily="34" charset="0"/>
              </a:rPr>
              <a:t>1 h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9" name="TextovéPole 8"/>
          <p:cNvSpPr txBox="1"/>
          <p:nvPr/>
        </p:nvSpPr>
        <p:spPr>
          <a:xfrm>
            <a:off x="8172400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6000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90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9014" grpId="0" build="allAtOnce" autoUpdateAnimBg="0"/>
      <p:bldP spid="4" grpId="0" animBg="1"/>
      <p:bldP spid="5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0" name="Rectangle 62"/>
          <p:cNvSpPr txBox="1">
            <a:spLocks noChangeArrowheads="1"/>
          </p:cNvSpPr>
          <p:nvPr/>
        </p:nvSpPr>
        <p:spPr bwMode="auto">
          <a:xfrm>
            <a:off x="720000" y="72002"/>
            <a:ext cx="8423999" cy="39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defRPr/>
            </a:pPr>
            <a:r>
              <a:rPr lang="cs-CZ" sz="2000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Příklad 4</a:t>
            </a:r>
          </a:p>
        </p:txBody>
      </p:sp>
      <p:sp>
        <p:nvSpPr>
          <p:cNvPr id="9" name="Obdélník 8"/>
          <p:cNvSpPr/>
          <p:nvPr/>
        </p:nvSpPr>
        <p:spPr>
          <a:xfrm>
            <a:off x="1187624" y="1008000"/>
            <a:ext cx="720000" cy="1569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 eaLnBrk="1" hangingPunct="1"/>
            <a:r>
              <a:rPr lang="cs-CZ" sz="9600" b="1" kern="0" dirty="0">
                <a:solidFill>
                  <a:schemeClr val="tx1"/>
                </a:solidFill>
                <a:latin typeface="Consolas" panose="020B0609020204030204" pitchFamily="49" charset="0"/>
              </a:rPr>
              <a:t>9</a:t>
            </a:r>
          </a:p>
        </p:txBody>
      </p:sp>
      <p:sp>
        <p:nvSpPr>
          <p:cNvPr id="11" name="Obdélník 10"/>
          <p:cNvSpPr/>
          <p:nvPr/>
        </p:nvSpPr>
        <p:spPr>
          <a:xfrm>
            <a:off x="1986448" y="1008000"/>
            <a:ext cx="720000" cy="1569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 eaLnBrk="1" hangingPunct="1"/>
            <a:r>
              <a:rPr lang="cs-CZ" sz="9600" b="1" kern="0" dirty="0">
                <a:solidFill>
                  <a:schemeClr val="tx1"/>
                </a:solidFill>
                <a:latin typeface="Consolas" panose="020B0609020204030204" pitchFamily="49" charset="0"/>
              </a:rPr>
              <a:t>9</a:t>
            </a:r>
          </a:p>
        </p:txBody>
      </p:sp>
      <p:sp>
        <p:nvSpPr>
          <p:cNvPr id="13" name="Obdélník 12"/>
          <p:cNvSpPr/>
          <p:nvPr/>
        </p:nvSpPr>
        <p:spPr>
          <a:xfrm>
            <a:off x="3681144" y="1008000"/>
            <a:ext cx="720000" cy="1569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 eaLnBrk="1" hangingPunct="1"/>
            <a:r>
              <a:rPr lang="cs-CZ" sz="9600" b="1" kern="0" dirty="0">
                <a:solidFill>
                  <a:schemeClr val="tx1"/>
                </a:solidFill>
                <a:latin typeface="Consolas" panose="020B0609020204030204" pitchFamily="49" charset="0"/>
              </a:rPr>
              <a:t>9</a:t>
            </a:r>
          </a:p>
        </p:txBody>
      </p:sp>
      <p:sp>
        <p:nvSpPr>
          <p:cNvPr id="14" name="Obdélník 13"/>
          <p:cNvSpPr/>
          <p:nvPr/>
        </p:nvSpPr>
        <p:spPr>
          <a:xfrm>
            <a:off x="4574866" y="1008000"/>
            <a:ext cx="720000" cy="1569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 eaLnBrk="1" hangingPunct="1"/>
            <a:r>
              <a:rPr lang="cs-CZ" sz="9600" b="1" kern="0" dirty="0">
                <a:solidFill>
                  <a:schemeClr val="tx1"/>
                </a:solidFill>
                <a:latin typeface="Consolas" panose="020B0609020204030204" pitchFamily="49" charset="0"/>
              </a:rPr>
              <a:t>9</a:t>
            </a:r>
          </a:p>
        </p:txBody>
      </p:sp>
      <p:sp>
        <p:nvSpPr>
          <p:cNvPr id="18" name="Čárový bublinový popisek 1 (bez ohraničení) 17"/>
          <p:cNvSpPr/>
          <p:nvPr/>
        </p:nvSpPr>
        <p:spPr>
          <a:xfrm>
            <a:off x="6067014" y="4166112"/>
            <a:ext cx="1584176" cy="1015663"/>
          </a:xfrm>
          <a:prstGeom prst="callout1">
            <a:avLst>
              <a:gd name="adj1" fmla="val -8102"/>
              <a:gd name="adj2" fmla="val 45344"/>
              <a:gd name="adj3" fmla="val -180565"/>
              <a:gd name="adj4" fmla="val -68448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 eaLnBrk="1" hangingPunct="1"/>
            <a:r>
              <a:rPr lang="cs-CZ" sz="2000" b="1" kern="0" dirty="0">
                <a:solidFill>
                  <a:schemeClr val="tx1"/>
                </a:solidFill>
                <a:latin typeface="Consolas" panose="020B0609020204030204" pitchFamily="49" charset="0"/>
              </a:rPr>
              <a:t>Jednotky </a:t>
            </a:r>
          </a:p>
          <a:p>
            <a:pPr algn="ctr" eaLnBrk="1" hangingPunct="1"/>
            <a:r>
              <a:rPr lang="cs-CZ" sz="2000" b="1" kern="0" dirty="0">
                <a:solidFill>
                  <a:schemeClr val="tx1"/>
                </a:solidFill>
                <a:latin typeface="Consolas" panose="020B0609020204030204" pitchFamily="49" charset="0"/>
              </a:rPr>
              <a:t>sekund</a:t>
            </a:r>
          </a:p>
          <a:p>
            <a:pPr algn="ctr" eaLnBrk="1" hangingPunct="1"/>
            <a:r>
              <a:rPr lang="cs-CZ" sz="2000" b="1" kern="0" dirty="0">
                <a:solidFill>
                  <a:schemeClr val="tx1"/>
                </a:solidFill>
                <a:latin typeface="Consolas" panose="020B0609020204030204" pitchFamily="49" charset="0"/>
              </a:rPr>
              <a:t>0-9</a:t>
            </a:r>
          </a:p>
        </p:txBody>
      </p:sp>
      <p:sp>
        <p:nvSpPr>
          <p:cNvPr id="19" name="Čárový bublinový popisek 1 (bez ohraničení) 18"/>
          <p:cNvSpPr/>
          <p:nvPr/>
        </p:nvSpPr>
        <p:spPr>
          <a:xfrm>
            <a:off x="2211739" y="4166112"/>
            <a:ext cx="1584176" cy="1015663"/>
          </a:xfrm>
          <a:prstGeom prst="callout1">
            <a:avLst>
              <a:gd name="adj1" fmla="val -3715"/>
              <a:gd name="adj2" fmla="val 45205"/>
              <a:gd name="adj3" fmla="val -183174"/>
              <a:gd name="adj4" fmla="val 12696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 eaLnBrk="1" hangingPunct="1"/>
            <a:r>
              <a:rPr lang="cs-CZ" sz="2000" b="1" kern="0" dirty="0">
                <a:solidFill>
                  <a:schemeClr val="tx1"/>
                </a:solidFill>
                <a:latin typeface="Consolas" panose="020B0609020204030204" pitchFamily="49" charset="0"/>
              </a:rPr>
              <a:t>Jednotky</a:t>
            </a:r>
          </a:p>
          <a:p>
            <a:pPr algn="ctr" eaLnBrk="1" hangingPunct="1"/>
            <a:r>
              <a:rPr lang="cs-CZ" sz="2000" b="1" kern="0" dirty="0">
                <a:solidFill>
                  <a:schemeClr val="tx1"/>
                </a:solidFill>
                <a:latin typeface="Consolas" panose="020B0609020204030204" pitchFamily="49" charset="0"/>
              </a:rPr>
              <a:t>minut</a:t>
            </a:r>
          </a:p>
          <a:p>
            <a:pPr algn="ctr" eaLnBrk="1" hangingPunct="1"/>
            <a:r>
              <a:rPr lang="cs-CZ" sz="2000" b="1" kern="0" dirty="0">
                <a:solidFill>
                  <a:schemeClr val="tx1"/>
                </a:solidFill>
                <a:latin typeface="Consolas" panose="020B0609020204030204" pitchFamily="49" charset="0"/>
              </a:rPr>
              <a:t>0-9</a:t>
            </a:r>
          </a:p>
        </p:txBody>
      </p:sp>
      <p:sp>
        <p:nvSpPr>
          <p:cNvPr id="20" name="Čárový bublinový popisek 1 (bez ohraničení) 19"/>
          <p:cNvSpPr/>
          <p:nvPr/>
        </p:nvSpPr>
        <p:spPr>
          <a:xfrm>
            <a:off x="519749" y="4166112"/>
            <a:ext cx="1584176" cy="1015663"/>
          </a:xfrm>
          <a:prstGeom prst="callout1">
            <a:avLst>
              <a:gd name="adj1" fmla="val -3715"/>
              <a:gd name="adj2" fmla="val 45205"/>
              <a:gd name="adj3" fmla="val -184649"/>
              <a:gd name="adj4" fmla="val 60378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 eaLnBrk="1" hangingPunct="1"/>
            <a:r>
              <a:rPr lang="cs-CZ" sz="2000" b="1" kern="0" dirty="0">
                <a:solidFill>
                  <a:schemeClr val="tx1"/>
                </a:solidFill>
                <a:latin typeface="Consolas" panose="020B0609020204030204" pitchFamily="49" charset="0"/>
              </a:rPr>
              <a:t>Desítky</a:t>
            </a:r>
          </a:p>
          <a:p>
            <a:pPr algn="ctr" eaLnBrk="1" hangingPunct="1"/>
            <a:r>
              <a:rPr lang="cs-CZ" sz="2000" b="1" kern="0" dirty="0">
                <a:solidFill>
                  <a:schemeClr val="tx1"/>
                </a:solidFill>
                <a:latin typeface="Consolas" panose="020B0609020204030204" pitchFamily="49" charset="0"/>
              </a:rPr>
              <a:t>minut</a:t>
            </a:r>
          </a:p>
          <a:p>
            <a:pPr algn="ctr" eaLnBrk="1" hangingPunct="1"/>
            <a:r>
              <a:rPr lang="cs-CZ" sz="2000" b="1" kern="0" dirty="0">
                <a:solidFill>
                  <a:schemeClr val="tx1"/>
                </a:solidFill>
                <a:latin typeface="Consolas" panose="020B0609020204030204" pitchFamily="49" charset="0"/>
              </a:rPr>
              <a:t>0-5</a:t>
            </a:r>
          </a:p>
        </p:txBody>
      </p:sp>
      <p:sp>
        <p:nvSpPr>
          <p:cNvPr id="17" name="Obdélník 16"/>
          <p:cNvSpPr/>
          <p:nvPr/>
        </p:nvSpPr>
        <p:spPr>
          <a:xfrm>
            <a:off x="6259283" y="1008000"/>
            <a:ext cx="720000" cy="1569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 eaLnBrk="1" hangingPunct="1"/>
            <a:r>
              <a:rPr lang="cs-CZ" sz="9600" b="1" kern="0" dirty="0">
                <a:solidFill>
                  <a:schemeClr val="tx1"/>
                </a:solidFill>
                <a:latin typeface="Consolas" panose="020B0609020204030204" pitchFamily="49" charset="0"/>
              </a:rPr>
              <a:t>9</a:t>
            </a:r>
          </a:p>
        </p:txBody>
      </p:sp>
      <p:sp>
        <p:nvSpPr>
          <p:cNvPr id="21" name="Obdélník 20"/>
          <p:cNvSpPr/>
          <p:nvPr/>
        </p:nvSpPr>
        <p:spPr>
          <a:xfrm>
            <a:off x="2790208" y="1008000"/>
            <a:ext cx="720000" cy="1569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 eaLnBrk="1" hangingPunct="1"/>
            <a:r>
              <a:rPr lang="cs-CZ" sz="9600" b="1" kern="0" dirty="0">
                <a:solidFill>
                  <a:schemeClr val="tx1"/>
                </a:solidFill>
                <a:latin typeface="Consolas" panose="020B0609020204030204" pitchFamily="49" charset="0"/>
              </a:rPr>
              <a:t>:</a:t>
            </a:r>
          </a:p>
        </p:txBody>
      </p:sp>
      <p:sp>
        <p:nvSpPr>
          <p:cNvPr id="22" name="Obdélník 21"/>
          <p:cNvSpPr/>
          <p:nvPr/>
        </p:nvSpPr>
        <p:spPr>
          <a:xfrm>
            <a:off x="5365561" y="1008000"/>
            <a:ext cx="720000" cy="1569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 eaLnBrk="1" hangingPunct="1"/>
            <a:r>
              <a:rPr lang="cs-CZ" sz="9600" b="1" kern="0" dirty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</a:p>
        </p:txBody>
      </p:sp>
      <p:sp>
        <p:nvSpPr>
          <p:cNvPr id="3" name="Čárový bublinový popisek 1 (bez ohraničení) 2"/>
          <p:cNvSpPr/>
          <p:nvPr/>
        </p:nvSpPr>
        <p:spPr>
          <a:xfrm>
            <a:off x="7127912" y="2524027"/>
            <a:ext cx="1584176" cy="1015663"/>
          </a:xfrm>
          <a:prstGeom prst="callout1">
            <a:avLst>
              <a:gd name="adj1" fmla="val 49325"/>
              <a:gd name="adj2" fmla="val -2338"/>
              <a:gd name="adj3" fmla="val -23708"/>
              <a:gd name="adj4" fmla="val -25784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 eaLnBrk="1" hangingPunct="1"/>
            <a:r>
              <a:rPr lang="cs-CZ" sz="2000" b="1" kern="0" dirty="0">
                <a:solidFill>
                  <a:schemeClr val="tx1"/>
                </a:solidFill>
                <a:latin typeface="Consolas" panose="020B0609020204030204" pitchFamily="49" charset="0"/>
              </a:rPr>
              <a:t>Desetiny</a:t>
            </a:r>
          </a:p>
          <a:p>
            <a:pPr algn="ctr" eaLnBrk="1" hangingPunct="1"/>
            <a:r>
              <a:rPr lang="cs-CZ" sz="2000" b="1" kern="0" dirty="0">
                <a:solidFill>
                  <a:schemeClr val="tx1"/>
                </a:solidFill>
                <a:latin typeface="Consolas" panose="020B0609020204030204" pitchFamily="49" charset="0"/>
              </a:rPr>
              <a:t>sekundy</a:t>
            </a:r>
          </a:p>
          <a:p>
            <a:pPr algn="ctr" eaLnBrk="1" hangingPunct="1"/>
            <a:r>
              <a:rPr lang="cs-CZ" sz="2000" b="1" kern="0" dirty="0">
                <a:solidFill>
                  <a:schemeClr val="tx1"/>
                </a:solidFill>
                <a:latin typeface="Consolas" panose="020B0609020204030204" pitchFamily="49" charset="0"/>
              </a:rPr>
              <a:t>0-9</a:t>
            </a:r>
          </a:p>
        </p:txBody>
      </p:sp>
      <p:sp>
        <p:nvSpPr>
          <p:cNvPr id="23" name="Čárový bublinový popisek 1 (bez ohraničení) 22"/>
          <p:cNvSpPr/>
          <p:nvPr/>
        </p:nvSpPr>
        <p:spPr>
          <a:xfrm>
            <a:off x="4375024" y="4166112"/>
            <a:ext cx="1584176" cy="1015663"/>
          </a:xfrm>
          <a:prstGeom prst="callout1">
            <a:avLst>
              <a:gd name="adj1" fmla="val -3715"/>
              <a:gd name="adj2" fmla="val 45205"/>
              <a:gd name="adj3" fmla="val -181870"/>
              <a:gd name="adj4" fmla="val -18256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 eaLnBrk="1" hangingPunct="1"/>
            <a:r>
              <a:rPr lang="cs-CZ" sz="2000" b="1" kern="0" dirty="0">
                <a:solidFill>
                  <a:schemeClr val="tx1"/>
                </a:solidFill>
                <a:latin typeface="Consolas" panose="020B0609020204030204" pitchFamily="49" charset="0"/>
              </a:rPr>
              <a:t>Desítky</a:t>
            </a:r>
          </a:p>
          <a:p>
            <a:pPr algn="ctr" eaLnBrk="1" hangingPunct="1"/>
            <a:r>
              <a:rPr lang="cs-CZ" sz="2000" b="1" kern="0" dirty="0">
                <a:solidFill>
                  <a:schemeClr val="tx1"/>
                </a:solidFill>
                <a:latin typeface="Consolas" panose="020B0609020204030204" pitchFamily="49" charset="0"/>
              </a:rPr>
              <a:t>sekund</a:t>
            </a:r>
          </a:p>
          <a:p>
            <a:pPr algn="ctr" eaLnBrk="1" hangingPunct="1"/>
            <a:r>
              <a:rPr lang="cs-CZ" sz="2000" b="1" kern="0" dirty="0">
                <a:solidFill>
                  <a:schemeClr val="tx1"/>
                </a:solidFill>
                <a:latin typeface="Consolas" panose="020B0609020204030204" pitchFamily="49" charset="0"/>
              </a:rPr>
              <a:t>0-5</a:t>
            </a:r>
          </a:p>
        </p:txBody>
      </p:sp>
      <p:sp>
        <p:nvSpPr>
          <p:cNvPr id="24" name="TextovéPole 23"/>
          <p:cNvSpPr txBox="1"/>
          <p:nvPr/>
        </p:nvSpPr>
        <p:spPr>
          <a:xfrm>
            <a:off x="8172400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0941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9" grpId="0" animBg="1"/>
      <p:bldP spid="11" grpId="0" animBg="1"/>
      <p:bldP spid="13" grpId="0" animBg="1"/>
      <p:bldP spid="14" grpId="0" animBg="1"/>
      <p:bldP spid="18" grpId="0" animBg="1"/>
      <p:bldP spid="19" grpId="0" animBg="1"/>
      <p:bldP spid="20" grpId="0" animBg="1"/>
      <p:bldP spid="17" grpId="0" animBg="1"/>
      <p:bldP spid="21" grpId="0" animBg="1"/>
      <p:bldP spid="22" grpId="0" animBg="1"/>
      <p:bldP spid="3" grpId="0" animBg="1"/>
      <p:bldP spid="23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0" name="Rectangle 62"/>
          <p:cNvSpPr txBox="1">
            <a:spLocks noChangeArrowheads="1"/>
          </p:cNvSpPr>
          <p:nvPr/>
        </p:nvSpPr>
        <p:spPr bwMode="auto">
          <a:xfrm>
            <a:off x="720000" y="72002"/>
            <a:ext cx="8423999" cy="39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defRPr/>
            </a:pPr>
            <a:r>
              <a:rPr lang="cs-CZ" sz="2000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Příklad 4</a:t>
            </a:r>
          </a:p>
        </p:txBody>
      </p:sp>
      <p:sp>
        <p:nvSpPr>
          <p:cNvPr id="22" name="TextovéPole 21"/>
          <p:cNvSpPr txBox="1"/>
          <p:nvPr/>
        </p:nvSpPr>
        <p:spPr bwMode="auto">
          <a:xfrm>
            <a:off x="1053566" y="1230833"/>
            <a:ext cx="1203558" cy="1203104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18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j-ea"/>
                <a:cs typeface="+mj-cs"/>
              </a:rPr>
              <a:t>Čítač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cs-CZ" sz="1800" b="1" kern="0" dirty="0">
                <a:latin typeface="Consolas" panose="020B0609020204030204" pitchFamily="49" charset="0"/>
                <a:ea typeface="+mj-ea"/>
                <a:cs typeface="+mj-cs"/>
              </a:rPr>
              <a:t>10</a:t>
            </a:r>
            <a:endParaRPr kumimoji="0" lang="cs-CZ" sz="1800" b="1" i="0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Consolas" panose="020B0609020204030204" pitchFamily="49" charset="0"/>
              <a:ea typeface="+mj-ea"/>
              <a:cs typeface="+mj-cs"/>
            </a:endParaRPr>
          </a:p>
        </p:txBody>
      </p:sp>
      <p:cxnSp>
        <p:nvCxnSpPr>
          <p:cNvPr id="23" name="Přímá spojnice se šipkou 22"/>
          <p:cNvCxnSpPr/>
          <p:nvPr/>
        </p:nvCxnSpPr>
        <p:spPr>
          <a:xfrm>
            <a:off x="303156" y="1832385"/>
            <a:ext cx="750410" cy="0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ovéPole 23"/>
          <p:cNvSpPr txBox="1"/>
          <p:nvPr/>
        </p:nvSpPr>
        <p:spPr bwMode="auto">
          <a:xfrm>
            <a:off x="240280" y="1526595"/>
            <a:ext cx="819455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cs-CZ" sz="1000" b="1" kern="0" dirty="0">
                <a:latin typeface="Consolas" panose="020B0609020204030204" pitchFamily="49" charset="0"/>
                <a:ea typeface="+mj-ea"/>
                <a:cs typeface="+mj-cs"/>
              </a:rPr>
              <a:t>CLK 100ms</a:t>
            </a:r>
            <a:endParaRPr kumimoji="0" lang="cs-CZ" sz="1000" b="1" i="0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Consolas" panose="020B0609020204030204" pitchFamily="49" charset="0"/>
              <a:ea typeface="+mj-ea"/>
              <a:cs typeface="+mj-cs"/>
            </a:endParaRPr>
          </a:p>
        </p:txBody>
      </p:sp>
      <p:cxnSp>
        <p:nvCxnSpPr>
          <p:cNvPr id="26" name="Přímá spojnice se šipkou 25"/>
          <p:cNvCxnSpPr/>
          <p:nvPr/>
        </p:nvCxnSpPr>
        <p:spPr>
          <a:xfrm flipV="1">
            <a:off x="2257125" y="1831071"/>
            <a:ext cx="415026" cy="1314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ovéPole 26"/>
          <p:cNvSpPr txBox="1"/>
          <p:nvPr/>
        </p:nvSpPr>
        <p:spPr bwMode="auto">
          <a:xfrm>
            <a:off x="1165469" y="3144668"/>
            <a:ext cx="97975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eaLnBrk="1" hangingPunct="1"/>
            <a:r>
              <a:rPr lang="cs-CZ" sz="1400" b="1" kern="0" dirty="0">
                <a:latin typeface="Consolas" panose="020B0609020204030204" pitchFamily="49" charset="0"/>
                <a:ea typeface="+mj-ea"/>
                <a:cs typeface="+mj-cs"/>
              </a:rPr>
              <a:t>Desetiny</a:t>
            </a:r>
          </a:p>
          <a:p>
            <a:pPr algn="ctr" eaLnBrk="1" hangingPunct="1"/>
            <a:r>
              <a:rPr lang="cs-CZ" sz="1400" b="1" kern="0" dirty="0">
                <a:latin typeface="Consolas" panose="020B0609020204030204" pitchFamily="49" charset="0"/>
                <a:ea typeface="+mj-ea"/>
                <a:cs typeface="+mj-cs"/>
              </a:rPr>
              <a:t>sekundy</a:t>
            </a:r>
          </a:p>
        </p:txBody>
      </p:sp>
      <p:sp>
        <p:nvSpPr>
          <p:cNvPr id="28" name="Šipka dolů 27"/>
          <p:cNvSpPr/>
          <p:nvPr/>
        </p:nvSpPr>
        <p:spPr>
          <a:xfrm>
            <a:off x="1493323" y="2433937"/>
            <a:ext cx="324046" cy="722610"/>
          </a:xfrm>
          <a:prstGeom prst="downArrow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200" dirty="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30" name="TextovéPole 29"/>
          <p:cNvSpPr txBox="1"/>
          <p:nvPr/>
        </p:nvSpPr>
        <p:spPr bwMode="auto">
          <a:xfrm>
            <a:off x="1032536" y="1700266"/>
            <a:ext cx="415498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cs-CZ" sz="1100" b="1" kern="0" noProof="0" dirty="0" err="1">
                <a:latin typeface="Consolas" panose="020B0609020204030204" pitchFamily="49" charset="0"/>
                <a:ea typeface="+mj-ea"/>
                <a:cs typeface="+mj-cs"/>
              </a:rPr>
              <a:t>clk</a:t>
            </a:r>
            <a:endParaRPr kumimoji="0" lang="cs-CZ" sz="1100" b="1" i="0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Consolas" panose="020B0609020204030204" pitchFamily="49" charset="0"/>
              <a:ea typeface="+mj-ea"/>
              <a:cs typeface="+mj-cs"/>
            </a:endParaRPr>
          </a:p>
        </p:txBody>
      </p:sp>
      <p:sp>
        <p:nvSpPr>
          <p:cNvPr id="31" name="TextovéPole 30"/>
          <p:cNvSpPr txBox="1"/>
          <p:nvPr/>
        </p:nvSpPr>
        <p:spPr bwMode="auto">
          <a:xfrm>
            <a:off x="1544550" y="2162707"/>
            <a:ext cx="223095" cy="2712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cs-CZ" sz="1400" b="1" kern="0" noProof="0" dirty="0">
                <a:latin typeface="Consolas" panose="020B0609020204030204" pitchFamily="49" charset="0"/>
                <a:ea typeface="+mj-ea"/>
                <a:cs typeface="+mj-cs"/>
              </a:rPr>
              <a:t>Q</a:t>
            </a:r>
            <a:endParaRPr kumimoji="0" lang="cs-CZ" sz="1400" b="1" i="0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Consolas" panose="020B0609020204030204" pitchFamily="49" charset="0"/>
              <a:ea typeface="+mj-ea"/>
              <a:cs typeface="+mj-cs"/>
            </a:endParaRPr>
          </a:p>
        </p:txBody>
      </p:sp>
      <p:sp>
        <p:nvSpPr>
          <p:cNvPr id="32" name="TextovéPole 31"/>
          <p:cNvSpPr txBox="1"/>
          <p:nvPr/>
        </p:nvSpPr>
        <p:spPr bwMode="auto">
          <a:xfrm>
            <a:off x="1907704" y="1700266"/>
            <a:ext cx="415498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cs-CZ" sz="1100" b="1" kern="0" noProof="0" dirty="0">
                <a:latin typeface="Consolas" panose="020B0609020204030204" pitchFamily="49" charset="0"/>
                <a:ea typeface="+mj-ea"/>
                <a:cs typeface="+mj-cs"/>
              </a:rPr>
              <a:t>OVF</a:t>
            </a:r>
            <a:endParaRPr kumimoji="0" lang="cs-CZ" sz="1100" b="1" i="0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Consolas" panose="020B0609020204030204" pitchFamily="49" charset="0"/>
              <a:ea typeface="+mj-ea"/>
              <a:cs typeface="+mj-cs"/>
            </a:endParaRPr>
          </a:p>
        </p:txBody>
      </p:sp>
      <p:sp>
        <p:nvSpPr>
          <p:cNvPr id="36" name="TextovéPole 35"/>
          <p:cNvSpPr txBox="1"/>
          <p:nvPr/>
        </p:nvSpPr>
        <p:spPr bwMode="auto">
          <a:xfrm>
            <a:off x="2636627" y="1242465"/>
            <a:ext cx="1203558" cy="1203104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18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j-ea"/>
                <a:cs typeface="+mj-cs"/>
              </a:rPr>
              <a:t>Čítač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cs-CZ" sz="1800" b="1" kern="0" dirty="0">
                <a:latin typeface="Consolas" panose="020B0609020204030204" pitchFamily="49" charset="0"/>
                <a:ea typeface="+mj-ea"/>
                <a:cs typeface="+mj-cs"/>
              </a:rPr>
              <a:t>10</a:t>
            </a:r>
            <a:endParaRPr kumimoji="0" lang="cs-CZ" sz="1800" b="1" i="0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Consolas" panose="020B0609020204030204" pitchFamily="49" charset="0"/>
              <a:ea typeface="+mj-ea"/>
              <a:cs typeface="+mj-cs"/>
            </a:endParaRPr>
          </a:p>
        </p:txBody>
      </p:sp>
      <p:cxnSp>
        <p:nvCxnSpPr>
          <p:cNvPr id="39" name="Přímá spojnice se šipkou 38"/>
          <p:cNvCxnSpPr/>
          <p:nvPr/>
        </p:nvCxnSpPr>
        <p:spPr>
          <a:xfrm flipV="1">
            <a:off x="3840185" y="1842703"/>
            <a:ext cx="415026" cy="1314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ovéPole 39"/>
          <p:cNvSpPr txBox="1"/>
          <p:nvPr/>
        </p:nvSpPr>
        <p:spPr bwMode="auto">
          <a:xfrm>
            <a:off x="2748529" y="3148666"/>
            <a:ext cx="97975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eaLnBrk="1" hangingPunct="1"/>
            <a:r>
              <a:rPr lang="cs-CZ" sz="1400" b="1" kern="0" dirty="0">
                <a:latin typeface="Consolas" panose="020B0609020204030204" pitchFamily="49" charset="0"/>
                <a:ea typeface="+mj-ea"/>
                <a:cs typeface="+mj-cs"/>
              </a:rPr>
              <a:t>Jednotky</a:t>
            </a:r>
          </a:p>
          <a:p>
            <a:pPr algn="ctr" eaLnBrk="1" hangingPunct="1"/>
            <a:r>
              <a:rPr lang="cs-CZ" sz="1400" b="1" kern="0" dirty="0">
                <a:latin typeface="Consolas" panose="020B0609020204030204" pitchFamily="49" charset="0"/>
                <a:ea typeface="+mj-ea"/>
                <a:cs typeface="+mj-cs"/>
              </a:rPr>
              <a:t>sekund</a:t>
            </a:r>
          </a:p>
        </p:txBody>
      </p:sp>
      <p:sp>
        <p:nvSpPr>
          <p:cNvPr id="41" name="Šipka dolů 40"/>
          <p:cNvSpPr/>
          <p:nvPr/>
        </p:nvSpPr>
        <p:spPr>
          <a:xfrm>
            <a:off x="3076383" y="2445569"/>
            <a:ext cx="324046" cy="722610"/>
          </a:xfrm>
          <a:prstGeom prst="downArrow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200" dirty="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42" name="TextovéPole 41"/>
          <p:cNvSpPr txBox="1"/>
          <p:nvPr/>
        </p:nvSpPr>
        <p:spPr bwMode="auto">
          <a:xfrm>
            <a:off x="2615596" y="1700808"/>
            <a:ext cx="415498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cs-CZ" sz="1100" b="1" kern="0" noProof="0" dirty="0" err="1">
                <a:latin typeface="Consolas" panose="020B0609020204030204" pitchFamily="49" charset="0"/>
                <a:ea typeface="+mj-ea"/>
                <a:cs typeface="+mj-cs"/>
              </a:rPr>
              <a:t>clk</a:t>
            </a:r>
            <a:endParaRPr kumimoji="0" lang="cs-CZ" sz="1100" b="1" i="0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Consolas" panose="020B0609020204030204" pitchFamily="49" charset="0"/>
              <a:ea typeface="+mj-ea"/>
              <a:cs typeface="+mj-cs"/>
            </a:endParaRPr>
          </a:p>
        </p:txBody>
      </p:sp>
      <p:sp>
        <p:nvSpPr>
          <p:cNvPr id="43" name="TextovéPole 42"/>
          <p:cNvSpPr txBox="1"/>
          <p:nvPr/>
        </p:nvSpPr>
        <p:spPr bwMode="auto">
          <a:xfrm>
            <a:off x="3127610" y="2174339"/>
            <a:ext cx="223095" cy="2712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cs-CZ" sz="1400" b="1" kern="0" noProof="0" dirty="0">
                <a:latin typeface="Consolas" panose="020B0609020204030204" pitchFamily="49" charset="0"/>
                <a:ea typeface="+mj-ea"/>
                <a:cs typeface="+mj-cs"/>
              </a:rPr>
              <a:t>Q</a:t>
            </a:r>
            <a:endParaRPr kumimoji="0" lang="cs-CZ" sz="1400" b="1" i="0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Consolas" panose="020B0609020204030204" pitchFamily="49" charset="0"/>
              <a:ea typeface="+mj-ea"/>
              <a:cs typeface="+mj-cs"/>
            </a:endParaRPr>
          </a:p>
        </p:txBody>
      </p:sp>
      <p:sp>
        <p:nvSpPr>
          <p:cNvPr id="44" name="TextovéPole 43"/>
          <p:cNvSpPr txBox="1"/>
          <p:nvPr/>
        </p:nvSpPr>
        <p:spPr bwMode="auto">
          <a:xfrm>
            <a:off x="3491880" y="1711899"/>
            <a:ext cx="415498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cs-CZ" sz="1100" b="1" kern="0" noProof="0" dirty="0">
                <a:latin typeface="Consolas" panose="020B0609020204030204" pitchFamily="49" charset="0"/>
                <a:ea typeface="+mj-ea"/>
                <a:cs typeface="+mj-cs"/>
              </a:rPr>
              <a:t>OVF</a:t>
            </a:r>
            <a:endParaRPr kumimoji="0" lang="cs-CZ" sz="1100" b="1" i="0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Consolas" panose="020B0609020204030204" pitchFamily="49" charset="0"/>
              <a:ea typeface="+mj-ea"/>
              <a:cs typeface="+mj-cs"/>
            </a:endParaRPr>
          </a:p>
        </p:txBody>
      </p:sp>
      <p:sp>
        <p:nvSpPr>
          <p:cNvPr id="46" name="TextovéPole 45"/>
          <p:cNvSpPr txBox="1"/>
          <p:nvPr/>
        </p:nvSpPr>
        <p:spPr bwMode="auto">
          <a:xfrm>
            <a:off x="4240426" y="1230833"/>
            <a:ext cx="1203558" cy="1203104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18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j-ea"/>
                <a:cs typeface="+mj-cs"/>
              </a:rPr>
              <a:t>Čítač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cs-CZ" sz="1800" b="1" kern="0" dirty="0">
                <a:latin typeface="Consolas" panose="020B0609020204030204" pitchFamily="49" charset="0"/>
                <a:ea typeface="+mj-ea"/>
                <a:cs typeface="+mj-cs"/>
              </a:rPr>
              <a:t>6</a:t>
            </a:r>
            <a:endParaRPr kumimoji="0" lang="cs-CZ" sz="1800" b="1" i="0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Consolas" panose="020B0609020204030204" pitchFamily="49" charset="0"/>
              <a:ea typeface="+mj-ea"/>
              <a:cs typeface="+mj-cs"/>
            </a:endParaRPr>
          </a:p>
        </p:txBody>
      </p:sp>
      <p:cxnSp>
        <p:nvCxnSpPr>
          <p:cNvPr id="47" name="Přímá spojnice se šipkou 46"/>
          <p:cNvCxnSpPr/>
          <p:nvPr/>
        </p:nvCxnSpPr>
        <p:spPr>
          <a:xfrm flipV="1">
            <a:off x="5443984" y="1831071"/>
            <a:ext cx="415026" cy="1314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ovéPole 47"/>
          <p:cNvSpPr txBox="1"/>
          <p:nvPr/>
        </p:nvSpPr>
        <p:spPr bwMode="auto">
          <a:xfrm>
            <a:off x="4402019" y="3144669"/>
            <a:ext cx="88036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eaLnBrk="1" hangingPunct="1"/>
            <a:r>
              <a:rPr lang="cs-CZ" sz="1400" b="1" kern="0" dirty="0">
                <a:latin typeface="Consolas" panose="020B0609020204030204" pitchFamily="49" charset="0"/>
                <a:ea typeface="+mj-ea"/>
                <a:cs typeface="+mj-cs"/>
              </a:rPr>
              <a:t>Desítky</a:t>
            </a:r>
          </a:p>
          <a:p>
            <a:pPr algn="ctr" eaLnBrk="1" hangingPunct="1"/>
            <a:r>
              <a:rPr lang="cs-CZ" sz="1400" b="1" kern="0" dirty="0">
                <a:latin typeface="Consolas" panose="020B0609020204030204" pitchFamily="49" charset="0"/>
                <a:ea typeface="+mj-ea"/>
                <a:cs typeface="+mj-cs"/>
              </a:rPr>
              <a:t>sekund</a:t>
            </a:r>
          </a:p>
        </p:txBody>
      </p:sp>
      <p:sp>
        <p:nvSpPr>
          <p:cNvPr id="49" name="Šipka dolů 48"/>
          <p:cNvSpPr/>
          <p:nvPr/>
        </p:nvSpPr>
        <p:spPr>
          <a:xfrm>
            <a:off x="4680182" y="2433937"/>
            <a:ext cx="324046" cy="722610"/>
          </a:xfrm>
          <a:prstGeom prst="downArrow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200" dirty="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50" name="TextovéPole 49"/>
          <p:cNvSpPr txBox="1"/>
          <p:nvPr/>
        </p:nvSpPr>
        <p:spPr bwMode="auto">
          <a:xfrm>
            <a:off x="4219395" y="1700808"/>
            <a:ext cx="415498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cs-CZ" sz="1100" b="1" kern="0" noProof="0" dirty="0" err="1">
                <a:latin typeface="Consolas" panose="020B0609020204030204" pitchFamily="49" charset="0"/>
                <a:ea typeface="+mj-ea"/>
                <a:cs typeface="+mj-cs"/>
              </a:rPr>
              <a:t>clk</a:t>
            </a:r>
            <a:endParaRPr kumimoji="0" lang="cs-CZ" sz="1100" b="1" i="0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Consolas" panose="020B0609020204030204" pitchFamily="49" charset="0"/>
              <a:ea typeface="+mj-ea"/>
              <a:cs typeface="+mj-cs"/>
            </a:endParaRPr>
          </a:p>
        </p:txBody>
      </p:sp>
      <p:sp>
        <p:nvSpPr>
          <p:cNvPr id="51" name="TextovéPole 50"/>
          <p:cNvSpPr txBox="1"/>
          <p:nvPr/>
        </p:nvSpPr>
        <p:spPr bwMode="auto">
          <a:xfrm>
            <a:off x="4731409" y="2162707"/>
            <a:ext cx="223095" cy="2712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cs-CZ" sz="1400" b="1" kern="0" noProof="0" dirty="0">
                <a:latin typeface="Consolas" panose="020B0609020204030204" pitchFamily="49" charset="0"/>
                <a:ea typeface="+mj-ea"/>
                <a:cs typeface="+mj-cs"/>
              </a:rPr>
              <a:t>Q</a:t>
            </a:r>
            <a:endParaRPr kumimoji="0" lang="cs-CZ" sz="1400" b="1" i="0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Consolas" panose="020B0609020204030204" pitchFamily="49" charset="0"/>
              <a:ea typeface="+mj-ea"/>
              <a:cs typeface="+mj-cs"/>
            </a:endParaRPr>
          </a:p>
        </p:txBody>
      </p:sp>
      <p:sp>
        <p:nvSpPr>
          <p:cNvPr id="52" name="TextovéPole 51"/>
          <p:cNvSpPr txBox="1"/>
          <p:nvPr/>
        </p:nvSpPr>
        <p:spPr bwMode="auto">
          <a:xfrm>
            <a:off x="5076056" y="1700266"/>
            <a:ext cx="415498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cs-CZ" sz="1100" b="1" kern="0" noProof="0" dirty="0">
                <a:latin typeface="Consolas" panose="020B0609020204030204" pitchFamily="49" charset="0"/>
                <a:ea typeface="+mj-ea"/>
                <a:cs typeface="+mj-cs"/>
              </a:rPr>
              <a:t>OVF</a:t>
            </a:r>
            <a:endParaRPr kumimoji="0" lang="cs-CZ" sz="1100" b="1" i="0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Consolas" panose="020B0609020204030204" pitchFamily="49" charset="0"/>
              <a:ea typeface="+mj-ea"/>
              <a:cs typeface="+mj-cs"/>
            </a:endParaRPr>
          </a:p>
        </p:txBody>
      </p:sp>
      <p:cxnSp>
        <p:nvCxnSpPr>
          <p:cNvPr id="68" name="Přímá spojnice se šipkou 67"/>
          <p:cNvCxnSpPr/>
          <p:nvPr/>
        </p:nvCxnSpPr>
        <p:spPr>
          <a:xfrm flipV="1">
            <a:off x="7033000" y="1821709"/>
            <a:ext cx="415026" cy="1314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" name="Skupina 52"/>
          <p:cNvGrpSpPr/>
          <p:nvPr/>
        </p:nvGrpSpPr>
        <p:grpSpPr>
          <a:xfrm>
            <a:off x="5823195" y="1219200"/>
            <a:ext cx="1252535" cy="2437056"/>
            <a:chOff x="1116232" y="1232400"/>
            <a:chExt cx="1594772" cy="2765437"/>
          </a:xfrm>
        </p:grpSpPr>
        <p:sp>
          <p:nvSpPr>
            <p:cNvPr id="54" name="TextovéPole 53"/>
            <p:cNvSpPr txBox="1"/>
            <p:nvPr/>
          </p:nvSpPr>
          <p:spPr bwMode="auto">
            <a:xfrm>
              <a:off x="1143009" y="1232400"/>
              <a:ext cx="1532413" cy="136521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chemeClr val="tx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cs-CZ" sz="1800" b="1" i="0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onsolas" panose="020B0609020204030204" pitchFamily="49" charset="0"/>
                  <a:ea typeface="+mj-ea"/>
                  <a:cs typeface="+mj-cs"/>
                </a:rPr>
                <a:t>Čítač</a:t>
              </a: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cs-CZ" sz="1800" b="1" kern="0" dirty="0">
                  <a:latin typeface="Consolas" panose="020B0609020204030204" pitchFamily="49" charset="0"/>
                  <a:ea typeface="+mj-ea"/>
                  <a:cs typeface="+mj-cs"/>
                </a:rPr>
                <a:t>10</a:t>
              </a:r>
              <a:endParaRPr kumimoji="0" lang="cs-CZ" sz="18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j-ea"/>
                <a:cs typeface="+mj-cs"/>
              </a:endParaRPr>
            </a:p>
          </p:txBody>
        </p:sp>
        <p:sp>
          <p:nvSpPr>
            <p:cNvPr id="56" name="TextovéPole 55"/>
            <p:cNvSpPr txBox="1"/>
            <p:nvPr/>
          </p:nvSpPr>
          <p:spPr bwMode="auto">
            <a:xfrm>
              <a:off x="1285488" y="3404116"/>
              <a:ext cx="1247459" cy="5937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cs-CZ" sz="1400" b="1" kern="0" dirty="0">
                  <a:latin typeface="Consolas" panose="020B0609020204030204" pitchFamily="49" charset="0"/>
                  <a:ea typeface="+mj-ea"/>
                  <a:cs typeface="+mj-cs"/>
                </a:rPr>
                <a:t>Jednotky</a:t>
              </a:r>
            </a:p>
            <a:p>
              <a:pPr algn="ctr" eaLnBrk="1" hangingPunct="1"/>
              <a:r>
                <a:rPr lang="cs-CZ" sz="1400" b="1" kern="0" dirty="0">
                  <a:latin typeface="Consolas" panose="020B0609020204030204" pitchFamily="49" charset="0"/>
                  <a:ea typeface="+mj-ea"/>
                  <a:cs typeface="+mj-cs"/>
                </a:rPr>
                <a:t>minut</a:t>
              </a:r>
            </a:p>
          </p:txBody>
        </p:sp>
        <p:sp>
          <p:nvSpPr>
            <p:cNvPr id="57" name="Šipka dolů 56"/>
            <p:cNvSpPr/>
            <p:nvPr/>
          </p:nvSpPr>
          <p:spPr>
            <a:xfrm>
              <a:off x="1702922" y="2597616"/>
              <a:ext cx="412587" cy="819978"/>
            </a:xfrm>
            <a:prstGeom prst="downArrow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cs-CZ" sz="1200" dirty="0">
                  <a:solidFill>
                    <a:schemeClr val="tx1"/>
                  </a:solidFill>
                  <a:latin typeface="Consolas" panose="020B0609020204030204" pitchFamily="49" charset="0"/>
                </a:rPr>
                <a:t>4</a:t>
              </a:r>
            </a:p>
          </p:txBody>
        </p:sp>
        <p:sp>
          <p:nvSpPr>
            <p:cNvPr id="58" name="TextovéPole 57"/>
            <p:cNvSpPr txBox="1"/>
            <p:nvPr/>
          </p:nvSpPr>
          <p:spPr bwMode="auto">
            <a:xfrm>
              <a:off x="1116232" y="1778902"/>
              <a:ext cx="529027" cy="2968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cs-CZ" sz="1100" b="1" kern="0" noProof="0" dirty="0" err="1">
                  <a:latin typeface="Consolas" panose="020B0609020204030204" pitchFamily="49" charset="0"/>
                  <a:ea typeface="+mj-ea"/>
                  <a:cs typeface="+mj-cs"/>
                </a:rPr>
                <a:t>clk</a:t>
              </a:r>
              <a:endParaRPr kumimoji="0" lang="cs-CZ" sz="11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j-ea"/>
                <a:cs typeface="+mj-cs"/>
              </a:endParaRPr>
            </a:p>
          </p:txBody>
        </p:sp>
        <p:sp>
          <p:nvSpPr>
            <p:cNvPr id="59" name="TextovéPole 58"/>
            <p:cNvSpPr txBox="1"/>
            <p:nvPr/>
          </p:nvSpPr>
          <p:spPr bwMode="auto">
            <a:xfrm>
              <a:off x="1768147" y="2289839"/>
              <a:ext cx="284052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cs-CZ" sz="1400" b="1" kern="0" noProof="0" dirty="0">
                  <a:latin typeface="Consolas" panose="020B0609020204030204" pitchFamily="49" charset="0"/>
                  <a:ea typeface="+mj-ea"/>
                  <a:cs typeface="+mj-cs"/>
                </a:rPr>
                <a:t>Q</a:t>
              </a:r>
              <a:endParaRPr kumimoji="0" lang="cs-CZ" sz="14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j-ea"/>
                <a:cs typeface="+mj-cs"/>
              </a:endParaRPr>
            </a:p>
          </p:txBody>
        </p:sp>
        <p:sp>
          <p:nvSpPr>
            <p:cNvPr id="60" name="TextovéPole 59"/>
            <p:cNvSpPr txBox="1"/>
            <p:nvPr/>
          </p:nvSpPr>
          <p:spPr bwMode="auto">
            <a:xfrm>
              <a:off x="2181977" y="1778902"/>
              <a:ext cx="529027" cy="2968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cs-CZ" sz="1100" b="1" kern="0" noProof="0" dirty="0">
                  <a:latin typeface="Consolas" panose="020B0609020204030204" pitchFamily="49" charset="0"/>
                  <a:ea typeface="+mj-ea"/>
                  <a:cs typeface="+mj-cs"/>
                </a:rPr>
                <a:t>OVF</a:t>
              </a:r>
              <a:endParaRPr kumimoji="0" lang="cs-CZ" sz="11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j-ea"/>
                <a:cs typeface="+mj-cs"/>
              </a:endParaRPr>
            </a:p>
          </p:txBody>
        </p:sp>
      </p:grpSp>
      <p:sp>
        <p:nvSpPr>
          <p:cNvPr id="62" name="TextovéPole 61"/>
          <p:cNvSpPr txBox="1"/>
          <p:nvPr/>
        </p:nvSpPr>
        <p:spPr bwMode="auto">
          <a:xfrm>
            <a:off x="7441583" y="1219200"/>
            <a:ext cx="1203558" cy="1203104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18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j-ea"/>
                <a:cs typeface="+mj-cs"/>
              </a:rPr>
              <a:t>Čítač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cs-CZ" sz="1800" b="1" kern="0" dirty="0">
                <a:latin typeface="Consolas" panose="020B0609020204030204" pitchFamily="49" charset="0"/>
                <a:ea typeface="+mj-ea"/>
                <a:cs typeface="+mj-cs"/>
              </a:rPr>
              <a:t>6</a:t>
            </a:r>
            <a:endParaRPr kumimoji="0" lang="cs-CZ" sz="1800" b="1" i="0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Consolas" panose="020B0609020204030204" pitchFamily="49" charset="0"/>
              <a:ea typeface="+mj-ea"/>
              <a:cs typeface="+mj-cs"/>
            </a:endParaRPr>
          </a:p>
        </p:txBody>
      </p:sp>
      <p:sp>
        <p:nvSpPr>
          <p:cNvPr id="63" name="TextovéPole 62"/>
          <p:cNvSpPr txBox="1"/>
          <p:nvPr/>
        </p:nvSpPr>
        <p:spPr bwMode="auto">
          <a:xfrm>
            <a:off x="7603179" y="3133036"/>
            <a:ext cx="88037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eaLnBrk="1" hangingPunct="1"/>
            <a:r>
              <a:rPr lang="cs-CZ" sz="1400" b="1" kern="0" dirty="0">
                <a:latin typeface="Consolas" panose="020B0609020204030204" pitchFamily="49" charset="0"/>
                <a:ea typeface="+mj-ea"/>
                <a:cs typeface="+mj-cs"/>
              </a:rPr>
              <a:t>Desítky</a:t>
            </a:r>
          </a:p>
          <a:p>
            <a:pPr algn="ctr" eaLnBrk="1" hangingPunct="1"/>
            <a:r>
              <a:rPr lang="cs-CZ" sz="1400" b="1" kern="0" dirty="0">
                <a:latin typeface="Consolas" panose="020B0609020204030204" pitchFamily="49" charset="0"/>
                <a:ea typeface="+mj-ea"/>
                <a:cs typeface="+mj-cs"/>
              </a:rPr>
              <a:t>minut</a:t>
            </a:r>
          </a:p>
        </p:txBody>
      </p:sp>
      <p:sp>
        <p:nvSpPr>
          <p:cNvPr id="64" name="Šipka dolů 63"/>
          <p:cNvSpPr/>
          <p:nvPr/>
        </p:nvSpPr>
        <p:spPr>
          <a:xfrm>
            <a:off x="7881339" y="2422304"/>
            <a:ext cx="324046" cy="722610"/>
          </a:xfrm>
          <a:prstGeom prst="downArrow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200" dirty="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65" name="TextovéPole 64"/>
          <p:cNvSpPr txBox="1"/>
          <p:nvPr/>
        </p:nvSpPr>
        <p:spPr bwMode="auto">
          <a:xfrm>
            <a:off x="7420552" y="1688633"/>
            <a:ext cx="415498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cs-CZ" sz="1100" b="1" kern="0" noProof="0" dirty="0" err="1">
                <a:latin typeface="Consolas" panose="020B0609020204030204" pitchFamily="49" charset="0"/>
                <a:ea typeface="+mj-ea"/>
                <a:cs typeface="+mj-cs"/>
              </a:rPr>
              <a:t>clk</a:t>
            </a:r>
            <a:endParaRPr kumimoji="0" lang="cs-CZ" sz="1100" b="1" i="0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Consolas" panose="020B0609020204030204" pitchFamily="49" charset="0"/>
              <a:ea typeface="+mj-ea"/>
              <a:cs typeface="+mj-cs"/>
            </a:endParaRPr>
          </a:p>
        </p:txBody>
      </p:sp>
      <p:sp>
        <p:nvSpPr>
          <p:cNvPr id="66" name="TextovéPole 65"/>
          <p:cNvSpPr txBox="1"/>
          <p:nvPr/>
        </p:nvSpPr>
        <p:spPr bwMode="auto">
          <a:xfrm>
            <a:off x="7932566" y="2151074"/>
            <a:ext cx="223095" cy="2712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cs-CZ" sz="1400" b="1" kern="0" noProof="0" dirty="0">
                <a:latin typeface="Consolas" panose="020B0609020204030204" pitchFamily="49" charset="0"/>
                <a:ea typeface="+mj-ea"/>
                <a:cs typeface="+mj-cs"/>
              </a:rPr>
              <a:t>Q</a:t>
            </a:r>
            <a:endParaRPr kumimoji="0" lang="cs-CZ" sz="1400" b="1" i="0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Consolas" panose="020B0609020204030204" pitchFamily="49" charset="0"/>
              <a:ea typeface="+mj-ea"/>
              <a:cs typeface="+mj-cs"/>
            </a:endParaRPr>
          </a:p>
        </p:txBody>
      </p:sp>
      <p:sp>
        <p:nvSpPr>
          <p:cNvPr id="67" name="TextovéPole 66"/>
          <p:cNvSpPr txBox="1"/>
          <p:nvPr/>
        </p:nvSpPr>
        <p:spPr bwMode="auto">
          <a:xfrm>
            <a:off x="8257589" y="1688633"/>
            <a:ext cx="415498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cs-CZ" sz="1100" b="1" kern="0" noProof="0" dirty="0">
                <a:latin typeface="Consolas" panose="020B0609020204030204" pitchFamily="49" charset="0"/>
                <a:ea typeface="+mj-ea"/>
                <a:cs typeface="+mj-cs"/>
              </a:rPr>
              <a:t>OVF</a:t>
            </a:r>
            <a:endParaRPr kumimoji="0" lang="cs-CZ" sz="1100" b="1" i="0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Consolas" panose="020B0609020204030204" pitchFamily="49" charset="0"/>
              <a:ea typeface="+mj-ea"/>
              <a:cs typeface="+mj-cs"/>
            </a:endParaRPr>
          </a:p>
        </p:txBody>
      </p:sp>
      <p:sp>
        <p:nvSpPr>
          <p:cNvPr id="45" name="TextovéPole 44"/>
          <p:cNvSpPr txBox="1"/>
          <p:nvPr/>
        </p:nvSpPr>
        <p:spPr>
          <a:xfrm>
            <a:off x="8172400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6318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0" name="Rectangle 2"/>
          <p:cNvSpPr>
            <a:spLocks noGrp="1" noChangeArrowheads="1"/>
          </p:cNvSpPr>
          <p:nvPr>
            <p:ph type="title"/>
          </p:nvPr>
        </p:nvSpPr>
        <p:spPr>
          <a:xfrm>
            <a:off x="500034" y="280108"/>
            <a:ext cx="8629624" cy="720000"/>
          </a:xfrm>
          <a:noFill/>
          <a:ln/>
        </p:spPr>
        <p:txBody>
          <a:bodyPr/>
          <a:lstStyle/>
          <a:p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Realizace čítače VHDL</a:t>
            </a:r>
          </a:p>
        </p:txBody>
      </p:sp>
      <p:sp>
        <p:nvSpPr>
          <p:cNvPr id="299014" name="Text Box 6"/>
          <p:cNvSpPr txBox="1">
            <a:spLocks noChangeArrowheads="1"/>
          </p:cNvSpPr>
          <p:nvPr/>
        </p:nvSpPr>
        <p:spPr bwMode="auto">
          <a:xfrm>
            <a:off x="360001" y="1080000"/>
            <a:ext cx="8784000" cy="216982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 indent="-504000" algn="l">
              <a:spcAft>
                <a:spcPts val="18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n"/>
            </a:pPr>
            <a:r>
              <a:rPr lang="cs-CZ" dirty="0">
                <a:latin typeface="Verdana" pitchFamily="34" charset="0"/>
              </a:rPr>
              <a:t>Knihovna </a:t>
            </a:r>
            <a:r>
              <a:rPr lang="cs-CZ" b="1" dirty="0">
                <a:latin typeface="Verdana" pitchFamily="34" charset="0"/>
              </a:rPr>
              <a:t>pro aritmetické operace </a:t>
            </a:r>
            <a:br>
              <a:rPr lang="cs-CZ" b="1" dirty="0">
                <a:latin typeface="Verdana" pitchFamily="34" charset="0"/>
              </a:rPr>
            </a:br>
            <a:r>
              <a:rPr lang="cs-CZ" b="1" dirty="0">
                <a:latin typeface="Consolas" panose="020B0609020204030204" pitchFamily="49" charset="0"/>
              </a:rPr>
              <a:t>use IEEE.STD_LOGIC_ARITH.ALL;</a:t>
            </a:r>
            <a:br>
              <a:rPr lang="cs-CZ" b="1" dirty="0">
                <a:latin typeface="Consolas" panose="020B0609020204030204" pitchFamily="49" charset="0"/>
              </a:rPr>
            </a:br>
            <a:r>
              <a:rPr lang="cs-CZ" b="1" dirty="0">
                <a:latin typeface="Consolas" panose="020B0609020204030204" pitchFamily="49" charset="0"/>
              </a:rPr>
              <a:t>use IEEE.STD_LOGIC </a:t>
            </a:r>
            <a:endParaRPr lang="cs-CZ" b="1" dirty="0">
              <a:latin typeface="Verdana" pitchFamily="34" charset="0"/>
            </a:endParaRPr>
          </a:p>
          <a:p>
            <a:pPr marL="504000" indent="-504000" algn="l">
              <a:spcAft>
                <a:spcPts val="18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n"/>
            </a:pPr>
            <a:r>
              <a:rPr lang="cs-CZ" dirty="0">
                <a:latin typeface="Verdana" pitchFamily="34" charset="0"/>
              </a:rPr>
              <a:t>Paměťovou proměnnou definujeme jako </a:t>
            </a:r>
            <a:r>
              <a:rPr lang="cs-CZ" b="1" dirty="0">
                <a:latin typeface="Verdana" pitchFamily="34" charset="0"/>
              </a:rPr>
              <a:t>signál</a:t>
            </a:r>
            <a:r>
              <a:rPr lang="cs-CZ" dirty="0">
                <a:latin typeface="Verdana" pitchFamily="34" charset="0"/>
              </a:rPr>
              <a:t>, nemůžeme ji použít jako výstup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3676070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90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90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9014" grpId="0" uiExpand="1" build="allAtOnce" autoUpdateAnimBg="0"/>
      <p:bldP spid="4" grpId="0" animBg="1"/>
      <p:bldP spid="5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629624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solidFill>
                  <a:srgbClr val="000000"/>
                </a:solidFill>
                <a:latin typeface="Verdana" pitchFamily="34" charset="0"/>
              </a:rPr>
              <a:t>Příklad 1</a:t>
            </a:r>
            <a:endParaRPr lang="cs-CZ" sz="40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6570" name="Text Box 10"/>
          <p:cNvSpPr txBox="1">
            <a:spLocks noChangeArrowheads="1"/>
          </p:cNvSpPr>
          <p:nvPr/>
        </p:nvSpPr>
        <p:spPr bwMode="auto">
          <a:xfrm>
            <a:off x="360000" y="1080000"/>
            <a:ext cx="8784000" cy="115416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 indent="-504000" algn="l">
              <a:spcAft>
                <a:spcPts val="6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b="1" dirty="0">
                <a:latin typeface="Verdana" pitchFamily="34" charset="0"/>
              </a:rPr>
              <a:t>Zadání</a:t>
            </a:r>
          </a:p>
          <a:p>
            <a:pPr marL="504000" algn="l">
              <a:spcAft>
                <a:spcPts val="600"/>
              </a:spcAft>
              <a:buClr>
                <a:schemeClr val="bg2"/>
              </a:buClr>
              <a:buSzPct val="100000"/>
            </a:pPr>
            <a:r>
              <a:rPr lang="cs-CZ" sz="2000" dirty="0">
                <a:latin typeface="Verdana" pitchFamily="34" charset="0"/>
              </a:rPr>
              <a:t>Čítač vpřed 0,1,…15</a:t>
            </a:r>
            <a:r>
              <a:rPr lang="en-US" sz="2000" dirty="0">
                <a:latin typeface="Verdana" pitchFamily="34" charset="0"/>
              </a:rPr>
              <a:t>; </a:t>
            </a:r>
            <a:r>
              <a:rPr lang="cs-CZ" sz="2000" dirty="0">
                <a:latin typeface="Verdana" pitchFamily="34" charset="0"/>
              </a:rPr>
              <a:t>asynchronní reset</a:t>
            </a:r>
            <a:r>
              <a:rPr lang="en-US" sz="2000" dirty="0">
                <a:latin typeface="Verdana" pitchFamily="34" charset="0"/>
              </a:rPr>
              <a:t>; </a:t>
            </a:r>
            <a:r>
              <a:rPr lang="cs-CZ" sz="2000" dirty="0">
                <a:latin typeface="Verdana" pitchFamily="34" charset="0"/>
              </a:rPr>
              <a:t>přetečení OVF z 15-0</a:t>
            </a:r>
            <a:r>
              <a:rPr lang="en-US" sz="2000" dirty="0">
                <a:latin typeface="Verdana" pitchFamily="34" charset="0"/>
              </a:rPr>
              <a:t>; </a:t>
            </a:r>
            <a:r>
              <a:rPr lang="cs-CZ" sz="2000" dirty="0">
                <a:latin typeface="Verdana" pitchFamily="34" charset="0"/>
              </a:rPr>
              <a:t>reakce na nástupnou hranu</a:t>
            </a:r>
          </a:p>
        </p:txBody>
      </p:sp>
      <p:sp>
        <p:nvSpPr>
          <p:cNvPr id="14" name="TextovéPole 13"/>
          <p:cNvSpPr txBox="1"/>
          <p:nvPr/>
        </p:nvSpPr>
        <p:spPr>
          <a:xfrm>
            <a:off x="8172400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11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2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66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3" name="Tlačítko akce: Vlastní 12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20" name="Tlačítko akce: Vlastní 19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21" name="Tlačítko akce: Vlastní 20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2595118508"/>
      </p:ext>
    </p:extLst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65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65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629624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solidFill>
                  <a:srgbClr val="000000"/>
                </a:solidFill>
                <a:latin typeface="Verdana" pitchFamily="34" charset="0"/>
              </a:rPr>
              <a:t>Příklad 2</a:t>
            </a:r>
            <a:endParaRPr lang="cs-CZ" sz="40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6570" name="Text Box 10"/>
          <p:cNvSpPr txBox="1">
            <a:spLocks noChangeArrowheads="1"/>
          </p:cNvSpPr>
          <p:nvPr/>
        </p:nvSpPr>
        <p:spPr bwMode="auto">
          <a:xfrm>
            <a:off x="360000" y="1080000"/>
            <a:ext cx="8784000" cy="115416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 indent="-504000" algn="l">
              <a:spcAft>
                <a:spcPts val="6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b="1" dirty="0">
                <a:latin typeface="Verdana" pitchFamily="34" charset="0"/>
              </a:rPr>
              <a:t>Zadání</a:t>
            </a:r>
          </a:p>
          <a:p>
            <a:pPr marL="504000" algn="l">
              <a:spcAft>
                <a:spcPts val="600"/>
              </a:spcAft>
              <a:buClr>
                <a:schemeClr val="bg2"/>
              </a:buClr>
              <a:buSzPct val="100000"/>
            </a:pPr>
            <a:r>
              <a:rPr lang="cs-CZ" sz="2000" dirty="0">
                <a:latin typeface="Verdana" pitchFamily="34" charset="0"/>
              </a:rPr>
              <a:t>Čítač vpřed 0,1,…9</a:t>
            </a:r>
            <a:r>
              <a:rPr lang="en-US" sz="2000" dirty="0">
                <a:latin typeface="Verdana" pitchFamily="34" charset="0"/>
              </a:rPr>
              <a:t>; </a:t>
            </a:r>
            <a:r>
              <a:rPr lang="cs-CZ" sz="2000" dirty="0">
                <a:latin typeface="Verdana" pitchFamily="34" charset="0"/>
              </a:rPr>
              <a:t>asynchronní reset</a:t>
            </a:r>
            <a:r>
              <a:rPr lang="en-US" sz="2000" dirty="0">
                <a:latin typeface="Verdana" pitchFamily="34" charset="0"/>
              </a:rPr>
              <a:t>; </a:t>
            </a:r>
            <a:r>
              <a:rPr lang="cs-CZ" sz="2000" dirty="0">
                <a:latin typeface="Verdana" pitchFamily="34" charset="0"/>
              </a:rPr>
              <a:t>přetečení OVF z 9-0</a:t>
            </a:r>
            <a:r>
              <a:rPr lang="en-US" sz="2000" dirty="0">
                <a:latin typeface="Verdana" pitchFamily="34" charset="0"/>
              </a:rPr>
              <a:t>; </a:t>
            </a:r>
            <a:r>
              <a:rPr lang="cs-CZ" sz="2000" dirty="0">
                <a:latin typeface="Verdana" pitchFamily="34" charset="0"/>
              </a:rPr>
              <a:t>reakce na sestupnou hranu</a:t>
            </a:r>
          </a:p>
        </p:txBody>
      </p:sp>
      <p:sp>
        <p:nvSpPr>
          <p:cNvPr id="14" name="TextovéPole 13"/>
          <p:cNvSpPr txBox="1"/>
          <p:nvPr/>
        </p:nvSpPr>
        <p:spPr>
          <a:xfrm>
            <a:off x="8172400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11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2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67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3" name="Tlačítko akce: Vlastní 12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20" name="Tlačítko akce: Vlastní 19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21" name="Tlačítko akce: Vlastní 20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3144881815"/>
      </p:ext>
    </p:extLst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65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65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629624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solidFill>
                  <a:srgbClr val="000000"/>
                </a:solidFill>
                <a:latin typeface="Verdana" pitchFamily="34" charset="0"/>
              </a:rPr>
              <a:t>Příklad 3</a:t>
            </a:r>
            <a:endParaRPr lang="cs-CZ" sz="40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6570" name="Text Box 10"/>
          <p:cNvSpPr txBox="1">
            <a:spLocks noChangeArrowheads="1"/>
          </p:cNvSpPr>
          <p:nvPr/>
        </p:nvSpPr>
        <p:spPr bwMode="auto">
          <a:xfrm>
            <a:off x="360000" y="1080000"/>
            <a:ext cx="8784000" cy="223138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 indent="-504000" algn="l">
              <a:spcAft>
                <a:spcPts val="6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b="1" dirty="0">
                <a:latin typeface="Verdana" pitchFamily="34" charset="0"/>
              </a:rPr>
              <a:t>Zadání</a:t>
            </a:r>
          </a:p>
          <a:p>
            <a:pPr marL="504000" indent="-504000" algn="l">
              <a:spcAft>
                <a:spcPts val="1200"/>
              </a:spcAft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ü"/>
            </a:pPr>
            <a:r>
              <a:rPr lang="cs-CZ" sz="2000" dirty="0">
                <a:latin typeface="Verdana" pitchFamily="34" charset="0"/>
              </a:rPr>
              <a:t>Čítač vzad 9,8,..1,0</a:t>
            </a:r>
          </a:p>
          <a:p>
            <a:pPr marL="504000" indent="-504000" algn="l">
              <a:spcAft>
                <a:spcPts val="1200"/>
              </a:spcAft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ü"/>
            </a:pPr>
            <a:r>
              <a:rPr lang="cs-CZ" sz="2000" dirty="0">
                <a:latin typeface="Verdana" pitchFamily="34" charset="0"/>
              </a:rPr>
              <a:t>Asynchronní reset</a:t>
            </a:r>
          </a:p>
          <a:p>
            <a:pPr marL="504000" indent="-504000" algn="l">
              <a:spcAft>
                <a:spcPts val="1200"/>
              </a:spcAft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ü"/>
            </a:pPr>
            <a:r>
              <a:rPr lang="cs-CZ" sz="2000" dirty="0">
                <a:latin typeface="Verdana" pitchFamily="34" charset="0"/>
              </a:rPr>
              <a:t>Podtečení BO z 0-9</a:t>
            </a:r>
          </a:p>
          <a:p>
            <a:pPr marL="504000" indent="-504000" algn="l">
              <a:spcAft>
                <a:spcPts val="1200"/>
              </a:spcAft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ü"/>
            </a:pPr>
            <a:r>
              <a:rPr lang="cs-CZ" sz="2000" dirty="0">
                <a:latin typeface="Verdana" pitchFamily="34" charset="0"/>
              </a:rPr>
              <a:t>Reakce na sestupnou hranu</a:t>
            </a:r>
          </a:p>
        </p:txBody>
      </p:sp>
      <p:sp>
        <p:nvSpPr>
          <p:cNvPr id="14" name="TextovéPole 13"/>
          <p:cNvSpPr txBox="1"/>
          <p:nvPr/>
        </p:nvSpPr>
        <p:spPr>
          <a:xfrm>
            <a:off x="8172400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11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2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68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3" name="Tlačítko akce: Vlastní 12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20" name="Tlačítko akce: Vlastní 19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21" name="Tlačítko akce: Vlastní 20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4150641494"/>
      </p:ext>
    </p:extLst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65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65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65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65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65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629624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solidFill>
                  <a:srgbClr val="000000"/>
                </a:solidFill>
                <a:latin typeface="Verdana" pitchFamily="34" charset="0"/>
              </a:rPr>
              <a:t>Příklad 4</a:t>
            </a:r>
            <a:endParaRPr lang="cs-CZ" sz="40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6570" name="Text Box 10"/>
          <p:cNvSpPr txBox="1">
            <a:spLocks noChangeArrowheads="1"/>
          </p:cNvSpPr>
          <p:nvPr/>
        </p:nvSpPr>
        <p:spPr bwMode="auto">
          <a:xfrm>
            <a:off x="360000" y="1080000"/>
            <a:ext cx="8784000" cy="176971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 indent="-504000" algn="l">
              <a:spcAft>
                <a:spcPts val="6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b="1" dirty="0">
                <a:latin typeface="Verdana" pitchFamily="34" charset="0"/>
              </a:rPr>
              <a:t>Zadání</a:t>
            </a:r>
          </a:p>
          <a:p>
            <a:pPr marL="504000" indent="-504000" algn="l">
              <a:spcAft>
                <a:spcPts val="1200"/>
              </a:spcAft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ü"/>
            </a:pPr>
            <a:r>
              <a:rPr lang="cs-CZ" sz="2000" dirty="0">
                <a:latin typeface="Verdana" pitchFamily="34" charset="0"/>
              </a:rPr>
              <a:t>Synchronní čítač 0-1-2-8-9</a:t>
            </a:r>
          </a:p>
          <a:p>
            <a:pPr marL="504000" indent="-504000" algn="l">
              <a:spcAft>
                <a:spcPts val="1200"/>
              </a:spcAft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ü"/>
            </a:pPr>
            <a:r>
              <a:rPr lang="cs-CZ" sz="2000" dirty="0">
                <a:latin typeface="Verdana" pitchFamily="34" charset="0"/>
              </a:rPr>
              <a:t>Asynchronní reset</a:t>
            </a:r>
          </a:p>
          <a:p>
            <a:pPr marL="504000" indent="-504000" algn="l">
              <a:spcAft>
                <a:spcPts val="1200"/>
              </a:spcAft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ü"/>
            </a:pPr>
            <a:r>
              <a:rPr lang="cs-CZ" sz="2000" dirty="0">
                <a:latin typeface="Verdana" pitchFamily="34" charset="0"/>
              </a:rPr>
              <a:t>Reakce na nástupnou hranu</a:t>
            </a:r>
          </a:p>
        </p:txBody>
      </p:sp>
      <p:sp>
        <p:nvSpPr>
          <p:cNvPr id="14" name="TextovéPole 13"/>
          <p:cNvSpPr txBox="1"/>
          <p:nvPr/>
        </p:nvSpPr>
        <p:spPr>
          <a:xfrm>
            <a:off x="8172400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11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2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69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3" name="Tlačítko akce: Vlastní 12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20" name="Tlačítko akce: Vlastní 19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21" name="Tlačítko akce: Vlastní 20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3304443067"/>
      </p:ext>
    </p:extLst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65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65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65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65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629624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solidFill>
                  <a:srgbClr val="000000"/>
                </a:solidFill>
                <a:latin typeface="Verdana" pitchFamily="34" charset="0"/>
              </a:rPr>
              <a:t>Příklad 5</a:t>
            </a:r>
            <a:endParaRPr lang="cs-CZ" sz="40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6570" name="Text Box 10"/>
          <p:cNvSpPr txBox="1">
            <a:spLocks noChangeArrowheads="1"/>
          </p:cNvSpPr>
          <p:nvPr/>
        </p:nvSpPr>
        <p:spPr bwMode="auto">
          <a:xfrm>
            <a:off x="360000" y="1080000"/>
            <a:ext cx="8784000" cy="269304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 indent="-504000" algn="l">
              <a:spcAft>
                <a:spcPts val="6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b="1" dirty="0">
                <a:latin typeface="Verdana" pitchFamily="34" charset="0"/>
              </a:rPr>
              <a:t>Zadání</a:t>
            </a:r>
          </a:p>
          <a:p>
            <a:pPr marL="504000" indent="-504000" algn="l">
              <a:spcAft>
                <a:spcPts val="1200"/>
              </a:spcAft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ü"/>
            </a:pPr>
            <a:r>
              <a:rPr lang="cs-CZ" sz="2000" dirty="0">
                <a:latin typeface="Verdana" pitchFamily="34" charset="0"/>
              </a:rPr>
              <a:t>Dekadický čítač </a:t>
            </a:r>
          </a:p>
          <a:p>
            <a:pPr marL="504000" indent="-504000" algn="l">
              <a:spcAft>
                <a:spcPts val="1200"/>
              </a:spcAft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ü"/>
            </a:pPr>
            <a:r>
              <a:rPr lang="cs-CZ" sz="2000" dirty="0">
                <a:latin typeface="Verdana" pitchFamily="34" charset="0"/>
              </a:rPr>
              <a:t>Obousměrný</a:t>
            </a:r>
          </a:p>
          <a:p>
            <a:pPr marL="504000" indent="-504000" algn="l">
              <a:spcAft>
                <a:spcPts val="1200"/>
              </a:spcAft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ü"/>
            </a:pPr>
            <a:r>
              <a:rPr lang="cs-CZ" sz="2000" dirty="0">
                <a:latin typeface="Verdana" pitchFamily="34" charset="0"/>
              </a:rPr>
              <a:t>Asynchronní reset</a:t>
            </a:r>
          </a:p>
          <a:p>
            <a:pPr marL="504000" indent="-504000" algn="l">
              <a:spcAft>
                <a:spcPts val="1200"/>
              </a:spcAft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ü"/>
            </a:pPr>
            <a:r>
              <a:rPr lang="cs-CZ" sz="2000" dirty="0">
                <a:latin typeface="Verdana" pitchFamily="34" charset="0"/>
              </a:rPr>
              <a:t>Podtečení BO z 0-9, přetečení OV z 9-0</a:t>
            </a:r>
          </a:p>
          <a:p>
            <a:pPr marL="504000" indent="-504000" algn="l">
              <a:spcAft>
                <a:spcPts val="1200"/>
              </a:spcAft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ü"/>
            </a:pPr>
            <a:r>
              <a:rPr lang="cs-CZ" sz="2000" dirty="0">
                <a:latin typeface="Verdana" pitchFamily="34" charset="0"/>
              </a:rPr>
              <a:t>Reakce na sestupnou hranu</a:t>
            </a:r>
          </a:p>
        </p:txBody>
      </p:sp>
      <p:sp>
        <p:nvSpPr>
          <p:cNvPr id="14" name="TextovéPole 13"/>
          <p:cNvSpPr txBox="1"/>
          <p:nvPr/>
        </p:nvSpPr>
        <p:spPr>
          <a:xfrm>
            <a:off x="8172400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11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2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70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3" name="Tlačítko akce: Vlastní 12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20" name="Tlačítko akce: Vlastní 19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21" name="Tlačítko akce: Vlastní 20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994945903"/>
      </p:ext>
    </p:extLst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65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65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65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65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65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65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629624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solidFill>
                  <a:srgbClr val="000000"/>
                </a:solidFill>
                <a:latin typeface="Verdana" pitchFamily="34" charset="0"/>
              </a:rPr>
              <a:t>Příklad 6</a:t>
            </a:r>
            <a:endParaRPr lang="cs-CZ" sz="40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6570" name="Text Box 10"/>
          <p:cNvSpPr txBox="1">
            <a:spLocks noChangeArrowheads="1"/>
          </p:cNvSpPr>
          <p:nvPr/>
        </p:nvSpPr>
        <p:spPr bwMode="auto">
          <a:xfrm>
            <a:off x="360000" y="1080000"/>
            <a:ext cx="8784000" cy="306237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 indent="-504000" algn="l">
              <a:spcAft>
                <a:spcPts val="6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sz="2800" b="1" dirty="0">
                <a:latin typeface="Verdana" pitchFamily="34" charset="0"/>
              </a:rPr>
              <a:t>Zadání</a:t>
            </a:r>
          </a:p>
          <a:p>
            <a:pPr marL="504000" indent="-504000" algn="l">
              <a:spcAft>
                <a:spcPts val="1200"/>
              </a:spcAft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ü"/>
            </a:pPr>
            <a:r>
              <a:rPr lang="cs-CZ" dirty="0">
                <a:latin typeface="Verdana" pitchFamily="34" charset="0"/>
              </a:rPr>
              <a:t>Kaskáda čítačů vpřed </a:t>
            </a:r>
          </a:p>
          <a:p>
            <a:pPr marL="504000" indent="-504000" algn="l">
              <a:spcAft>
                <a:spcPts val="1200"/>
              </a:spcAft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ü"/>
            </a:pPr>
            <a:r>
              <a:rPr lang="cs-CZ" dirty="0">
                <a:latin typeface="Verdana" pitchFamily="34" charset="0"/>
              </a:rPr>
              <a:t>Jednotlivé čítače 4 bity</a:t>
            </a:r>
          </a:p>
          <a:p>
            <a:pPr marL="504000" indent="-504000" algn="l">
              <a:spcAft>
                <a:spcPts val="1200"/>
              </a:spcAft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ü"/>
            </a:pPr>
            <a:r>
              <a:rPr lang="cs-CZ" dirty="0">
                <a:latin typeface="Verdana" pitchFamily="34" charset="0"/>
              </a:rPr>
              <a:t>Asynchronní reset</a:t>
            </a:r>
          </a:p>
          <a:p>
            <a:pPr marL="504000" indent="-504000" algn="l">
              <a:spcAft>
                <a:spcPts val="1200"/>
              </a:spcAft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ü"/>
            </a:pPr>
            <a:r>
              <a:rPr lang="cs-CZ" dirty="0">
                <a:latin typeface="Verdana" pitchFamily="34" charset="0"/>
              </a:rPr>
              <a:t>Přetečení posledního čítače</a:t>
            </a:r>
          </a:p>
          <a:p>
            <a:pPr marL="504000" indent="-504000" algn="l">
              <a:spcAft>
                <a:spcPts val="1200"/>
              </a:spcAft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ü"/>
            </a:pPr>
            <a:r>
              <a:rPr lang="cs-CZ" dirty="0">
                <a:latin typeface="Verdana" pitchFamily="34" charset="0"/>
              </a:rPr>
              <a:t>Reakce na sestupnou hranu</a:t>
            </a:r>
          </a:p>
        </p:txBody>
      </p:sp>
      <p:sp>
        <p:nvSpPr>
          <p:cNvPr id="14" name="TextovéPole 13"/>
          <p:cNvSpPr txBox="1"/>
          <p:nvPr/>
        </p:nvSpPr>
        <p:spPr>
          <a:xfrm>
            <a:off x="8172400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11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2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71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3" name="Tlačítko akce: Vlastní 12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20" name="Tlačítko akce: Vlastní 19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21" name="Tlačítko akce: Vlastní 20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543306596"/>
      </p:ext>
    </p:extLst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65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65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65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65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65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65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629624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solidFill>
                  <a:srgbClr val="000000"/>
                </a:solidFill>
                <a:latin typeface="Verdana" pitchFamily="34" charset="0"/>
              </a:rPr>
              <a:t>Test VHDL1</a:t>
            </a:r>
            <a:endParaRPr lang="cs-CZ" sz="40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6570" name="Text Box 10"/>
          <p:cNvSpPr txBox="1">
            <a:spLocks noChangeArrowheads="1"/>
          </p:cNvSpPr>
          <p:nvPr/>
        </p:nvSpPr>
        <p:spPr bwMode="auto">
          <a:xfrm>
            <a:off x="360000" y="1080000"/>
            <a:ext cx="8784000" cy="2015936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 indent="-504000" algn="l">
              <a:spcAft>
                <a:spcPts val="6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sz="2800" b="1" dirty="0">
                <a:latin typeface="Verdana" pitchFamily="34" charset="0"/>
              </a:rPr>
              <a:t>Zadání</a:t>
            </a:r>
          </a:p>
          <a:p>
            <a:pPr marL="504000" indent="-504000" algn="l">
              <a:spcAft>
                <a:spcPts val="1200"/>
              </a:spcAft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ü"/>
            </a:pPr>
            <a:r>
              <a:rPr lang="cs-CZ" dirty="0">
                <a:latin typeface="Verdana" pitchFamily="34" charset="0"/>
              </a:rPr>
              <a:t>Resetovací vstup je </a:t>
            </a:r>
            <a:r>
              <a:rPr lang="cs-CZ" b="1" dirty="0">
                <a:latin typeface="Verdana" pitchFamily="34" charset="0"/>
              </a:rPr>
              <a:t>asynchronní</a:t>
            </a:r>
          </a:p>
          <a:p>
            <a:pPr marL="504000" indent="-504000" algn="l">
              <a:spcAft>
                <a:spcPts val="1200"/>
              </a:spcAft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ü"/>
            </a:pPr>
            <a:r>
              <a:rPr lang="cs-CZ" dirty="0">
                <a:latin typeface="Verdana" pitchFamily="34" charset="0"/>
              </a:rPr>
              <a:t>Funkci vstupů podle značky</a:t>
            </a:r>
          </a:p>
          <a:p>
            <a:pPr marL="504000" indent="-504000" algn="l">
              <a:spcAft>
                <a:spcPts val="1200"/>
              </a:spcAft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ü"/>
            </a:pPr>
            <a:r>
              <a:rPr lang="cs-CZ" dirty="0">
                <a:latin typeface="Verdana" pitchFamily="34" charset="0"/>
              </a:rPr>
              <a:t>Doplňte počet bitů výstupu</a:t>
            </a:r>
          </a:p>
        </p:txBody>
      </p:sp>
      <p:sp>
        <p:nvSpPr>
          <p:cNvPr id="14" name="TextovéPole 13"/>
          <p:cNvSpPr txBox="1"/>
          <p:nvPr/>
        </p:nvSpPr>
        <p:spPr>
          <a:xfrm>
            <a:off x="8172400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11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2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72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3" name="Tlačítko akce: Vlastní 12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20" name="Tlačítko akce: Vlastní 19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21" name="Tlačítko akce: Vlastní 20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391922126"/>
      </p:ext>
    </p:extLst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65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65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65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65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485804" y="280108"/>
            <a:ext cx="8229600" cy="720000"/>
          </a:xfrm>
          <a:noFill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Konec</a:t>
            </a:r>
          </a:p>
        </p:txBody>
      </p:sp>
      <p:sp>
        <p:nvSpPr>
          <p:cNvPr id="3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4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73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7" name="Tlačítko akce: Vlastní 6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D:\lj\Prezentace\Cit\obr\CIT_asy_0_16_predloha.gif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5870449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:\lj\Prezentace\Cit\obr\CIT_asy_16_0_predloha.gif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42" y="0"/>
            <a:ext cx="9144000" cy="6702552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Pixel">
  <a:themeElements>
    <a:clrScheme name="Vlastní 1">
      <a:dk1>
        <a:srgbClr val="000000"/>
      </a:dk1>
      <a:lt1>
        <a:srgbClr val="FFFFFF"/>
      </a:lt1>
      <a:dk2>
        <a:srgbClr val="000000"/>
      </a:dk2>
      <a:lt2>
        <a:srgbClr val="CC3300"/>
      </a:lt2>
      <a:accent1>
        <a:srgbClr val="C00000"/>
      </a:accent1>
      <a:accent2>
        <a:srgbClr val="CC6600"/>
      </a:accent2>
      <a:accent3>
        <a:srgbClr val="FFFFFF"/>
      </a:accent3>
      <a:accent4>
        <a:srgbClr val="000000"/>
      </a:accent4>
      <a:accent5>
        <a:srgbClr val="FFE2AA"/>
      </a:accent5>
      <a:accent6>
        <a:srgbClr val="C00000"/>
      </a:accent6>
      <a:hlink>
        <a:srgbClr val="663300"/>
      </a:hlink>
      <a:folHlink>
        <a:srgbClr val="C00000"/>
      </a:folHlink>
    </a:clrScheme>
    <a:fontScheme name="Pixe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 bwMode="auto">
        <a:noFill/>
        <a:ln w="9525">
          <a:noFill/>
          <a:miter lim="800000"/>
          <a:headEnd/>
          <a:tailEnd/>
        </a:ln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000" b="1" i="0" strike="noStrike" kern="0" cap="none" spc="0" normalizeH="0" baseline="0" noProof="0" dirty="0" smtClean="0">
            <a:ln>
              <a:noFill/>
            </a:ln>
            <a:solidFill>
              <a:schemeClr val="accent3">
                <a:lumMod val="85000"/>
              </a:schemeClr>
            </a:solidFill>
            <a:effectLst/>
            <a:uLnTx/>
            <a:uFillTx/>
            <a:latin typeface="+mj-lt"/>
            <a:ea typeface="+mj-ea"/>
            <a:cs typeface="+mj-cs"/>
          </a:defRPr>
        </a:defPPr>
      </a:lstStyle>
    </a:tx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Motiv sady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otiv sady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SSE_PRA_3_JSAnew</Template>
  <TotalTime>97811</TotalTime>
  <Words>2411</Words>
  <Application>Microsoft Office PowerPoint</Application>
  <PresentationFormat>Předvádění na obrazovce (4:3)</PresentationFormat>
  <Paragraphs>1133</Paragraphs>
  <Slides>75</Slides>
  <Notes>75</Notes>
  <HiddenSlides>0</HiddenSlides>
  <MMClips>0</MMClips>
  <ScaleCrop>false</ScaleCrop>
  <HeadingPairs>
    <vt:vector size="8" baseType="variant">
      <vt:variant>
        <vt:lpstr>Použitá písma</vt:lpstr>
      </vt:variant>
      <vt:variant>
        <vt:i4>7</vt:i4>
      </vt:variant>
      <vt:variant>
        <vt:lpstr>Motiv</vt:lpstr>
      </vt:variant>
      <vt:variant>
        <vt:i4>1</vt:i4>
      </vt:variant>
      <vt:variant>
        <vt:lpstr>Vložené servery OLE</vt:lpstr>
      </vt:variant>
      <vt:variant>
        <vt:i4>1</vt:i4>
      </vt:variant>
      <vt:variant>
        <vt:lpstr>Nadpisy snímků</vt:lpstr>
      </vt:variant>
      <vt:variant>
        <vt:i4>75</vt:i4>
      </vt:variant>
    </vt:vector>
  </HeadingPairs>
  <TitlesOfParts>
    <vt:vector size="84" baseType="lpstr">
      <vt:lpstr>Arial</vt:lpstr>
      <vt:lpstr>Arial Black</vt:lpstr>
      <vt:lpstr>Consolas</vt:lpstr>
      <vt:lpstr>Monotype Sorts</vt:lpstr>
      <vt:lpstr>Times New Roman</vt:lpstr>
      <vt:lpstr>Verdana</vt:lpstr>
      <vt:lpstr>Wingdings</vt:lpstr>
      <vt:lpstr>Pixel</vt:lpstr>
      <vt:lpstr>Equation</vt:lpstr>
      <vt:lpstr>CIT Čítače</vt:lpstr>
      <vt:lpstr>Číslicová technika</vt:lpstr>
      <vt:lpstr>Index</vt:lpstr>
      <vt:lpstr>Čítače</vt:lpstr>
      <vt:lpstr>Funkce čítače</vt:lpstr>
      <vt:lpstr>Funkce čítače</vt:lpstr>
      <vt:lpstr>Konstrukce</vt:lpstr>
      <vt:lpstr>Konstrukce</vt:lpstr>
      <vt:lpstr>Dělení čítačů</vt:lpstr>
      <vt:lpstr>Dělení čítačů</vt:lpstr>
      <vt:lpstr>Dělení čítačů</vt:lpstr>
      <vt:lpstr>Dělení čítačů</vt:lpstr>
      <vt:lpstr>Stavový diagram</vt:lpstr>
      <vt:lpstr>Stavy čítače</vt:lpstr>
      <vt:lpstr>Stavy čítače</vt:lpstr>
      <vt:lpstr>Kapacita čítače</vt:lpstr>
      <vt:lpstr>Asynchronní čítač</vt:lpstr>
      <vt:lpstr>Asynchronní čítač vpřed</vt:lpstr>
      <vt:lpstr>Asynchronní čítač vpřed</vt:lpstr>
      <vt:lpstr>Asynchronní čítač vpřed</vt:lpstr>
      <vt:lpstr>Asynchronní čítač vzad</vt:lpstr>
      <vt:lpstr>Asynchronní čítač vzad</vt:lpstr>
      <vt:lpstr>Asynchronní čítač vzad</vt:lpstr>
      <vt:lpstr>Zkrácení cyklu</vt:lpstr>
      <vt:lpstr>Zkrácení cyklu </vt:lpstr>
      <vt:lpstr>Čítač 0-5</vt:lpstr>
      <vt:lpstr>Čítač 0-5</vt:lpstr>
      <vt:lpstr>Čítač 0-9 (BCD)</vt:lpstr>
      <vt:lpstr>Čítač 0-9</vt:lpstr>
      <vt:lpstr>Čítač 0-9</vt:lpstr>
      <vt:lpstr>Přechodový děj asynchronního čítače</vt:lpstr>
      <vt:lpstr>Přechodový děj asynchronního čítače</vt:lpstr>
      <vt:lpstr>Přechodový děj asynchronního čítače</vt:lpstr>
      <vt:lpstr>Přechodový děj asynchronního čítače</vt:lpstr>
      <vt:lpstr>Přechodový děj asynchronního čítače</vt:lpstr>
      <vt:lpstr>Synchronní čítač</vt:lpstr>
      <vt:lpstr>Synchronní čítač</vt:lpstr>
      <vt:lpstr>Synchronní čítač</vt:lpstr>
      <vt:lpstr>Návrh synchronního čítače</vt:lpstr>
      <vt:lpstr>Návrh synchronního čítače</vt:lpstr>
      <vt:lpstr>Návrh synchronního čítače</vt:lpstr>
      <vt:lpstr>Návrh synchronního čítače</vt:lpstr>
      <vt:lpstr>Návrh synchronního čítače</vt:lpstr>
      <vt:lpstr>Návrh synchronního čítače</vt:lpstr>
      <vt:lpstr>Návrh synchronního čítače</vt:lpstr>
      <vt:lpstr>Návrh synchronního čítače</vt:lpstr>
      <vt:lpstr>Návrh synchronního čítače</vt:lpstr>
      <vt:lpstr>Příklad 2</vt:lpstr>
      <vt:lpstr>Kaskáda čítačů</vt:lpstr>
      <vt:lpstr>Dělička libovolného dělícího poměru</vt:lpstr>
      <vt:lpstr>Dělička libovolného dělícího poměru</vt:lpstr>
      <vt:lpstr>Dělička libovolného dělícího poměru</vt:lpstr>
      <vt:lpstr>Příklad 1</vt:lpstr>
      <vt:lpstr>Prezentace aplikace PowerPoint</vt:lpstr>
      <vt:lpstr>Příklad 2</vt:lpstr>
      <vt:lpstr>Prezentace aplikace PowerPoint</vt:lpstr>
      <vt:lpstr>BCD čítač</vt:lpstr>
      <vt:lpstr>Dělička libovolného dělícího poměru</vt:lpstr>
      <vt:lpstr>Příklad 3</vt:lpstr>
      <vt:lpstr>Prezentace aplikace PowerPoint</vt:lpstr>
      <vt:lpstr>Prezentace aplikace PowerPoint</vt:lpstr>
      <vt:lpstr>Příklad 4</vt:lpstr>
      <vt:lpstr>Prezentace aplikace PowerPoint</vt:lpstr>
      <vt:lpstr>Prezentace aplikace PowerPoint</vt:lpstr>
      <vt:lpstr>Realizace čítače VHDL</vt:lpstr>
      <vt:lpstr>Příklad 1</vt:lpstr>
      <vt:lpstr>Příklad 2</vt:lpstr>
      <vt:lpstr>Příklad 3</vt:lpstr>
      <vt:lpstr>Příklad 4</vt:lpstr>
      <vt:lpstr>Příklad 5</vt:lpstr>
      <vt:lpstr>Příklad 6</vt:lpstr>
      <vt:lpstr>Test VHDL1</vt:lpstr>
      <vt:lpstr>Konec</vt:lpstr>
      <vt:lpstr>Prezentace aplikace PowerPoint</vt:lpstr>
      <vt:lpstr>Prezentace aplikace PowerPoint</vt:lpstr>
    </vt:vector>
  </TitlesOfParts>
  <Company>SSE Frenstát p.R.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Čítače</dc:title>
  <dc:subject>CIT</dc:subject>
  <dc:creator>Ing.Juránek Leoš</dc:creator>
  <dc:description/>
  <cp:lastModifiedBy>Jaromír Jašík</cp:lastModifiedBy>
  <cp:revision>859</cp:revision>
  <cp:lastPrinted>2026-03-20T10:40:22Z</cp:lastPrinted>
  <dcterms:created xsi:type="dcterms:W3CDTF">2001-09-22T14:04:06Z</dcterms:created>
  <dcterms:modified xsi:type="dcterms:W3CDTF">2026-05-12T07:31:44Z</dcterms:modified>
</cp:coreProperties>
</file>