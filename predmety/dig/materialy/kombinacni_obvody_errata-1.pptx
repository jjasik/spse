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5" r:id="rId1"/>
  </p:sldMasterIdLst>
  <p:notesMasterIdLst>
    <p:notesMasterId r:id="rId3"/>
  </p:notesMasterIdLst>
  <p:handoutMasterIdLst>
    <p:handoutMasterId r:id="rId4"/>
  </p:handoutMasterIdLst>
  <p:sldIdLst>
    <p:sldId id="409" r:id="rId2"/>
  </p:sldIdLst>
  <p:sldSz cx="9144000" cy="6858000" type="screen4x3"/>
  <p:notesSz cx="6789738" cy="9929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D3D04D83-947D-49F9-A231-AE515782A527}">
          <p14:sldIdLst/>
        </p14:section>
        <p14:section name="Návrh kombinačních obvodů" id="{8603E9BC-7B8F-4E6A-AE0E-7395078FA153}">
          <p14:sldIdLst/>
        </p14:section>
        <p14:section name="Kombinační obvody" id="{D377B468-79EC-4E5C-BB74-B60D319D72A2}">
          <p14:sldIdLst/>
        </p14:section>
        <p14:section name="Dekodéry" id="{187BE1C2-4C7E-416D-BFA2-EE24196613D0}">
          <p14:sldIdLst/>
        </p14:section>
        <p14:section name="Dekodér 1 z n" id="{7B24ECAB-D043-4718-A8CA-813447A86A13}">
          <p14:sldIdLst/>
        </p14:section>
        <p14:section name="Dekodér z BCD do 7-seg.displej" id="{27A27606-CD99-4DB4-8EF6-B3E18D2BA910}">
          <p14:sldIdLst/>
        </p14:section>
        <p14:section name="Kóder" id="{83632021-F61F-44F4-A8DC-F2C8CBE5871F}">
          <p14:sldIdLst/>
        </p14:section>
        <p14:section name="Multiplexor" id="{02FDF8B3-691A-49E1-ADF6-AAA986F768BB}">
          <p14:sldIdLst/>
        </p14:section>
        <p14:section name="Demultiplexor" id="{1F0F93C5-2460-45AB-B853-DF55AF2C82B4}">
          <p14:sldIdLst>
            <p14:sldId id="409"/>
          </p14:sldIdLst>
        </p14:section>
        <p14:section name="Aplikace MX a DMX" id="{10039EA8-1270-4482-A60C-4F208D51866F}">
          <p14:sldIdLst/>
        </p14:section>
        <p14:section name="Sčítačka" id="{D97DE473-BE51-4B5C-9A50-D6643951BF87}">
          <p14:sldIdLst/>
        </p14:section>
        <p14:section name="Komparátor" id="{6DDBF5D7-C559-47CB-9596-721D609EB679}">
          <p14:sldIdLst/>
        </p14:section>
        <p14:section name="1" id="{D8AAE5BE-F746-4B63-8B19-CCD7159D70BB}">
          <p14:sldIdLst/>
        </p14:section>
        <p14:section name="2" id="{CE00D080-2D94-449E-A966-3BC492C0EB08}">
          <p14:sldIdLst/>
        </p14:section>
        <p14:section name="3" id="{F93751AD-0955-4FCD-AEBF-DE92F4A05807}">
          <p14:sldIdLst/>
        </p14:section>
        <p14:section name="Parita" id="{55670F5A-8D6F-482C-BEF8-76AFB37DF3B9}">
          <p14:sldIdLst/>
        </p14:section>
        <p14:section name="BCD sčítačka" id="{0717789A-40EE-4386-ABE1-412478073F54}">
          <p14:sldIdLst/>
        </p14:section>
        <p14:section name="Dynamická displej" id="{502E506E-7C5A-4A44-8C65-5DA49CB734C9}">
          <p14:sldIdLst/>
        </p14:section>
        <p14:section name="Obvody 74xx" id="{8B76F05B-F2B1-41AB-B10C-EEDDC6F8458D}">
          <p14:sldIdLst/>
        </p14:section>
        <p14:section name="Obsolent" id="{8BF6F08C-D7A4-43F6-9660-87A8820676B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CCFF"/>
    <a:srgbClr val="DDDDDD"/>
    <a:srgbClr val="FF9900"/>
    <a:srgbClr val="CC9900"/>
    <a:srgbClr val="996633"/>
    <a:srgbClr val="993300"/>
    <a:srgbClr val="996600"/>
    <a:srgbClr val="0000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86314" autoAdjust="0"/>
  </p:normalViewPr>
  <p:slideViewPr>
    <p:cSldViewPr>
      <p:cViewPr varScale="1">
        <p:scale>
          <a:sx n="95" d="100"/>
          <a:sy n="95" d="100"/>
        </p:scale>
        <p:origin x="110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9502"/>
    </p:cViewPr>
  </p:sorterViewPr>
  <p:notesViewPr>
    <p:cSldViewPr>
      <p:cViewPr varScale="1">
        <p:scale>
          <a:sx n="55" d="100"/>
          <a:sy n="55" d="100"/>
        </p:scale>
        <p:origin x="-2580" y="-84"/>
      </p:cViewPr>
      <p:guideLst>
        <p:guide orient="horz" pos="3128"/>
        <p:guide pos="21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2540" cy="4968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7201" y="1"/>
            <a:ext cx="2942539" cy="4968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005"/>
            <a:ext cx="2942540" cy="4968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0" tIns="46020" rIns="92040" bIns="46020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7201" y="9433005"/>
            <a:ext cx="2942539" cy="4968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0" tIns="46020" rIns="92040" bIns="46020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4BFEB950-BB7D-41DF-8C99-C46A7D00804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645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5368" cy="46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6011" y="1"/>
            <a:ext cx="2915368" cy="46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cs-CZ"/>
          </a:p>
        </p:txBody>
      </p:sp>
      <p:sp>
        <p:nvSpPr>
          <p:cNvPr id="174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2025" y="766763"/>
            <a:ext cx="4905375" cy="3679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643" y="4754041"/>
            <a:ext cx="4986814" cy="4447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406"/>
            <a:ext cx="2915368" cy="46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6011" y="9431406"/>
            <a:ext cx="2915368" cy="46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5EEAFF5-42F6-48E8-8B2A-FBA7A2EC0999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738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8F51C6-F47F-4AA9-A0B1-16CA66A187E0}" type="slidenum">
              <a:rPr lang="cs-CZ"/>
              <a:pPr/>
              <a:t>1</a:t>
            </a:fld>
            <a:endParaRPr lang="cs-CZ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endParaRPr lang="cs-CZ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cs-CZ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AAD9B5FD-319C-4247-BFE9-2BE47101B72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070AE2-50EF-4D57-922B-55CB108B87B9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56D222C3-845F-45E5-8313-8BD56E68621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F9648A-2D1A-4447-A07A-D7391CEC669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AD362EB8-BDFD-460C-A523-B95DE77377F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6BED8-D885-4B98-A6E2-BC0B8BC1AEEA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B319B3D1-96F3-431A-B2F6-5CF62DBE080B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69FF83-A891-4059-AD18-2A808359D7D5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C977FFFD-04A4-4D9B-9AF6-7C6B6E04CAC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28F3FF-26DB-450D-A841-932FB9432AA3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A3284C46-455D-49F8-B97D-C6913940153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F44739-BFC0-4AE1-B076-C57D5924819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3A2BB359-DAEA-4343-880C-5204D431246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702FF8-DE08-48B6-A8DA-0476F6F63A39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BA659F03-C3F4-44E0-B170-E6A49094255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1F5A57-11EB-427E-B389-943F2590368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B7112B02-734C-475E-A65A-E72D8816762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A149EA-52FD-4667-AC46-73A92F5ACADC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B82B4824-5B03-4E96-BD6B-9DF62C8827F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FFBB1B-339C-4AA3-8713-EE0D317752E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74CFCD03-5319-4279-A37D-DA0F26A323E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99C540-B432-4FA2-AD4E-9D08F23529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3F8DEC2B-A28C-4D4B-B5CD-3F096DAF13A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ADE058-865A-481D-8680-0EF856D2E41E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D8BF26F0-1753-40DF-A3D0-BB72E4D46CEB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99C540-B432-4FA2-AD4E-9D08F23529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3F8DEC2B-A28C-4D4B-B5CD-3F096DAF13A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endParaRPr lang="cs-CZ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fld id="{0699C540-B432-4FA2-AD4E-9D08F235292F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r>
              <a:rPr lang="cs-CZ"/>
              <a:t> </a:t>
            </a:r>
            <a:fld id="{3F8DEC2B-A28C-4D4B-B5CD-3F096DAF13A0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484" name="Group 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293504"/>
              </p:ext>
            </p:extLst>
          </p:nvPr>
        </p:nvGraphicFramePr>
        <p:xfrm>
          <a:off x="720000" y="1800000"/>
          <a:ext cx="2370668" cy="4524380"/>
        </p:xfrm>
        <a:graphic>
          <a:graphicData uri="http://schemas.openxmlformats.org/drawingml/2006/table">
            <a:tbl>
              <a:tblPr/>
              <a:tblGrid>
                <a:gridCol w="592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163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6" name="Group 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9848"/>
              </p:ext>
            </p:extLst>
          </p:nvPr>
        </p:nvGraphicFramePr>
        <p:xfrm>
          <a:off x="3096000" y="1800000"/>
          <a:ext cx="2370668" cy="4524380"/>
        </p:xfrm>
        <a:graphic>
          <a:graphicData uri="http://schemas.openxmlformats.org/drawingml/2006/table">
            <a:tbl>
              <a:tblPr/>
              <a:tblGrid>
                <a:gridCol w="592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163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Pravdivostní tabulka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Demultiplexor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" action="ppaction://noaction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theme/theme1.xml><?xml version="1.0" encoding="utf-8"?>
<a:theme xmlns:a="http://schemas.openxmlformats.org/drawingml/2006/main" name="Pixel">
  <a:themeElements>
    <a:clrScheme name="Vlastní 2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SSE_PRA_3_JSAnew</Template>
  <TotalTime>52580</TotalTime>
  <Words>90</Words>
  <Application>Microsoft Office PowerPoint</Application>
  <PresentationFormat>Předvádění na obrazovce (4:3)</PresentationFormat>
  <Paragraphs>89</Paragraphs>
  <Slides>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9" baseType="lpstr">
      <vt:lpstr>Arial</vt:lpstr>
      <vt:lpstr>Arial Black</vt:lpstr>
      <vt:lpstr>Consolas</vt:lpstr>
      <vt:lpstr>Monotype Sorts</vt:lpstr>
      <vt:lpstr>Times New Roman</vt:lpstr>
      <vt:lpstr>Verdana</vt:lpstr>
      <vt:lpstr>Wingdings</vt:lpstr>
      <vt:lpstr>Pixel</vt:lpstr>
      <vt:lpstr>Demultiplexor</vt:lpstr>
    </vt:vector>
  </TitlesOfParts>
  <Company>SSE Frenštát p.R: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Kombinační obvody (5)</dc:title>
  <dc:subject>CIT</dc:subject>
  <dc:creator>Ing.Juránek Leoš</dc:creator>
  <cp:lastModifiedBy>Jaromír Jašík</cp:lastModifiedBy>
  <cp:revision>1024</cp:revision>
  <cp:lastPrinted>2018-04-12T09:52:06Z</cp:lastPrinted>
  <dcterms:created xsi:type="dcterms:W3CDTF">2001-09-22T14:04:06Z</dcterms:created>
  <dcterms:modified xsi:type="dcterms:W3CDTF">2025-12-04T17:43:28Z</dcterms:modified>
</cp:coreProperties>
</file>