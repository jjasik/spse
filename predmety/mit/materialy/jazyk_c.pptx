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3" r:id="rId1"/>
  </p:sldMasterIdLst>
  <p:notesMasterIdLst>
    <p:notesMasterId r:id="rId91"/>
  </p:notesMasterIdLst>
  <p:handoutMasterIdLst>
    <p:handoutMasterId r:id="rId92"/>
  </p:handoutMasterIdLst>
  <p:sldIdLst>
    <p:sldId id="364" r:id="rId2"/>
    <p:sldId id="379" r:id="rId3"/>
    <p:sldId id="390" r:id="rId4"/>
    <p:sldId id="381" r:id="rId5"/>
    <p:sldId id="382" r:id="rId6"/>
    <p:sldId id="484" r:id="rId7"/>
    <p:sldId id="439" r:id="rId8"/>
    <p:sldId id="435" r:id="rId9"/>
    <p:sldId id="437" r:id="rId10"/>
    <p:sldId id="438" r:id="rId11"/>
    <p:sldId id="440" r:id="rId12"/>
    <p:sldId id="441" r:id="rId13"/>
    <p:sldId id="442" r:id="rId14"/>
    <p:sldId id="450" r:id="rId15"/>
    <p:sldId id="446" r:id="rId16"/>
    <p:sldId id="444" r:id="rId17"/>
    <p:sldId id="447" r:id="rId18"/>
    <p:sldId id="448" r:id="rId19"/>
    <p:sldId id="486" r:id="rId20"/>
    <p:sldId id="451" r:id="rId21"/>
    <p:sldId id="453" r:id="rId22"/>
    <p:sldId id="454" r:id="rId23"/>
    <p:sldId id="485" r:id="rId24"/>
    <p:sldId id="449" r:id="rId25"/>
    <p:sldId id="394" r:id="rId26"/>
    <p:sldId id="482" r:id="rId27"/>
    <p:sldId id="481" r:id="rId28"/>
    <p:sldId id="466" r:id="rId29"/>
    <p:sldId id="457" r:id="rId30"/>
    <p:sldId id="467" r:id="rId31"/>
    <p:sldId id="488" r:id="rId32"/>
    <p:sldId id="487" r:id="rId33"/>
    <p:sldId id="468" r:id="rId34"/>
    <p:sldId id="459" r:id="rId35"/>
    <p:sldId id="460" r:id="rId36"/>
    <p:sldId id="461" r:id="rId37"/>
    <p:sldId id="463" r:id="rId38"/>
    <p:sldId id="464" r:id="rId39"/>
    <p:sldId id="494" r:id="rId40"/>
    <p:sldId id="465" r:id="rId41"/>
    <p:sldId id="493" r:id="rId42"/>
    <p:sldId id="480" r:id="rId43"/>
    <p:sldId id="474" r:id="rId44"/>
    <p:sldId id="492" r:id="rId45"/>
    <p:sldId id="475" r:id="rId46"/>
    <p:sldId id="476" r:id="rId47"/>
    <p:sldId id="477" r:id="rId48"/>
    <p:sldId id="407" r:id="rId49"/>
    <p:sldId id="422" r:id="rId50"/>
    <p:sldId id="413" r:id="rId51"/>
    <p:sldId id="423" r:id="rId52"/>
    <p:sldId id="414" r:id="rId53"/>
    <p:sldId id="424" r:id="rId54"/>
    <p:sldId id="415" r:id="rId55"/>
    <p:sldId id="425" r:id="rId56"/>
    <p:sldId id="416" r:id="rId57"/>
    <p:sldId id="418" r:id="rId58"/>
    <p:sldId id="408" r:id="rId59"/>
    <p:sldId id="478" r:id="rId60"/>
    <p:sldId id="495" r:id="rId61"/>
    <p:sldId id="496" r:id="rId62"/>
    <p:sldId id="505" r:id="rId63"/>
    <p:sldId id="497" r:id="rId64"/>
    <p:sldId id="500" r:id="rId65"/>
    <p:sldId id="501" r:id="rId66"/>
    <p:sldId id="502" r:id="rId67"/>
    <p:sldId id="503" r:id="rId68"/>
    <p:sldId id="421" r:id="rId69"/>
    <p:sldId id="508" r:id="rId70"/>
    <p:sldId id="509" r:id="rId71"/>
    <p:sldId id="510" r:id="rId72"/>
    <p:sldId id="507" r:id="rId73"/>
    <p:sldId id="506" r:id="rId74"/>
    <p:sldId id="511" r:id="rId75"/>
    <p:sldId id="513" r:id="rId76"/>
    <p:sldId id="512" r:id="rId77"/>
    <p:sldId id="515" r:id="rId78"/>
    <p:sldId id="516" r:id="rId79"/>
    <p:sldId id="519" r:id="rId80"/>
    <p:sldId id="514" r:id="rId81"/>
    <p:sldId id="520" r:id="rId82"/>
    <p:sldId id="517" r:id="rId83"/>
    <p:sldId id="518" r:id="rId84"/>
    <p:sldId id="521" r:id="rId85"/>
    <p:sldId id="504" r:id="rId86"/>
    <p:sldId id="420" r:id="rId87"/>
    <p:sldId id="426" r:id="rId88"/>
    <p:sldId id="427" r:id="rId89"/>
    <p:sldId id="392" r:id="rId90"/>
  </p:sldIdLst>
  <p:sldSz cx="9144000" cy="6858000" type="screen4x3"/>
  <p:notesSz cx="6743700" cy="98679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pis" id="{068B3C1A-060E-4C21-A611-B6625E498229}">
          <p14:sldIdLst>
            <p14:sldId id="364"/>
            <p14:sldId id="379"/>
            <p14:sldId id="390"/>
            <p14:sldId id="381"/>
          </p14:sldIdLst>
        </p14:section>
        <p14:section name="Jazyk C" id="{BD099DEA-2A5D-4B4A-B068-E60ACA61143F}">
          <p14:sldIdLst>
            <p14:sldId id="382"/>
          </p14:sldIdLst>
        </p14:section>
        <p14:section name="Uložení čísel v paměti" id="{53F69112-5CFF-437C-B253-B1432E5AC9E1}">
          <p14:sldIdLst>
            <p14:sldId id="484"/>
            <p14:sldId id="439"/>
            <p14:sldId id="435"/>
            <p14:sldId id="437"/>
            <p14:sldId id="438"/>
            <p14:sldId id="440"/>
            <p14:sldId id="441"/>
            <p14:sldId id="442"/>
            <p14:sldId id="450"/>
          </p14:sldIdLst>
        </p14:section>
        <p14:section name="Datové typy" id="{2FF94DBF-E8FD-4C81-B2AE-BBC1C838ACAA}">
          <p14:sldIdLst>
            <p14:sldId id="446"/>
            <p14:sldId id="444"/>
            <p14:sldId id="447"/>
            <p14:sldId id="448"/>
            <p14:sldId id="486"/>
            <p14:sldId id="451"/>
            <p14:sldId id="453"/>
            <p14:sldId id="454"/>
            <p14:sldId id="485"/>
          </p14:sldIdLst>
        </p14:section>
        <p14:section name="Pravidla zápisu" id="{F1749869-5C78-407B-BF5A-91F55D63C678}">
          <p14:sldIdLst>
            <p14:sldId id="449"/>
          </p14:sldIdLst>
        </p14:section>
        <p14:section name="Programové struktury" id="{0031BF30-0CF8-4469-88FE-EA85472E7A34}">
          <p14:sldIdLst>
            <p14:sldId id="394"/>
          </p14:sldIdLst>
        </p14:section>
        <p14:section name="Větvení" id="{DB0F4E4C-D1A5-49AC-88BF-C6EAAB3BE234}">
          <p14:sldIdLst>
            <p14:sldId id="482"/>
            <p14:sldId id="481"/>
            <p14:sldId id="466"/>
            <p14:sldId id="457"/>
            <p14:sldId id="467"/>
            <p14:sldId id="488"/>
            <p14:sldId id="487"/>
          </p14:sldIdLst>
        </p14:section>
        <p14:section name="Cyklus" id="{FB2DB287-B1EF-431F-9F48-AE99A650F38A}">
          <p14:sldIdLst>
            <p14:sldId id="468"/>
          </p14:sldIdLst>
        </p14:section>
        <p14:section name="FOR" id="{059F3113-8635-4043-8C04-ABE163F2C115}">
          <p14:sldIdLst>
            <p14:sldId id="459"/>
            <p14:sldId id="460"/>
            <p14:sldId id="461"/>
            <p14:sldId id="463"/>
            <p14:sldId id="464"/>
            <p14:sldId id="494"/>
          </p14:sldIdLst>
        </p14:section>
        <p14:section name="WHILE" id="{CB082B0B-FE48-4FD3-9664-3EF44868E24D}">
          <p14:sldIdLst>
            <p14:sldId id="465"/>
            <p14:sldId id="493"/>
          </p14:sldIdLst>
        </p14:section>
        <p14:section name="Operátory" id="{5CEBE8BF-64CE-4E88-9201-CE9D275E8D59}">
          <p14:sldIdLst>
            <p14:sldId id="480"/>
            <p14:sldId id="474"/>
            <p14:sldId id="492"/>
            <p14:sldId id="475"/>
            <p14:sldId id="476"/>
            <p14:sldId id="477"/>
            <p14:sldId id="407"/>
            <p14:sldId id="422"/>
            <p14:sldId id="413"/>
            <p14:sldId id="423"/>
            <p14:sldId id="414"/>
            <p14:sldId id="424"/>
            <p14:sldId id="415"/>
            <p14:sldId id="425"/>
            <p14:sldId id="416"/>
            <p14:sldId id="418"/>
            <p14:sldId id="408"/>
            <p14:sldId id="478"/>
          </p14:sldIdLst>
        </p14:section>
        <p14:section name="Pole" id="{C59C2042-DB33-41A7-BFB7-EC55FC00491D}">
          <p14:sldIdLst>
            <p14:sldId id="495"/>
            <p14:sldId id="496"/>
            <p14:sldId id="505"/>
            <p14:sldId id="497"/>
            <p14:sldId id="500"/>
            <p14:sldId id="501"/>
            <p14:sldId id="502"/>
            <p14:sldId id="503"/>
          </p14:sldIdLst>
        </p14:section>
        <p14:section name="Příklady 1" id="{6A84EFDB-14BD-4176-B665-E55184B81CD2}">
          <p14:sldIdLst>
            <p14:sldId id="421"/>
            <p14:sldId id="508"/>
            <p14:sldId id="509"/>
            <p14:sldId id="510"/>
            <p14:sldId id="507"/>
            <p14:sldId id="506"/>
            <p14:sldId id="511"/>
            <p14:sldId id="513"/>
            <p14:sldId id="512"/>
          </p14:sldIdLst>
        </p14:section>
        <p14:section name="Příklady 2" id="{E5D7AFAF-067D-4ADB-8189-FF74BB5A9CD6}">
          <p14:sldIdLst>
            <p14:sldId id="515"/>
            <p14:sldId id="516"/>
            <p14:sldId id="519"/>
            <p14:sldId id="514"/>
            <p14:sldId id="520"/>
            <p14:sldId id="517"/>
            <p14:sldId id="518"/>
            <p14:sldId id="521"/>
            <p14:sldId id="504"/>
          </p14:sldIdLst>
        </p14:section>
        <p14:section name="Priklady bitových operací" id="{A503132D-B5EF-4E46-B48F-F8FCC38A1535}">
          <p14:sldIdLst>
            <p14:sldId id="420"/>
            <p14:sldId id="426"/>
            <p14:sldId id="427"/>
            <p14:sldId id="3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99CCFF"/>
    <a:srgbClr val="CCFF99"/>
    <a:srgbClr val="000066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4" autoAdjust="0"/>
    <p:restoredTop sz="93605" autoAdjust="0"/>
  </p:normalViewPr>
  <p:slideViewPr>
    <p:cSldViewPr>
      <p:cViewPr varScale="1">
        <p:scale>
          <a:sx n="103" d="100"/>
          <a:sy n="103" d="100"/>
        </p:scale>
        <p:origin x="163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92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1032"/>
    </p:cViewPr>
  </p:sorterViewPr>
  <p:notesViewPr>
    <p:cSldViewPr>
      <p:cViewPr varScale="1">
        <p:scale>
          <a:sx n="52" d="100"/>
          <a:sy n="52" d="100"/>
        </p:scale>
        <p:origin x="-2646" y="-96"/>
      </p:cViewPr>
      <p:guideLst>
        <p:guide orient="horz" pos="3108"/>
        <p:guide pos="212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7.xml"/><Relationship Id="rId2" Type="http://schemas.openxmlformats.org/officeDocument/2006/relationships/slide" Target="../slides/slide55.xml"/><Relationship Id="rId1" Type="http://schemas.openxmlformats.org/officeDocument/2006/relationships/slide" Target="../slides/slide54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87.xml"/><Relationship Id="rId2" Type="http://schemas.openxmlformats.org/officeDocument/2006/relationships/slide" Target="../slides/slide55.xml"/><Relationship Id="rId1" Type="http://schemas.openxmlformats.org/officeDocument/2006/relationships/slide" Target="../slides/slide54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0.xml"/><Relationship Id="rId2" Type="http://schemas.openxmlformats.org/officeDocument/2006/relationships/slide" Target="../slides/slide28.xml"/><Relationship Id="rId1" Type="http://schemas.openxmlformats.org/officeDocument/2006/relationships/slide" Target="../slides/slide27.xml"/><Relationship Id="rId5" Type="http://schemas.openxmlformats.org/officeDocument/2006/relationships/slide" Target="../slides/slide40.xml"/><Relationship Id="rId4" Type="http://schemas.openxmlformats.org/officeDocument/2006/relationships/slide" Target="../slides/slide34.xml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175EF2-8BBD-4C9E-84F9-F86BB2AF16EE}" type="doc">
      <dgm:prSet loTypeId="urn:microsoft.com/office/officeart/2005/8/layout/hierarchy2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E6795A92-C547-48F4-A90F-EFCC6502FA0E}">
      <dgm:prSet phldrT="[Text]"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cs-CZ" b="1" dirty="0">
              <a:solidFill>
                <a:schemeClr val="bg1"/>
              </a:solidFill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Čísla</a:t>
          </a:r>
          <a:endParaRPr lang="cs-CZ" dirty="0">
            <a:solidFill>
              <a:schemeClr val="bg1"/>
            </a:solidFill>
          </a:endParaRPr>
        </a:p>
      </dgm:t>
    </dgm:pt>
    <dgm:pt modelId="{2181ED64-D842-43F6-A4C5-BD7946435155}" type="parTrans" cxnId="{B2760651-5B73-46F1-9E7A-C57377D4ED5F}">
      <dgm:prSet/>
      <dgm:spPr/>
      <dgm:t>
        <a:bodyPr/>
        <a:lstStyle/>
        <a:p>
          <a:endParaRPr lang="cs-CZ"/>
        </a:p>
      </dgm:t>
    </dgm:pt>
    <dgm:pt modelId="{1DAC1AD9-BA5A-4C82-A8BE-0BE397ACB92A}" type="sibTrans" cxnId="{B2760651-5B73-46F1-9E7A-C57377D4ED5F}">
      <dgm:prSet/>
      <dgm:spPr/>
      <dgm:t>
        <a:bodyPr/>
        <a:lstStyle/>
        <a:p>
          <a:endParaRPr lang="cs-CZ"/>
        </a:p>
      </dgm:t>
    </dgm:pt>
    <dgm:pt modelId="{4F46C52E-CFD3-4DE3-A992-745BED79C5D1}">
      <dgm:prSet phldrT="[Text]"/>
      <dgm:spPr/>
      <dgm:t>
        <a:bodyPr/>
        <a:lstStyle/>
        <a:p>
          <a:r>
            <a:rPr lang="cs-CZ" b="1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Celá čísla</a:t>
          </a:r>
          <a:endParaRPr lang="cs-CZ" b="1" dirty="0">
            <a:effectLst/>
            <a:latin typeface="+mn-lt"/>
          </a:endParaRPr>
        </a:p>
      </dgm:t>
    </dgm:pt>
    <dgm:pt modelId="{CE7642A9-BC97-41EF-BDC5-B125141E12AF}" type="parTrans" cxnId="{20A88B0A-827B-4D33-98F0-38AA313024B1}">
      <dgm:prSet/>
      <dgm:spPr/>
      <dgm:t>
        <a:bodyPr/>
        <a:lstStyle/>
        <a:p>
          <a:endParaRPr lang="cs-CZ"/>
        </a:p>
      </dgm:t>
    </dgm:pt>
    <dgm:pt modelId="{342D11C8-182B-4DC0-BF40-52B903013C42}" type="sibTrans" cxnId="{20A88B0A-827B-4D33-98F0-38AA313024B1}">
      <dgm:prSet/>
      <dgm:spPr/>
      <dgm:t>
        <a:bodyPr/>
        <a:lstStyle/>
        <a:p>
          <a:endParaRPr lang="cs-CZ"/>
        </a:p>
      </dgm:t>
    </dgm:pt>
    <dgm:pt modelId="{5680702D-532A-419F-9CE6-7327ABD7FBAE}">
      <dgm:prSet phldrT="[Text]"/>
      <dgm:spPr/>
      <dgm:t>
        <a:bodyPr/>
        <a:lstStyle/>
        <a:p>
          <a:r>
            <a:rPr lang="cs-CZ" b="1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Dvojkově dekadický tvar  </a:t>
          </a:r>
          <a:br>
            <a:rPr lang="cs-CZ" b="1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</a:br>
          <a:r>
            <a:rPr lang="cs-CZ" b="1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BCD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8CC44046-869F-4107-A86F-D4B1A830B3BB}" type="parTrans" cxnId="{811CE4D8-4C34-434D-B3BE-BA50D00AEC85}">
      <dgm:prSet/>
      <dgm:spPr/>
      <dgm:t>
        <a:bodyPr/>
        <a:lstStyle/>
        <a:p>
          <a:endParaRPr lang="cs-CZ"/>
        </a:p>
      </dgm:t>
    </dgm:pt>
    <dgm:pt modelId="{30B3D485-5A33-46AA-BBB0-201F737B7FA5}" type="sibTrans" cxnId="{811CE4D8-4C34-434D-B3BE-BA50D00AEC85}">
      <dgm:prSet/>
      <dgm:spPr/>
      <dgm:t>
        <a:bodyPr/>
        <a:lstStyle/>
        <a:p>
          <a:endParaRPr lang="cs-CZ"/>
        </a:p>
      </dgm:t>
    </dgm:pt>
    <dgm:pt modelId="{C0AC1646-2D0D-4D0D-97CD-789250BF0BF7}">
      <dgm:prSet phldrT="[Text]"/>
      <dgm:spPr/>
      <dgm:t>
        <a:bodyPr/>
        <a:lstStyle/>
        <a:p>
          <a:r>
            <a:rPr lang="cs-CZ" b="1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Přímý kód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B7F09887-2B9A-42FE-B37E-718226AF66A1}" type="parTrans" cxnId="{3EEC0BC4-77C9-4EBE-B804-3B69B4DF8181}">
      <dgm:prSet/>
      <dgm:spPr/>
      <dgm:t>
        <a:bodyPr/>
        <a:lstStyle/>
        <a:p>
          <a:endParaRPr lang="cs-CZ"/>
        </a:p>
      </dgm:t>
    </dgm:pt>
    <dgm:pt modelId="{6920D1A1-A750-49C9-AA51-7109C9DFBE02}" type="sibTrans" cxnId="{3EEC0BC4-77C9-4EBE-B804-3B69B4DF8181}">
      <dgm:prSet/>
      <dgm:spPr/>
      <dgm:t>
        <a:bodyPr/>
        <a:lstStyle/>
        <a:p>
          <a:endParaRPr lang="cs-CZ"/>
        </a:p>
      </dgm:t>
    </dgm:pt>
    <dgm:pt modelId="{F7D00C38-4C57-452A-BA13-4EFF96E3B926}">
      <dgm:prSet phldrT="[Text]"/>
      <dgm:spPr/>
      <dgm:t>
        <a:bodyPr/>
        <a:lstStyle/>
        <a:p>
          <a:r>
            <a:rPr lang="cs-CZ" b="1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Přímý kód se znaménkovým bitem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440CCDBE-4808-45E8-A705-037AB33E2F58}" type="parTrans" cxnId="{3D471A31-C4BE-4612-AD01-D1C8BA614226}">
      <dgm:prSet/>
      <dgm:spPr/>
      <dgm:t>
        <a:bodyPr/>
        <a:lstStyle/>
        <a:p>
          <a:endParaRPr lang="cs-CZ"/>
        </a:p>
      </dgm:t>
    </dgm:pt>
    <dgm:pt modelId="{C63DB9A9-344F-4C4F-98C4-D7EC8257A458}" type="sibTrans" cxnId="{3D471A31-C4BE-4612-AD01-D1C8BA614226}">
      <dgm:prSet/>
      <dgm:spPr/>
      <dgm:t>
        <a:bodyPr/>
        <a:lstStyle/>
        <a:p>
          <a:endParaRPr lang="cs-CZ"/>
        </a:p>
      </dgm:t>
    </dgm:pt>
    <dgm:pt modelId="{9303B2C5-7078-47DB-A8DC-52B2AA5B31FC}">
      <dgm:prSet phldrT="[Text]"/>
      <dgm:spPr/>
      <dgm:t>
        <a:bodyPr/>
        <a:lstStyle/>
        <a:p>
          <a:r>
            <a:rPr lang="cs-CZ" b="1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Doplňkový kód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E72C95AE-E414-400B-8FA5-512A462007E7}" type="parTrans" cxnId="{920A7D41-39DF-4440-9469-FFE1F2EB0180}">
      <dgm:prSet/>
      <dgm:spPr/>
      <dgm:t>
        <a:bodyPr/>
        <a:lstStyle/>
        <a:p>
          <a:endParaRPr lang="cs-CZ"/>
        </a:p>
      </dgm:t>
    </dgm:pt>
    <dgm:pt modelId="{C6202AF5-478D-4F2C-8861-FF44BF649B0F}" type="sibTrans" cxnId="{920A7D41-39DF-4440-9469-FFE1F2EB0180}">
      <dgm:prSet/>
      <dgm:spPr/>
      <dgm:t>
        <a:bodyPr/>
        <a:lstStyle/>
        <a:p>
          <a:endParaRPr lang="cs-CZ"/>
        </a:p>
      </dgm:t>
    </dgm:pt>
    <dgm:pt modelId="{591C4B69-0C76-4AF0-8583-0C995D7141C2}">
      <dgm:prSet phldrT="[Text]"/>
      <dgm:spPr/>
      <dgm:t>
        <a:bodyPr/>
        <a:lstStyle/>
        <a:p>
          <a:r>
            <a:rPr lang="cs-CZ" b="1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Desetinná čísla</a:t>
          </a:r>
          <a:endParaRPr lang="cs-CZ" b="1" dirty="0">
            <a:effectLst/>
            <a:latin typeface="+mn-lt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4FDA2045-EA78-4B05-ACC9-104C7F9AAF12}" type="parTrans" cxnId="{604D9504-F4F9-4C7B-A4D0-F4706E88DA3F}">
      <dgm:prSet/>
      <dgm:spPr/>
      <dgm:t>
        <a:bodyPr/>
        <a:lstStyle/>
        <a:p>
          <a:endParaRPr lang="cs-CZ"/>
        </a:p>
      </dgm:t>
    </dgm:pt>
    <dgm:pt modelId="{986C879A-4E79-412D-A93D-FCD0230ABAC8}" type="sibTrans" cxnId="{604D9504-F4F9-4C7B-A4D0-F4706E88DA3F}">
      <dgm:prSet/>
      <dgm:spPr/>
      <dgm:t>
        <a:bodyPr/>
        <a:lstStyle/>
        <a:p>
          <a:endParaRPr lang="cs-CZ"/>
        </a:p>
      </dgm:t>
    </dgm:pt>
    <dgm:pt modelId="{540725E1-0C67-4F6A-AE5C-7DE241AE3EC2}" type="pres">
      <dgm:prSet presAssocID="{AA175EF2-8BBD-4C9E-84F9-F86BB2AF16E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7C4DB17-618B-4F3D-8EFC-5F254CE3A8D4}" type="pres">
      <dgm:prSet presAssocID="{E6795A92-C547-48F4-A90F-EFCC6502FA0E}" presName="root1" presStyleCnt="0"/>
      <dgm:spPr/>
    </dgm:pt>
    <dgm:pt modelId="{32774CD4-63B4-40B0-A100-9666C52ECDF5}" type="pres">
      <dgm:prSet presAssocID="{E6795A92-C547-48F4-A90F-EFCC6502FA0E}" presName="LevelOneTextNode" presStyleLbl="node0" presStyleIdx="0" presStyleCnt="1" custScaleX="71654" custLinFactNeighborX="-12486" custLinFactNeighborY="-78035">
        <dgm:presLayoutVars>
          <dgm:chPref val="3"/>
        </dgm:presLayoutVars>
      </dgm:prSet>
      <dgm:spPr/>
    </dgm:pt>
    <dgm:pt modelId="{51392013-AB77-4E36-9568-D5864126CF23}" type="pres">
      <dgm:prSet presAssocID="{E6795A92-C547-48F4-A90F-EFCC6502FA0E}" presName="level2hierChild" presStyleCnt="0"/>
      <dgm:spPr/>
    </dgm:pt>
    <dgm:pt modelId="{F1AC2A13-10CD-4CE6-97A6-F2208703A7C4}" type="pres">
      <dgm:prSet presAssocID="{CE7642A9-BC97-41EF-BDC5-B125141E12AF}" presName="conn2-1" presStyleLbl="parChTrans1D2" presStyleIdx="0" presStyleCnt="2"/>
      <dgm:spPr/>
    </dgm:pt>
    <dgm:pt modelId="{07948EA1-B126-4E57-9191-114B06364FC6}" type="pres">
      <dgm:prSet presAssocID="{CE7642A9-BC97-41EF-BDC5-B125141E12AF}" presName="connTx" presStyleLbl="parChTrans1D2" presStyleIdx="0" presStyleCnt="2"/>
      <dgm:spPr/>
    </dgm:pt>
    <dgm:pt modelId="{89F5D597-0167-4B40-B3B0-82FC33572946}" type="pres">
      <dgm:prSet presAssocID="{4F46C52E-CFD3-4DE3-A992-745BED79C5D1}" presName="root2" presStyleCnt="0"/>
      <dgm:spPr/>
    </dgm:pt>
    <dgm:pt modelId="{8874FD92-6C17-4049-9CB9-7DD55FD4DD1D}" type="pres">
      <dgm:prSet presAssocID="{4F46C52E-CFD3-4DE3-A992-745BED79C5D1}" presName="LevelTwoTextNode" presStyleLbl="node2" presStyleIdx="0" presStyleCnt="2" custScaleX="76227" custScaleY="64735" custLinFactY="-56870" custLinFactNeighborX="-1432" custLinFactNeighborY="-100000">
        <dgm:presLayoutVars>
          <dgm:chPref val="3"/>
        </dgm:presLayoutVars>
      </dgm:prSet>
      <dgm:spPr/>
    </dgm:pt>
    <dgm:pt modelId="{BAD4101C-9694-4A63-B18E-15DCDBCDA520}" type="pres">
      <dgm:prSet presAssocID="{4F46C52E-CFD3-4DE3-A992-745BED79C5D1}" presName="level3hierChild" presStyleCnt="0"/>
      <dgm:spPr/>
    </dgm:pt>
    <dgm:pt modelId="{3648B4F3-BF0B-4162-8796-B288049E8D1E}" type="pres">
      <dgm:prSet presAssocID="{8CC44046-869F-4107-A86F-D4B1A830B3BB}" presName="conn2-1" presStyleLbl="parChTrans1D3" presStyleIdx="0" presStyleCnt="4"/>
      <dgm:spPr/>
    </dgm:pt>
    <dgm:pt modelId="{A21780FF-9CF9-4D18-958D-6850E1F91B87}" type="pres">
      <dgm:prSet presAssocID="{8CC44046-869F-4107-A86F-D4B1A830B3BB}" presName="connTx" presStyleLbl="parChTrans1D3" presStyleIdx="0" presStyleCnt="4"/>
      <dgm:spPr/>
    </dgm:pt>
    <dgm:pt modelId="{7589D0E8-6457-43F3-ADC9-2DCD0C3DD89C}" type="pres">
      <dgm:prSet presAssocID="{5680702D-532A-419F-9CE6-7327ABD7FBAE}" presName="root2" presStyleCnt="0"/>
      <dgm:spPr/>
    </dgm:pt>
    <dgm:pt modelId="{69609B4D-23C7-44A0-9655-D6F4D09A919C}" type="pres">
      <dgm:prSet presAssocID="{5680702D-532A-419F-9CE6-7327ABD7FBAE}" presName="LevelTwoTextNode" presStyleLbl="node3" presStyleIdx="0" presStyleCnt="4" custScaleX="131837">
        <dgm:presLayoutVars>
          <dgm:chPref val="3"/>
        </dgm:presLayoutVars>
      </dgm:prSet>
      <dgm:spPr/>
    </dgm:pt>
    <dgm:pt modelId="{B5C3CDBD-FF04-4504-8156-403697DCE2FC}" type="pres">
      <dgm:prSet presAssocID="{5680702D-532A-419F-9CE6-7327ABD7FBAE}" presName="level3hierChild" presStyleCnt="0"/>
      <dgm:spPr/>
    </dgm:pt>
    <dgm:pt modelId="{ACD93F45-31AE-4271-86A7-992F54AF6B30}" type="pres">
      <dgm:prSet presAssocID="{B7F09887-2B9A-42FE-B37E-718226AF66A1}" presName="conn2-1" presStyleLbl="parChTrans1D3" presStyleIdx="1" presStyleCnt="4"/>
      <dgm:spPr/>
    </dgm:pt>
    <dgm:pt modelId="{CA136FAD-DE9E-424A-9CDF-75888066D868}" type="pres">
      <dgm:prSet presAssocID="{B7F09887-2B9A-42FE-B37E-718226AF66A1}" presName="connTx" presStyleLbl="parChTrans1D3" presStyleIdx="1" presStyleCnt="4"/>
      <dgm:spPr/>
    </dgm:pt>
    <dgm:pt modelId="{8957F89B-6138-40B8-9A3D-239EA1C38DCF}" type="pres">
      <dgm:prSet presAssocID="{C0AC1646-2D0D-4D0D-97CD-789250BF0BF7}" presName="root2" presStyleCnt="0"/>
      <dgm:spPr/>
    </dgm:pt>
    <dgm:pt modelId="{49C5AE8E-4DB9-43C2-97C7-4567178A35C1}" type="pres">
      <dgm:prSet presAssocID="{C0AC1646-2D0D-4D0D-97CD-789250BF0BF7}" presName="LevelTwoTextNode" presStyleLbl="node3" presStyleIdx="1" presStyleCnt="4" custScaleX="131837">
        <dgm:presLayoutVars>
          <dgm:chPref val="3"/>
        </dgm:presLayoutVars>
      </dgm:prSet>
      <dgm:spPr/>
    </dgm:pt>
    <dgm:pt modelId="{ED674C17-945C-4380-98C0-4FC7DFE658BE}" type="pres">
      <dgm:prSet presAssocID="{C0AC1646-2D0D-4D0D-97CD-789250BF0BF7}" presName="level3hierChild" presStyleCnt="0"/>
      <dgm:spPr/>
    </dgm:pt>
    <dgm:pt modelId="{26AB2CF7-D266-455E-BD45-141E610563AE}" type="pres">
      <dgm:prSet presAssocID="{440CCDBE-4808-45E8-A705-037AB33E2F58}" presName="conn2-1" presStyleLbl="parChTrans1D3" presStyleIdx="2" presStyleCnt="4"/>
      <dgm:spPr/>
    </dgm:pt>
    <dgm:pt modelId="{5D9906BB-A085-490F-9728-65D4B5CD3ABF}" type="pres">
      <dgm:prSet presAssocID="{440CCDBE-4808-45E8-A705-037AB33E2F58}" presName="connTx" presStyleLbl="parChTrans1D3" presStyleIdx="2" presStyleCnt="4"/>
      <dgm:spPr/>
    </dgm:pt>
    <dgm:pt modelId="{59B8093C-C6C8-4040-AF10-99210E1448EA}" type="pres">
      <dgm:prSet presAssocID="{F7D00C38-4C57-452A-BA13-4EFF96E3B926}" presName="root2" presStyleCnt="0"/>
      <dgm:spPr/>
    </dgm:pt>
    <dgm:pt modelId="{57DE5B69-DE6C-438C-91E6-E6AE18AB6612}" type="pres">
      <dgm:prSet presAssocID="{F7D00C38-4C57-452A-BA13-4EFF96E3B926}" presName="LevelTwoTextNode" presStyleLbl="node3" presStyleIdx="2" presStyleCnt="4" custScaleX="131837">
        <dgm:presLayoutVars>
          <dgm:chPref val="3"/>
        </dgm:presLayoutVars>
      </dgm:prSet>
      <dgm:spPr/>
    </dgm:pt>
    <dgm:pt modelId="{ABC30A66-4827-41AD-8633-4F19D66FD85D}" type="pres">
      <dgm:prSet presAssocID="{F7D00C38-4C57-452A-BA13-4EFF96E3B926}" presName="level3hierChild" presStyleCnt="0"/>
      <dgm:spPr/>
    </dgm:pt>
    <dgm:pt modelId="{CA2136AF-B91C-4CC3-93FA-9C367151F894}" type="pres">
      <dgm:prSet presAssocID="{E72C95AE-E414-400B-8FA5-512A462007E7}" presName="conn2-1" presStyleLbl="parChTrans1D3" presStyleIdx="3" presStyleCnt="4"/>
      <dgm:spPr/>
    </dgm:pt>
    <dgm:pt modelId="{25984B9F-1E76-4AAD-AC60-A52270FC2A67}" type="pres">
      <dgm:prSet presAssocID="{E72C95AE-E414-400B-8FA5-512A462007E7}" presName="connTx" presStyleLbl="parChTrans1D3" presStyleIdx="3" presStyleCnt="4"/>
      <dgm:spPr/>
    </dgm:pt>
    <dgm:pt modelId="{87E2884C-DBFB-40D2-8B59-923EF2463BCE}" type="pres">
      <dgm:prSet presAssocID="{9303B2C5-7078-47DB-A8DC-52B2AA5B31FC}" presName="root2" presStyleCnt="0"/>
      <dgm:spPr/>
    </dgm:pt>
    <dgm:pt modelId="{61AE0ED9-C81B-4BDA-B6AC-5A55C764D650}" type="pres">
      <dgm:prSet presAssocID="{9303B2C5-7078-47DB-A8DC-52B2AA5B31FC}" presName="LevelTwoTextNode" presStyleLbl="node3" presStyleIdx="3" presStyleCnt="4" custScaleX="131801">
        <dgm:presLayoutVars>
          <dgm:chPref val="3"/>
        </dgm:presLayoutVars>
      </dgm:prSet>
      <dgm:spPr/>
    </dgm:pt>
    <dgm:pt modelId="{26D280BA-6EC5-45CE-9774-AEE1EFFC47E2}" type="pres">
      <dgm:prSet presAssocID="{9303B2C5-7078-47DB-A8DC-52B2AA5B31FC}" presName="level3hierChild" presStyleCnt="0"/>
      <dgm:spPr/>
    </dgm:pt>
    <dgm:pt modelId="{0BA31B79-5AB6-4570-AE2E-0F2675353456}" type="pres">
      <dgm:prSet presAssocID="{4FDA2045-EA78-4B05-ACC9-104C7F9AAF12}" presName="conn2-1" presStyleLbl="parChTrans1D2" presStyleIdx="1" presStyleCnt="2"/>
      <dgm:spPr/>
    </dgm:pt>
    <dgm:pt modelId="{462BB31C-3B68-4845-8441-42903C2956AC}" type="pres">
      <dgm:prSet presAssocID="{4FDA2045-EA78-4B05-ACC9-104C7F9AAF12}" presName="connTx" presStyleLbl="parChTrans1D2" presStyleIdx="1" presStyleCnt="2"/>
      <dgm:spPr/>
    </dgm:pt>
    <dgm:pt modelId="{70EDEC88-F58B-4DD8-B88C-35D6A7CA13D1}" type="pres">
      <dgm:prSet presAssocID="{591C4B69-0C76-4AF0-8583-0C995D7141C2}" presName="root2" presStyleCnt="0"/>
      <dgm:spPr/>
    </dgm:pt>
    <dgm:pt modelId="{6CAE0476-79A8-4191-8DCD-6026A7D05F1A}" type="pres">
      <dgm:prSet presAssocID="{591C4B69-0C76-4AF0-8583-0C995D7141C2}" presName="LevelTwoTextNode" presStyleLbl="node2" presStyleIdx="1" presStyleCnt="2" custFlipVert="0" custScaleX="79192" custScaleY="102866">
        <dgm:presLayoutVars>
          <dgm:chPref val="3"/>
        </dgm:presLayoutVars>
      </dgm:prSet>
      <dgm:spPr/>
    </dgm:pt>
    <dgm:pt modelId="{F3A0A1A7-C76E-409F-82FB-4A9A43185568}" type="pres">
      <dgm:prSet presAssocID="{591C4B69-0C76-4AF0-8583-0C995D7141C2}" presName="level3hierChild" presStyleCnt="0"/>
      <dgm:spPr/>
    </dgm:pt>
  </dgm:ptLst>
  <dgm:cxnLst>
    <dgm:cxn modelId="{A0223B01-F47C-4E03-8B4C-A8F50DDAF8BB}" type="presOf" srcId="{4F46C52E-CFD3-4DE3-A992-745BED79C5D1}" destId="{8874FD92-6C17-4049-9CB9-7DD55FD4DD1D}" srcOrd="0" destOrd="0" presId="urn:microsoft.com/office/officeart/2005/8/layout/hierarchy2"/>
    <dgm:cxn modelId="{604D9504-F4F9-4C7B-A4D0-F4706E88DA3F}" srcId="{E6795A92-C547-48F4-A90F-EFCC6502FA0E}" destId="{591C4B69-0C76-4AF0-8583-0C995D7141C2}" srcOrd="1" destOrd="0" parTransId="{4FDA2045-EA78-4B05-ACC9-104C7F9AAF12}" sibTransId="{986C879A-4E79-412D-A93D-FCD0230ABAC8}"/>
    <dgm:cxn modelId="{20A88B0A-827B-4D33-98F0-38AA313024B1}" srcId="{E6795A92-C547-48F4-A90F-EFCC6502FA0E}" destId="{4F46C52E-CFD3-4DE3-A992-745BED79C5D1}" srcOrd="0" destOrd="0" parTransId="{CE7642A9-BC97-41EF-BDC5-B125141E12AF}" sibTransId="{342D11C8-182B-4DC0-BF40-52B903013C42}"/>
    <dgm:cxn modelId="{FC13C80F-AABD-4C0D-984E-6F930A16F447}" type="presOf" srcId="{AA175EF2-8BBD-4C9E-84F9-F86BB2AF16EE}" destId="{540725E1-0C67-4F6A-AE5C-7DE241AE3EC2}" srcOrd="0" destOrd="0" presId="urn:microsoft.com/office/officeart/2005/8/layout/hierarchy2"/>
    <dgm:cxn modelId="{6539C810-61BE-4430-A286-ED2A46CF6CC9}" type="presOf" srcId="{E6795A92-C547-48F4-A90F-EFCC6502FA0E}" destId="{32774CD4-63B4-40B0-A100-9666C52ECDF5}" srcOrd="0" destOrd="0" presId="urn:microsoft.com/office/officeart/2005/8/layout/hierarchy2"/>
    <dgm:cxn modelId="{3D471A31-C4BE-4612-AD01-D1C8BA614226}" srcId="{4F46C52E-CFD3-4DE3-A992-745BED79C5D1}" destId="{F7D00C38-4C57-452A-BA13-4EFF96E3B926}" srcOrd="2" destOrd="0" parTransId="{440CCDBE-4808-45E8-A705-037AB33E2F58}" sibTransId="{C63DB9A9-344F-4C4F-98C4-D7EC8257A458}"/>
    <dgm:cxn modelId="{0A2D4940-40C1-46EB-B8D1-73277CA0E3AC}" type="presOf" srcId="{440CCDBE-4808-45E8-A705-037AB33E2F58}" destId="{26AB2CF7-D266-455E-BD45-141E610563AE}" srcOrd="0" destOrd="0" presId="urn:microsoft.com/office/officeart/2005/8/layout/hierarchy2"/>
    <dgm:cxn modelId="{4A7E8B5F-112F-4714-A918-8F4424B025EE}" type="presOf" srcId="{CE7642A9-BC97-41EF-BDC5-B125141E12AF}" destId="{F1AC2A13-10CD-4CE6-97A6-F2208703A7C4}" srcOrd="0" destOrd="0" presId="urn:microsoft.com/office/officeart/2005/8/layout/hierarchy2"/>
    <dgm:cxn modelId="{920A7D41-39DF-4440-9469-FFE1F2EB0180}" srcId="{4F46C52E-CFD3-4DE3-A992-745BED79C5D1}" destId="{9303B2C5-7078-47DB-A8DC-52B2AA5B31FC}" srcOrd="3" destOrd="0" parTransId="{E72C95AE-E414-400B-8FA5-512A462007E7}" sibTransId="{C6202AF5-478D-4F2C-8861-FF44BF649B0F}"/>
    <dgm:cxn modelId="{ED7A6B70-4A82-465E-9A7D-67603C0A1318}" type="presOf" srcId="{4FDA2045-EA78-4B05-ACC9-104C7F9AAF12}" destId="{0BA31B79-5AB6-4570-AE2E-0F2675353456}" srcOrd="0" destOrd="0" presId="urn:microsoft.com/office/officeart/2005/8/layout/hierarchy2"/>
    <dgm:cxn modelId="{B2760651-5B73-46F1-9E7A-C57377D4ED5F}" srcId="{AA175EF2-8BBD-4C9E-84F9-F86BB2AF16EE}" destId="{E6795A92-C547-48F4-A90F-EFCC6502FA0E}" srcOrd="0" destOrd="0" parTransId="{2181ED64-D842-43F6-A4C5-BD7946435155}" sibTransId="{1DAC1AD9-BA5A-4C82-A8BE-0BE397ACB92A}"/>
    <dgm:cxn modelId="{6B253457-A91C-4469-8829-80FE884277D1}" type="presOf" srcId="{E72C95AE-E414-400B-8FA5-512A462007E7}" destId="{25984B9F-1E76-4AAD-AC60-A52270FC2A67}" srcOrd="1" destOrd="0" presId="urn:microsoft.com/office/officeart/2005/8/layout/hierarchy2"/>
    <dgm:cxn modelId="{70A8017F-FEA4-403C-BE9B-25162779D9B2}" type="presOf" srcId="{9303B2C5-7078-47DB-A8DC-52B2AA5B31FC}" destId="{61AE0ED9-C81B-4BDA-B6AC-5A55C764D650}" srcOrd="0" destOrd="0" presId="urn:microsoft.com/office/officeart/2005/8/layout/hierarchy2"/>
    <dgm:cxn modelId="{FB39C78B-B440-401F-9F7F-93307160F266}" type="presOf" srcId="{440CCDBE-4808-45E8-A705-037AB33E2F58}" destId="{5D9906BB-A085-490F-9728-65D4B5CD3ABF}" srcOrd="1" destOrd="0" presId="urn:microsoft.com/office/officeart/2005/8/layout/hierarchy2"/>
    <dgm:cxn modelId="{FE76C08D-5722-49B2-9479-99C58C7B8056}" type="presOf" srcId="{B7F09887-2B9A-42FE-B37E-718226AF66A1}" destId="{ACD93F45-31AE-4271-86A7-992F54AF6B30}" srcOrd="0" destOrd="0" presId="urn:microsoft.com/office/officeart/2005/8/layout/hierarchy2"/>
    <dgm:cxn modelId="{3576D394-2E59-4078-AB63-4F8358E4AFF4}" type="presOf" srcId="{B7F09887-2B9A-42FE-B37E-718226AF66A1}" destId="{CA136FAD-DE9E-424A-9CDF-75888066D868}" srcOrd="1" destOrd="0" presId="urn:microsoft.com/office/officeart/2005/8/layout/hierarchy2"/>
    <dgm:cxn modelId="{FBDE319A-5544-4E9F-8857-506353F0FA2B}" type="presOf" srcId="{4FDA2045-EA78-4B05-ACC9-104C7F9AAF12}" destId="{462BB31C-3B68-4845-8441-42903C2956AC}" srcOrd="1" destOrd="0" presId="urn:microsoft.com/office/officeart/2005/8/layout/hierarchy2"/>
    <dgm:cxn modelId="{83A1BFA5-E2FC-4BAF-9EDF-7DA9E82E69DA}" type="presOf" srcId="{5680702D-532A-419F-9CE6-7327ABD7FBAE}" destId="{69609B4D-23C7-44A0-9655-D6F4D09A919C}" srcOrd="0" destOrd="0" presId="urn:microsoft.com/office/officeart/2005/8/layout/hierarchy2"/>
    <dgm:cxn modelId="{4640C6AA-AA37-4D54-AB90-A11C2E1B700B}" type="presOf" srcId="{F7D00C38-4C57-452A-BA13-4EFF96E3B926}" destId="{57DE5B69-DE6C-438C-91E6-E6AE18AB6612}" srcOrd="0" destOrd="0" presId="urn:microsoft.com/office/officeart/2005/8/layout/hierarchy2"/>
    <dgm:cxn modelId="{CF2EF7AE-2D86-4DCD-B940-A0041132C571}" type="presOf" srcId="{591C4B69-0C76-4AF0-8583-0C995D7141C2}" destId="{6CAE0476-79A8-4191-8DCD-6026A7D05F1A}" srcOrd="0" destOrd="0" presId="urn:microsoft.com/office/officeart/2005/8/layout/hierarchy2"/>
    <dgm:cxn modelId="{33BA3AAF-E77A-44C1-B629-0FD2EB6EB109}" type="presOf" srcId="{8CC44046-869F-4107-A86F-D4B1A830B3BB}" destId="{3648B4F3-BF0B-4162-8796-B288049E8D1E}" srcOrd="0" destOrd="0" presId="urn:microsoft.com/office/officeart/2005/8/layout/hierarchy2"/>
    <dgm:cxn modelId="{2BFED6BB-1F5A-4853-96DA-CCE036C4AF2E}" type="presOf" srcId="{CE7642A9-BC97-41EF-BDC5-B125141E12AF}" destId="{07948EA1-B126-4E57-9191-114B06364FC6}" srcOrd="1" destOrd="0" presId="urn:microsoft.com/office/officeart/2005/8/layout/hierarchy2"/>
    <dgm:cxn modelId="{34AF6EBD-2DBB-40E4-8765-F665BDF56694}" type="presOf" srcId="{8CC44046-869F-4107-A86F-D4B1A830B3BB}" destId="{A21780FF-9CF9-4D18-958D-6850E1F91B87}" srcOrd="1" destOrd="0" presId="urn:microsoft.com/office/officeart/2005/8/layout/hierarchy2"/>
    <dgm:cxn modelId="{3EEC0BC4-77C9-4EBE-B804-3B69B4DF8181}" srcId="{4F46C52E-CFD3-4DE3-A992-745BED79C5D1}" destId="{C0AC1646-2D0D-4D0D-97CD-789250BF0BF7}" srcOrd="1" destOrd="0" parTransId="{B7F09887-2B9A-42FE-B37E-718226AF66A1}" sibTransId="{6920D1A1-A750-49C9-AA51-7109C9DFBE02}"/>
    <dgm:cxn modelId="{811CE4D8-4C34-434D-B3BE-BA50D00AEC85}" srcId="{4F46C52E-CFD3-4DE3-A992-745BED79C5D1}" destId="{5680702D-532A-419F-9CE6-7327ABD7FBAE}" srcOrd="0" destOrd="0" parTransId="{8CC44046-869F-4107-A86F-D4B1A830B3BB}" sibTransId="{30B3D485-5A33-46AA-BBB0-201F737B7FA5}"/>
    <dgm:cxn modelId="{B42A47E3-C1F8-47EF-8045-0D466F94631B}" type="presOf" srcId="{C0AC1646-2D0D-4D0D-97CD-789250BF0BF7}" destId="{49C5AE8E-4DB9-43C2-97C7-4567178A35C1}" srcOrd="0" destOrd="0" presId="urn:microsoft.com/office/officeart/2005/8/layout/hierarchy2"/>
    <dgm:cxn modelId="{87FF36E8-29A8-40D5-97AB-8FD17F9AAE31}" type="presOf" srcId="{E72C95AE-E414-400B-8FA5-512A462007E7}" destId="{CA2136AF-B91C-4CC3-93FA-9C367151F894}" srcOrd="0" destOrd="0" presId="urn:microsoft.com/office/officeart/2005/8/layout/hierarchy2"/>
    <dgm:cxn modelId="{E6C8C365-C4F5-410F-AF6E-DA0FBA8F2147}" type="presParOf" srcId="{540725E1-0C67-4F6A-AE5C-7DE241AE3EC2}" destId="{47C4DB17-618B-4F3D-8EFC-5F254CE3A8D4}" srcOrd="0" destOrd="0" presId="urn:microsoft.com/office/officeart/2005/8/layout/hierarchy2"/>
    <dgm:cxn modelId="{A0EA0EB4-0A49-4F8E-8056-71F91831D26B}" type="presParOf" srcId="{47C4DB17-618B-4F3D-8EFC-5F254CE3A8D4}" destId="{32774CD4-63B4-40B0-A100-9666C52ECDF5}" srcOrd="0" destOrd="0" presId="urn:microsoft.com/office/officeart/2005/8/layout/hierarchy2"/>
    <dgm:cxn modelId="{F000F8CB-7B49-4C54-9B68-561B9431CF3C}" type="presParOf" srcId="{47C4DB17-618B-4F3D-8EFC-5F254CE3A8D4}" destId="{51392013-AB77-4E36-9568-D5864126CF23}" srcOrd="1" destOrd="0" presId="urn:microsoft.com/office/officeart/2005/8/layout/hierarchy2"/>
    <dgm:cxn modelId="{E053D817-3F67-4832-B86E-08D8343D0A92}" type="presParOf" srcId="{51392013-AB77-4E36-9568-D5864126CF23}" destId="{F1AC2A13-10CD-4CE6-97A6-F2208703A7C4}" srcOrd="0" destOrd="0" presId="urn:microsoft.com/office/officeart/2005/8/layout/hierarchy2"/>
    <dgm:cxn modelId="{687B9D49-BB36-4E31-8998-638B619F6FD2}" type="presParOf" srcId="{F1AC2A13-10CD-4CE6-97A6-F2208703A7C4}" destId="{07948EA1-B126-4E57-9191-114B06364FC6}" srcOrd="0" destOrd="0" presId="urn:microsoft.com/office/officeart/2005/8/layout/hierarchy2"/>
    <dgm:cxn modelId="{FD496F77-1D3E-4E8F-AF18-7839751DAD2F}" type="presParOf" srcId="{51392013-AB77-4E36-9568-D5864126CF23}" destId="{89F5D597-0167-4B40-B3B0-82FC33572946}" srcOrd="1" destOrd="0" presId="urn:microsoft.com/office/officeart/2005/8/layout/hierarchy2"/>
    <dgm:cxn modelId="{E084F26A-F256-4EC5-BEFB-B33116EB7451}" type="presParOf" srcId="{89F5D597-0167-4B40-B3B0-82FC33572946}" destId="{8874FD92-6C17-4049-9CB9-7DD55FD4DD1D}" srcOrd="0" destOrd="0" presId="urn:microsoft.com/office/officeart/2005/8/layout/hierarchy2"/>
    <dgm:cxn modelId="{DCDA54A3-EE70-472E-8A10-F0AE23E4FBD6}" type="presParOf" srcId="{89F5D597-0167-4B40-B3B0-82FC33572946}" destId="{BAD4101C-9694-4A63-B18E-15DCDBCDA520}" srcOrd="1" destOrd="0" presId="urn:microsoft.com/office/officeart/2005/8/layout/hierarchy2"/>
    <dgm:cxn modelId="{065D46D6-73A1-412E-9A7E-43787EDE6D5F}" type="presParOf" srcId="{BAD4101C-9694-4A63-B18E-15DCDBCDA520}" destId="{3648B4F3-BF0B-4162-8796-B288049E8D1E}" srcOrd="0" destOrd="0" presId="urn:microsoft.com/office/officeart/2005/8/layout/hierarchy2"/>
    <dgm:cxn modelId="{7A9E9E49-41C2-4965-B31D-9A0548CC8FAC}" type="presParOf" srcId="{3648B4F3-BF0B-4162-8796-B288049E8D1E}" destId="{A21780FF-9CF9-4D18-958D-6850E1F91B87}" srcOrd="0" destOrd="0" presId="urn:microsoft.com/office/officeart/2005/8/layout/hierarchy2"/>
    <dgm:cxn modelId="{F934C306-D9BD-4EB9-9A64-634A92336AC4}" type="presParOf" srcId="{BAD4101C-9694-4A63-B18E-15DCDBCDA520}" destId="{7589D0E8-6457-43F3-ADC9-2DCD0C3DD89C}" srcOrd="1" destOrd="0" presId="urn:microsoft.com/office/officeart/2005/8/layout/hierarchy2"/>
    <dgm:cxn modelId="{D165186C-C310-448E-BC10-EBCBA0EF92E2}" type="presParOf" srcId="{7589D0E8-6457-43F3-ADC9-2DCD0C3DD89C}" destId="{69609B4D-23C7-44A0-9655-D6F4D09A919C}" srcOrd="0" destOrd="0" presId="urn:microsoft.com/office/officeart/2005/8/layout/hierarchy2"/>
    <dgm:cxn modelId="{BB73B819-B212-4A59-AED4-82120153DB9F}" type="presParOf" srcId="{7589D0E8-6457-43F3-ADC9-2DCD0C3DD89C}" destId="{B5C3CDBD-FF04-4504-8156-403697DCE2FC}" srcOrd="1" destOrd="0" presId="urn:microsoft.com/office/officeart/2005/8/layout/hierarchy2"/>
    <dgm:cxn modelId="{D8C0C1C5-7E9C-4F7A-9902-DD51B22ADDA6}" type="presParOf" srcId="{BAD4101C-9694-4A63-B18E-15DCDBCDA520}" destId="{ACD93F45-31AE-4271-86A7-992F54AF6B30}" srcOrd="2" destOrd="0" presId="urn:microsoft.com/office/officeart/2005/8/layout/hierarchy2"/>
    <dgm:cxn modelId="{FB9C6B81-6B19-4D5C-BA15-5347325204AC}" type="presParOf" srcId="{ACD93F45-31AE-4271-86A7-992F54AF6B30}" destId="{CA136FAD-DE9E-424A-9CDF-75888066D868}" srcOrd="0" destOrd="0" presId="urn:microsoft.com/office/officeart/2005/8/layout/hierarchy2"/>
    <dgm:cxn modelId="{F642BE69-D9E9-4380-8863-4AE71B27322E}" type="presParOf" srcId="{BAD4101C-9694-4A63-B18E-15DCDBCDA520}" destId="{8957F89B-6138-40B8-9A3D-239EA1C38DCF}" srcOrd="3" destOrd="0" presId="urn:microsoft.com/office/officeart/2005/8/layout/hierarchy2"/>
    <dgm:cxn modelId="{F7AB9DCD-DD96-4207-997F-7EF55BCF200F}" type="presParOf" srcId="{8957F89B-6138-40B8-9A3D-239EA1C38DCF}" destId="{49C5AE8E-4DB9-43C2-97C7-4567178A35C1}" srcOrd="0" destOrd="0" presId="urn:microsoft.com/office/officeart/2005/8/layout/hierarchy2"/>
    <dgm:cxn modelId="{4570D967-24C6-48F1-BE79-966F26E93320}" type="presParOf" srcId="{8957F89B-6138-40B8-9A3D-239EA1C38DCF}" destId="{ED674C17-945C-4380-98C0-4FC7DFE658BE}" srcOrd="1" destOrd="0" presId="urn:microsoft.com/office/officeart/2005/8/layout/hierarchy2"/>
    <dgm:cxn modelId="{C08F3CDC-ADB4-4ED4-BD11-ECD5FCA0EBCF}" type="presParOf" srcId="{BAD4101C-9694-4A63-B18E-15DCDBCDA520}" destId="{26AB2CF7-D266-455E-BD45-141E610563AE}" srcOrd="4" destOrd="0" presId="urn:microsoft.com/office/officeart/2005/8/layout/hierarchy2"/>
    <dgm:cxn modelId="{88EB6DFB-E9D1-4160-9E5E-8BC10639859E}" type="presParOf" srcId="{26AB2CF7-D266-455E-BD45-141E610563AE}" destId="{5D9906BB-A085-490F-9728-65D4B5CD3ABF}" srcOrd="0" destOrd="0" presId="urn:microsoft.com/office/officeart/2005/8/layout/hierarchy2"/>
    <dgm:cxn modelId="{C0254B81-33FF-4D10-9D55-20F7AB0A255F}" type="presParOf" srcId="{BAD4101C-9694-4A63-B18E-15DCDBCDA520}" destId="{59B8093C-C6C8-4040-AF10-99210E1448EA}" srcOrd="5" destOrd="0" presId="urn:microsoft.com/office/officeart/2005/8/layout/hierarchy2"/>
    <dgm:cxn modelId="{9B6C48A5-2C09-472A-BE93-97D36E7C809B}" type="presParOf" srcId="{59B8093C-C6C8-4040-AF10-99210E1448EA}" destId="{57DE5B69-DE6C-438C-91E6-E6AE18AB6612}" srcOrd="0" destOrd="0" presId="urn:microsoft.com/office/officeart/2005/8/layout/hierarchy2"/>
    <dgm:cxn modelId="{D5406784-A3D2-4A01-B0FB-7303314551AE}" type="presParOf" srcId="{59B8093C-C6C8-4040-AF10-99210E1448EA}" destId="{ABC30A66-4827-41AD-8633-4F19D66FD85D}" srcOrd="1" destOrd="0" presId="urn:microsoft.com/office/officeart/2005/8/layout/hierarchy2"/>
    <dgm:cxn modelId="{FC18E0C9-F32F-426B-ACC2-D552E573BF3E}" type="presParOf" srcId="{BAD4101C-9694-4A63-B18E-15DCDBCDA520}" destId="{CA2136AF-B91C-4CC3-93FA-9C367151F894}" srcOrd="6" destOrd="0" presId="urn:microsoft.com/office/officeart/2005/8/layout/hierarchy2"/>
    <dgm:cxn modelId="{4CFA8E12-23E7-40EF-AE48-E8DE4312C265}" type="presParOf" srcId="{CA2136AF-B91C-4CC3-93FA-9C367151F894}" destId="{25984B9F-1E76-4AAD-AC60-A52270FC2A67}" srcOrd="0" destOrd="0" presId="urn:microsoft.com/office/officeart/2005/8/layout/hierarchy2"/>
    <dgm:cxn modelId="{C495C625-5F46-4D71-A15A-8DEF2148555B}" type="presParOf" srcId="{BAD4101C-9694-4A63-B18E-15DCDBCDA520}" destId="{87E2884C-DBFB-40D2-8B59-923EF2463BCE}" srcOrd="7" destOrd="0" presId="urn:microsoft.com/office/officeart/2005/8/layout/hierarchy2"/>
    <dgm:cxn modelId="{DACE52B2-6122-4E0A-B26F-6DABD5257993}" type="presParOf" srcId="{87E2884C-DBFB-40D2-8B59-923EF2463BCE}" destId="{61AE0ED9-C81B-4BDA-B6AC-5A55C764D650}" srcOrd="0" destOrd="0" presId="urn:microsoft.com/office/officeart/2005/8/layout/hierarchy2"/>
    <dgm:cxn modelId="{8B5B81B4-434A-4BE5-8225-0455974DB37C}" type="presParOf" srcId="{87E2884C-DBFB-40D2-8B59-923EF2463BCE}" destId="{26D280BA-6EC5-45CE-9774-AEE1EFFC47E2}" srcOrd="1" destOrd="0" presId="urn:microsoft.com/office/officeart/2005/8/layout/hierarchy2"/>
    <dgm:cxn modelId="{285823BC-48E8-4620-BB6C-B002B2FEA97C}" type="presParOf" srcId="{51392013-AB77-4E36-9568-D5864126CF23}" destId="{0BA31B79-5AB6-4570-AE2E-0F2675353456}" srcOrd="2" destOrd="0" presId="urn:microsoft.com/office/officeart/2005/8/layout/hierarchy2"/>
    <dgm:cxn modelId="{37121286-31A5-45FD-9713-BCCE116095EA}" type="presParOf" srcId="{0BA31B79-5AB6-4570-AE2E-0F2675353456}" destId="{462BB31C-3B68-4845-8441-42903C2956AC}" srcOrd="0" destOrd="0" presId="urn:microsoft.com/office/officeart/2005/8/layout/hierarchy2"/>
    <dgm:cxn modelId="{79D80301-6B98-4B14-9D47-9C2D32743824}" type="presParOf" srcId="{51392013-AB77-4E36-9568-D5864126CF23}" destId="{70EDEC88-F58B-4DD8-B88C-35D6A7CA13D1}" srcOrd="3" destOrd="0" presId="urn:microsoft.com/office/officeart/2005/8/layout/hierarchy2"/>
    <dgm:cxn modelId="{73B9D131-BFB8-48B5-9E8E-834A9E922362}" type="presParOf" srcId="{70EDEC88-F58B-4DD8-B88C-35D6A7CA13D1}" destId="{6CAE0476-79A8-4191-8DCD-6026A7D05F1A}" srcOrd="0" destOrd="0" presId="urn:microsoft.com/office/officeart/2005/8/layout/hierarchy2"/>
    <dgm:cxn modelId="{196C57BF-5F6E-40F6-9108-3A58D446A3B2}" type="presParOf" srcId="{70EDEC88-F58B-4DD8-B88C-35D6A7CA13D1}" destId="{F3A0A1A7-C76E-409F-82FB-4A9A4318556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175EF2-8BBD-4C9E-84F9-F86BB2AF16EE}" type="doc">
      <dgm:prSet loTypeId="urn:microsoft.com/office/officeart/2005/8/layout/hierarchy2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E6795A92-C547-48F4-A90F-EFCC6502FA0E}">
      <dgm:prSet phldrT="[Text]" custT="1"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cs-CZ" sz="2800" b="1" dirty="0">
              <a:solidFill>
                <a:schemeClr val="bg1"/>
              </a:solidFill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Datový typ</a:t>
          </a:r>
          <a:endParaRPr lang="cs-CZ" sz="2800" dirty="0">
            <a:solidFill>
              <a:schemeClr val="bg1"/>
            </a:solidFill>
          </a:endParaRPr>
        </a:p>
      </dgm:t>
    </dgm:pt>
    <dgm:pt modelId="{2181ED64-D842-43F6-A4C5-BD7946435155}" type="parTrans" cxnId="{B2760651-5B73-46F1-9E7A-C57377D4ED5F}">
      <dgm:prSet/>
      <dgm:spPr/>
      <dgm:t>
        <a:bodyPr/>
        <a:lstStyle/>
        <a:p>
          <a:endParaRPr lang="cs-CZ" sz="2000"/>
        </a:p>
      </dgm:t>
    </dgm:pt>
    <dgm:pt modelId="{1DAC1AD9-BA5A-4C82-A8BE-0BE397ACB92A}" type="sibTrans" cxnId="{B2760651-5B73-46F1-9E7A-C57377D4ED5F}">
      <dgm:prSet/>
      <dgm:spPr/>
      <dgm:t>
        <a:bodyPr/>
        <a:lstStyle/>
        <a:p>
          <a:endParaRPr lang="cs-CZ" sz="2000"/>
        </a:p>
      </dgm:t>
    </dgm:pt>
    <dgm:pt modelId="{4F46C52E-CFD3-4DE3-A992-745BED79C5D1}">
      <dgm:prSet phldrT="[Text]" custT="1"/>
      <dgm:spPr/>
      <dgm:t>
        <a:bodyPr/>
        <a:lstStyle/>
        <a:p>
          <a:r>
            <a:rPr lang="cs-CZ" sz="2000" b="1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Celočíselný typ</a:t>
          </a:r>
          <a:endParaRPr lang="cs-CZ" sz="2000" b="1" dirty="0">
            <a:effectLst/>
            <a:latin typeface="+mn-lt"/>
          </a:endParaRPr>
        </a:p>
      </dgm:t>
    </dgm:pt>
    <dgm:pt modelId="{CE7642A9-BC97-41EF-BDC5-B125141E12AF}" type="parTrans" cxnId="{20A88B0A-827B-4D33-98F0-38AA313024B1}">
      <dgm:prSet custT="1"/>
      <dgm:spPr/>
      <dgm:t>
        <a:bodyPr/>
        <a:lstStyle/>
        <a:p>
          <a:endParaRPr lang="cs-CZ" sz="2000"/>
        </a:p>
      </dgm:t>
    </dgm:pt>
    <dgm:pt modelId="{342D11C8-182B-4DC0-BF40-52B903013C42}" type="sibTrans" cxnId="{20A88B0A-827B-4D33-98F0-38AA313024B1}">
      <dgm:prSet/>
      <dgm:spPr/>
      <dgm:t>
        <a:bodyPr/>
        <a:lstStyle/>
        <a:p>
          <a:endParaRPr lang="cs-CZ" sz="2000"/>
        </a:p>
      </dgm:t>
    </dgm:pt>
    <dgm:pt modelId="{5680702D-532A-419F-9CE6-7327ABD7FBAE}">
      <dgm:prSet phldrT="[Text]" custT="1"/>
      <dgm:spPr/>
      <dgm:t>
        <a:bodyPr/>
        <a:lstStyle/>
        <a:p>
          <a:r>
            <a:rPr lang="cs-CZ" sz="2000" b="1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Znaménkový typ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8CC44046-869F-4107-A86F-D4B1A830B3BB}" type="parTrans" cxnId="{811CE4D8-4C34-434D-B3BE-BA50D00AEC85}">
      <dgm:prSet custT="1"/>
      <dgm:spPr/>
      <dgm:t>
        <a:bodyPr/>
        <a:lstStyle/>
        <a:p>
          <a:endParaRPr lang="cs-CZ" sz="2000"/>
        </a:p>
      </dgm:t>
    </dgm:pt>
    <dgm:pt modelId="{30B3D485-5A33-46AA-BBB0-201F737B7FA5}" type="sibTrans" cxnId="{811CE4D8-4C34-434D-B3BE-BA50D00AEC85}">
      <dgm:prSet/>
      <dgm:spPr/>
      <dgm:t>
        <a:bodyPr/>
        <a:lstStyle/>
        <a:p>
          <a:endParaRPr lang="cs-CZ" sz="2000"/>
        </a:p>
      </dgm:t>
    </dgm:pt>
    <dgm:pt modelId="{C0AC1646-2D0D-4D0D-97CD-789250BF0BF7}">
      <dgm:prSet phldrT="[Text]" custT="1"/>
      <dgm:spPr/>
      <dgm:t>
        <a:bodyPr/>
        <a:lstStyle/>
        <a:p>
          <a:r>
            <a:rPr lang="cs-CZ" sz="2000" b="1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Neznaménkový typ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B7F09887-2B9A-42FE-B37E-718226AF66A1}" type="parTrans" cxnId="{3EEC0BC4-77C9-4EBE-B804-3B69B4DF8181}">
      <dgm:prSet custT="1"/>
      <dgm:spPr/>
      <dgm:t>
        <a:bodyPr/>
        <a:lstStyle/>
        <a:p>
          <a:endParaRPr lang="cs-CZ" sz="2000"/>
        </a:p>
      </dgm:t>
    </dgm:pt>
    <dgm:pt modelId="{6920D1A1-A750-49C9-AA51-7109C9DFBE02}" type="sibTrans" cxnId="{3EEC0BC4-77C9-4EBE-B804-3B69B4DF8181}">
      <dgm:prSet/>
      <dgm:spPr/>
      <dgm:t>
        <a:bodyPr/>
        <a:lstStyle/>
        <a:p>
          <a:endParaRPr lang="cs-CZ" sz="2000"/>
        </a:p>
      </dgm:t>
    </dgm:pt>
    <dgm:pt modelId="{591C4B69-0C76-4AF0-8583-0C995D7141C2}">
      <dgm:prSet phldrT="[Text]" custT="1"/>
      <dgm:spPr/>
      <dgm:t>
        <a:bodyPr/>
        <a:lstStyle/>
        <a:p>
          <a:r>
            <a:rPr lang="cs-CZ" sz="2000" b="1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Reálný typ</a:t>
          </a:r>
          <a:endParaRPr lang="cs-CZ" sz="2000" b="1" dirty="0">
            <a:effectLst/>
            <a:latin typeface="+mn-lt"/>
          </a:endParaRP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4FDA2045-EA78-4B05-ACC9-104C7F9AAF12}" type="parTrans" cxnId="{604D9504-F4F9-4C7B-A4D0-F4706E88DA3F}">
      <dgm:prSet custT="1"/>
      <dgm:spPr/>
      <dgm:t>
        <a:bodyPr/>
        <a:lstStyle/>
        <a:p>
          <a:endParaRPr lang="cs-CZ" sz="2000"/>
        </a:p>
      </dgm:t>
    </dgm:pt>
    <dgm:pt modelId="{986C879A-4E79-412D-A93D-FCD0230ABAC8}" type="sibTrans" cxnId="{604D9504-F4F9-4C7B-A4D0-F4706E88DA3F}">
      <dgm:prSet/>
      <dgm:spPr/>
      <dgm:t>
        <a:bodyPr/>
        <a:lstStyle/>
        <a:p>
          <a:endParaRPr lang="cs-CZ" sz="2000"/>
        </a:p>
      </dgm:t>
    </dgm:pt>
    <dgm:pt modelId="{029C63F6-BBC4-4FA7-A32F-38A7932FB365}">
      <dgm:prSet phldrT="[Text]" custT="1"/>
      <dgm:spPr/>
      <dgm:t>
        <a:bodyPr/>
        <a:lstStyle/>
        <a:p>
          <a:r>
            <a:rPr lang="cs-CZ" sz="2000" b="1" dirty="0">
              <a:effectLst/>
              <a:latin typeface="+mn-lt"/>
            </a:rPr>
            <a:t>Jednoduchá přesnost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CEF72C4A-0A49-4F22-871E-8F85BB585D4A}" type="parTrans" cxnId="{FC1274A1-396A-4873-8462-31FC2B748366}">
      <dgm:prSet custT="1"/>
      <dgm:spPr/>
      <dgm:t>
        <a:bodyPr/>
        <a:lstStyle/>
        <a:p>
          <a:endParaRPr lang="cs-CZ" sz="2000"/>
        </a:p>
      </dgm:t>
    </dgm:pt>
    <dgm:pt modelId="{601CCC61-04D0-4033-B452-9CCEC801AA47}" type="sibTrans" cxnId="{FC1274A1-396A-4873-8462-31FC2B748366}">
      <dgm:prSet/>
      <dgm:spPr/>
      <dgm:t>
        <a:bodyPr/>
        <a:lstStyle/>
        <a:p>
          <a:endParaRPr lang="cs-CZ" sz="2000"/>
        </a:p>
      </dgm:t>
    </dgm:pt>
    <dgm:pt modelId="{5A9C6143-492C-4B32-BAC1-6ABEBEDAA6E4}">
      <dgm:prSet phldrT="[Text]" custT="1"/>
      <dgm:spPr/>
      <dgm:t>
        <a:bodyPr/>
        <a:lstStyle/>
        <a:p>
          <a:r>
            <a:rPr lang="cs-CZ" sz="2000" b="1" dirty="0">
              <a:effectLst/>
              <a:latin typeface="+mn-lt"/>
            </a:rPr>
            <a:t>Dvojitá přesnost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E2DE9364-84AF-4D9A-BB06-81EAC70DF633}" type="parTrans" cxnId="{F8EA07E8-F6B5-4513-88CA-A7E21FF251B9}">
      <dgm:prSet custT="1"/>
      <dgm:spPr/>
      <dgm:t>
        <a:bodyPr/>
        <a:lstStyle/>
        <a:p>
          <a:endParaRPr lang="cs-CZ" sz="2000"/>
        </a:p>
      </dgm:t>
    </dgm:pt>
    <dgm:pt modelId="{FD6385E4-04E9-4D0F-8A1F-0FF59FEA3610}" type="sibTrans" cxnId="{F8EA07E8-F6B5-4513-88CA-A7E21FF251B9}">
      <dgm:prSet/>
      <dgm:spPr/>
      <dgm:t>
        <a:bodyPr/>
        <a:lstStyle/>
        <a:p>
          <a:endParaRPr lang="cs-CZ" sz="2000"/>
        </a:p>
      </dgm:t>
    </dgm:pt>
    <dgm:pt modelId="{540725E1-0C67-4F6A-AE5C-7DE241AE3EC2}" type="pres">
      <dgm:prSet presAssocID="{AA175EF2-8BBD-4C9E-84F9-F86BB2AF16E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7C4DB17-618B-4F3D-8EFC-5F254CE3A8D4}" type="pres">
      <dgm:prSet presAssocID="{E6795A92-C547-48F4-A90F-EFCC6502FA0E}" presName="root1" presStyleCnt="0"/>
      <dgm:spPr/>
    </dgm:pt>
    <dgm:pt modelId="{32774CD4-63B4-40B0-A100-9666C52ECDF5}" type="pres">
      <dgm:prSet presAssocID="{E6795A92-C547-48F4-A90F-EFCC6502FA0E}" presName="LevelOneTextNode" presStyleLbl="node0" presStyleIdx="0" presStyleCnt="1" custScaleX="69895" custScaleY="70023" custLinFactNeighborX="-123" custLinFactNeighborY="-3924">
        <dgm:presLayoutVars>
          <dgm:chPref val="3"/>
        </dgm:presLayoutVars>
      </dgm:prSet>
      <dgm:spPr/>
    </dgm:pt>
    <dgm:pt modelId="{51392013-AB77-4E36-9568-D5864126CF23}" type="pres">
      <dgm:prSet presAssocID="{E6795A92-C547-48F4-A90F-EFCC6502FA0E}" presName="level2hierChild" presStyleCnt="0"/>
      <dgm:spPr/>
    </dgm:pt>
    <dgm:pt modelId="{F1AC2A13-10CD-4CE6-97A6-F2208703A7C4}" type="pres">
      <dgm:prSet presAssocID="{CE7642A9-BC97-41EF-BDC5-B125141E12AF}" presName="conn2-1" presStyleLbl="parChTrans1D2" presStyleIdx="0" presStyleCnt="2"/>
      <dgm:spPr/>
    </dgm:pt>
    <dgm:pt modelId="{07948EA1-B126-4E57-9191-114B06364FC6}" type="pres">
      <dgm:prSet presAssocID="{CE7642A9-BC97-41EF-BDC5-B125141E12AF}" presName="connTx" presStyleLbl="parChTrans1D2" presStyleIdx="0" presStyleCnt="2"/>
      <dgm:spPr/>
    </dgm:pt>
    <dgm:pt modelId="{89F5D597-0167-4B40-B3B0-82FC33572946}" type="pres">
      <dgm:prSet presAssocID="{4F46C52E-CFD3-4DE3-A992-745BED79C5D1}" presName="root2" presStyleCnt="0"/>
      <dgm:spPr/>
    </dgm:pt>
    <dgm:pt modelId="{8874FD92-6C17-4049-9CB9-7DD55FD4DD1D}" type="pres">
      <dgm:prSet presAssocID="{4F46C52E-CFD3-4DE3-A992-745BED79C5D1}" presName="LevelTwoTextNode" presStyleLbl="node2" presStyleIdx="0" presStyleCnt="2" custScaleX="70279" custScaleY="84335" custLinFactNeighborX="-646" custLinFactNeighborY="-6613">
        <dgm:presLayoutVars>
          <dgm:chPref val="3"/>
        </dgm:presLayoutVars>
      </dgm:prSet>
      <dgm:spPr/>
    </dgm:pt>
    <dgm:pt modelId="{BAD4101C-9694-4A63-B18E-15DCDBCDA520}" type="pres">
      <dgm:prSet presAssocID="{4F46C52E-CFD3-4DE3-A992-745BED79C5D1}" presName="level3hierChild" presStyleCnt="0"/>
      <dgm:spPr/>
    </dgm:pt>
    <dgm:pt modelId="{3648B4F3-BF0B-4162-8796-B288049E8D1E}" type="pres">
      <dgm:prSet presAssocID="{8CC44046-869F-4107-A86F-D4B1A830B3BB}" presName="conn2-1" presStyleLbl="parChTrans1D3" presStyleIdx="0" presStyleCnt="4"/>
      <dgm:spPr/>
    </dgm:pt>
    <dgm:pt modelId="{A21780FF-9CF9-4D18-958D-6850E1F91B87}" type="pres">
      <dgm:prSet presAssocID="{8CC44046-869F-4107-A86F-D4B1A830B3BB}" presName="connTx" presStyleLbl="parChTrans1D3" presStyleIdx="0" presStyleCnt="4"/>
      <dgm:spPr/>
    </dgm:pt>
    <dgm:pt modelId="{7589D0E8-6457-43F3-ADC9-2DCD0C3DD89C}" type="pres">
      <dgm:prSet presAssocID="{5680702D-532A-419F-9CE6-7327ABD7FBAE}" presName="root2" presStyleCnt="0"/>
      <dgm:spPr/>
    </dgm:pt>
    <dgm:pt modelId="{69609B4D-23C7-44A0-9655-D6F4D09A919C}" type="pres">
      <dgm:prSet presAssocID="{5680702D-532A-419F-9CE6-7327ABD7FBAE}" presName="LevelTwoTextNode" presStyleLbl="node3" presStyleIdx="0" presStyleCnt="4" custScaleX="101170" custScaleY="59035" custLinFactNeighborX="1175" custLinFactNeighborY="-9366">
        <dgm:presLayoutVars>
          <dgm:chPref val="3"/>
        </dgm:presLayoutVars>
      </dgm:prSet>
      <dgm:spPr/>
    </dgm:pt>
    <dgm:pt modelId="{B5C3CDBD-FF04-4504-8156-403697DCE2FC}" type="pres">
      <dgm:prSet presAssocID="{5680702D-532A-419F-9CE6-7327ABD7FBAE}" presName="level3hierChild" presStyleCnt="0"/>
      <dgm:spPr/>
    </dgm:pt>
    <dgm:pt modelId="{ACD93F45-31AE-4271-86A7-992F54AF6B30}" type="pres">
      <dgm:prSet presAssocID="{B7F09887-2B9A-42FE-B37E-718226AF66A1}" presName="conn2-1" presStyleLbl="parChTrans1D3" presStyleIdx="1" presStyleCnt="4"/>
      <dgm:spPr/>
    </dgm:pt>
    <dgm:pt modelId="{CA136FAD-DE9E-424A-9CDF-75888066D868}" type="pres">
      <dgm:prSet presAssocID="{B7F09887-2B9A-42FE-B37E-718226AF66A1}" presName="connTx" presStyleLbl="parChTrans1D3" presStyleIdx="1" presStyleCnt="4"/>
      <dgm:spPr/>
    </dgm:pt>
    <dgm:pt modelId="{8957F89B-6138-40B8-9A3D-239EA1C38DCF}" type="pres">
      <dgm:prSet presAssocID="{C0AC1646-2D0D-4D0D-97CD-789250BF0BF7}" presName="root2" presStyleCnt="0"/>
      <dgm:spPr/>
    </dgm:pt>
    <dgm:pt modelId="{49C5AE8E-4DB9-43C2-97C7-4567178A35C1}" type="pres">
      <dgm:prSet presAssocID="{C0AC1646-2D0D-4D0D-97CD-789250BF0BF7}" presName="LevelTwoTextNode" presStyleLbl="node3" presStyleIdx="1" presStyleCnt="4" custScaleX="101170" custScaleY="59035" custLinFactNeighborX="7053" custLinFactNeighborY="-8634">
        <dgm:presLayoutVars>
          <dgm:chPref val="3"/>
        </dgm:presLayoutVars>
      </dgm:prSet>
      <dgm:spPr/>
    </dgm:pt>
    <dgm:pt modelId="{ED674C17-945C-4380-98C0-4FC7DFE658BE}" type="pres">
      <dgm:prSet presAssocID="{C0AC1646-2D0D-4D0D-97CD-789250BF0BF7}" presName="level3hierChild" presStyleCnt="0"/>
      <dgm:spPr/>
    </dgm:pt>
    <dgm:pt modelId="{0BA31B79-5AB6-4570-AE2E-0F2675353456}" type="pres">
      <dgm:prSet presAssocID="{4FDA2045-EA78-4B05-ACC9-104C7F9AAF12}" presName="conn2-1" presStyleLbl="parChTrans1D2" presStyleIdx="1" presStyleCnt="2"/>
      <dgm:spPr/>
    </dgm:pt>
    <dgm:pt modelId="{462BB31C-3B68-4845-8441-42903C2956AC}" type="pres">
      <dgm:prSet presAssocID="{4FDA2045-EA78-4B05-ACC9-104C7F9AAF12}" presName="connTx" presStyleLbl="parChTrans1D2" presStyleIdx="1" presStyleCnt="2"/>
      <dgm:spPr/>
    </dgm:pt>
    <dgm:pt modelId="{70EDEC88-F58B-4DD8-B88C-35D6A7CA13D1}" type="pres">
      <dgm:prSet presAssocID="{591C4B69-0C76-4AF0-8583-0C995D7141C2}" presName="root2" presStyleCnt="0"/>
      <dgm:spPr/>
    </dgm:pt>
    <dgm:pt modelId="{6CAE0476-79A8-4191-8DCD-6026A7D05F1A}" type="pres">
      <dgm:prSet presAssocID="{591C4B69-0C76-4AF0-8583-0C995D7141C2}" presName="LevelTwoTextNode" presStyleLbl="node2" presStyleIdx="1" presStyleCnt="2" custFlipVert="0" custScaleX="70023" custScaleY="84335">
        <dgm:presLayoutVars>
          <dgm:chPref val="3"/>
        </dgm:presLayoutVars>
      </dgm:prSet>
      <dgm:spPr/>
    </dgm:pt>
    <dgm:pt modelId="{F3A0A1A7-C76E-409F-82FB-4A9A43185568}" type="pres">
      <dgm:prSet presAssocID="{591C4B69-0C76-4AF0-8583-0C995D7141C2}" presName="level3hierChild" presStyleCnt="0"/>
      <dgm:spPr/>
    </dgm:pt>
    <dgm:pt modelId="{B568CD18-B7CB-4043-8A05-2E0722FA708F}" type="pres">
      <dgm:prSet presAssocID="{CEF72C4A-0A49-4F22-871E-8F85BB585D4A}" presName="conn2-1" presStyleLbl="parChTrans1D3" presStyleIdx="2" presStyleCnt="4"/>
      <dgm:spPr/>
    </dgm:pt>
    <dgm:pt modelId="{DB7CD1C1-34E8-4748-8742-C687C633CA00}" type="pres">
      <dgm:prSet presAssocID="{CEF72C4A-0A49-4F22-871E-8F85BB585D4A}" presName="connTx" presStyleLbl="parChTrans1D3" presStyleIdx="2" presStyleCnt="4"/>
      <dgm:spPr/>
    </dgm:pt>
    <dgm:pt modelId="{857A5D82-1456-404A-979F-24CAC539D09A}" type="pres">
      <dgm:prSet presAssocID="{029C63F6-BBC4-4FA7-A32F-38A7932FB365}" presName="root2" presStyleCnt="0"/>
      <dgm:spPr/>
    </dgm:pt>
    <dgm:pt modelId="{B9704E99-60A7-4965-9B63-CFAE5DBEEB4D}" type="pres">
      <dgm:prSet presAssocID="{029C63F6-BBC4-4FA7-A32F-38A7932FB365}" presName="LevelTwoTextNode" presStyleLbl="node3" presStyleIdx="2" presStyleCnt="4" custScaleX="101170" custScaleY="59035">
        <dgm:presLayoutVars>
          <dgm:chPref val="3"/>
        </dgm:presLayoutVars>
      </dgm:prSet>
      <dgm:spPr/>
    </dgm:pt>
    <dgm:pt modelId="{8277161F-CC2E-4029-99CA-9C61B5D30286}" type="pres">
      <dgm:prSet presAssocID="{029C63F6-BBC4-4FA7-A32F-38A7932FB365}" presName="level3hierChild" presStyleCnt="0"/>
      <dgm:spPr/>
    </dgm:pt>
    <dgm:pt modelId="{EC033FAC-9992-4B55-81EB-70D4F8EE99E0}" type="pres">
      <dgm:prSet presAssocID="{E2DE9364-84AF-4D9A-BB06-81EAC70DF633}" presName="conn2-1" presStyleLbl="parChTrans1D3" presStyleIdx="3" presStyleCnt="4"/>
      <dgm:spPr/>
    </dgm:pt>
    <dgm:pt modelId="{55D5459D-E8D0-4EF8-A8C8-51D3CC085792}" type="pres">
      <dgm:prSet presAssocID="{E2DE9364-84AF-4D9A-BB06-81EAC70DF633}" presName="connTx" presStyleLbl="parChTrans1D3" presStyleIdx="3" presStyleCnt="4"/>
      <dgm:spPr/>
    </dgm:pt>
    <dgm:pt modelId="{2749ACF4-0B89-491D-A355-A1617770FA20}" type="pres">
      <dgm:prSet presAssocID="{5A9C6143-492C-4B32-BAC1-6ABEBEDAA6E4}" presName="root2" presStyleCnt="0"/>
      <dgm:spPr/>
    </dgm:pt>
    <dgm:pt modelId="{AAC43F52-D6C5-4DBE-ACBC-7E66602EE658}" type="pres">
      <dgm:prSet presAssocID="{5A9C6143-492C-4B32-BAC1-6ABEBEDAA6E4}" presName="LevelTwoTextNode" presStyleLbl="node3" presStyleIdx="3" presStyleCnt="4" custScaleX="101170" custScaleY="59035">
        <dgm:presLayoutVars>
          <dgm:chPref val="3"/>
        </dgm:presLayoutVars>
      </dgm:prSet>
      <dgm:spPr/>
    </dgm:pt>
    <dgm:pt modelId="{19DACF5D-336D-48A7-B08C-9A7A54918DC5}" type="pres">
      <dgm:prSet presAssocID="{5A9C6143-492C-4B32-BAC1-6ABEBEDAA6E4}" presName="level3hierChild" presStyleCnt="0"/>
      <dgm:spPr/>
    </dgm:pt>
  </dgm:ptLst>
  <dgm:cxnLst>
    <dgm:cxn modelId="{604D9504-F4F9-4C7B-A4D0-F4706E88DA3F}" srcId="{E6795A92-C547-48F4-A90F-EFCC6502FA0E}" destId="{591C4B69-0C76-4AF0-8583-0C995D7141C2}" srcOrd="1" destOrd="0" parTransId="{4FDA2045-EA78-4B05-ACC9-104C7F9AAF12}" sibTransId="{986C879A-4E79-412D-A93D-FCD0230ABAC8}"/>
    <dgm:cxn modelId="{20A88B0A-827B-4D33-98F0-38AA313024B1}" srcId="{E6795A92-C547-48F4-A90F-EFCC6502FA0E}" destId="{4F46C52E-CFD3-4DE3-A992-745BED79C5D1}" srcOrd="0" destOrd="0" parTransId="{CE7642A9-BC97-41EF-BDC5-B125141E12AF}" sibTransId="{342D11C8-182B-4DC0-BF40-52B903013C42}"/>
    <dgm:cxn modelId="{B0897B14-2F0E-46C9-9281-3660037168E0}" type="presOf" srcId="{E2DE9364-84AF-4D9A-BB06-81EAC70DF633}" destId="{EC033FAC-9992-4B55-81EB-70D4F8EE99E0}" srcOrd="0" destOrd="0" presId="urn:microsoft.com/office/officeart/2005/8/layout/hierarchy2"/>
    <dgm:cxn modelId="{C9357E1E-7841-4811-92B0-5F68C40F90B1}" type="presOf" srcId="{B7F09887-2B9A-42FE-B37E-718226AF66A1}" destId="{CA136FAD-DE9E-424A-9CDF-75888066D868}" srcOrd="1" destOrd="0" presId="urn:microsoft.com/office/officeart/2005/8/layout/hierarchy2"/>
    <dgm:cxn modelId="{4EB3861E-3843-4DA7-9BB4-6C2DB1183D3E}" type="presOf" srcId="{5680702D-532A-419F-9CE6-7327ABD7FBAE}" destId="{69609B4D-23C7-44A0-9655-D6F4D09A919C}" srcOrd="0" destOrd="0" presId="urn:microsoft.com/office/officeart/2005/8/layout/hierarchy2"/>
    <dgm:cxn modelId="{607EEA27-94C6-4ADB-B3C5-4D6C627321FF}" type="presOf" srcId="{4FDA2045-EA78-4B05-ACC9-104C7F9AAF12}" destId="{0BA31B79-5AB6-4570-AE2E-0F2675353456}" srcOrd="0" destOrd="0" presId="urn:microsoft.com/office/officeart/2005/8/layout/hierarchy2"/>
    <dgm:cxn modelId="{4D1FFB39-9D36-4050-AA8D-88F74BBFD544}" type="presOf" srcId="{E2DE9364-84AF-4D9A-BB06-81EAC70DF633}" destId="{55D5459D-E8D0-4EF8-A8C8-51D3CC085792}" srcOrd="1" destOrd="0" presId="urn:microsoft.com/office/officeart/2005/8/layout/hierarchy2"/>
    <dgm:cxn modelId="{9F09A13B-E315-4B95-943D-1DFEA38A55F3}" type="presOf" srcId="{8CC44046-869F-4107-A86F-D4B1A830B3BB}" destId="{3648B4F3-BF0B-4162-8796-B288049E8D1E}" srcOrd="0" destOrd="0" presId="urn:microsoft.com/office/officeart/2005/8/layout/hierarchy2"/>
    <dgm:cxn modelId="{34D5B03D-F59E-4376-928B-62F5F5FC11CF}" type="presOf" srcId="{B7F09887-2B9A-42FE-B37E-718226AF66A1}" destId="{ACD93F45-31AE-4271-86A7-992F54AF6B30}" srcOrd="0" destOrd="0" presId="urn:microsoft.com/office/officeart/2005/8/layout/hierarchy2"/>
    <dgm:cxn modelId="{55504E62-0504-45DE-9ABA-541D460C1803}" type="presOf" srcId="{CE7642A9-BC97-41EF-BDC5-B125141E12AF}" destId="{07948EA1-B126-4E57-9191-114B06364FC6}" srcOrd="1" destOrd="0" presId="urn:microsoft.com/office/officeart/2005/8/layout/hierarchy2"/>
    <dgm:cxn modelId="{B2760651-5B73-46F1-9E7A-C57377D4ED5F}" srcId="{AA175EF2-8BBD-4C9E-84F9-F86BB2AF16EE}" destId="{E6795A92-C547-48F4-A90F-EFCC6502FA0E}" srcOrd="0" destOrd="0" parTransId="{2181ED64-D842-43F6-A4C5-BD7946435155}" sibTransId="{1DAC1AD9-BA5A-4C82-A8BE-0BE397ACB92A}"/>
    <dgm:cxn modelId="{D7C96474-0B36-4513-A1A1-02ED00B356F4}" type="presOf" srcId="{591C4B69-0C76-4AF0-8583-0C995D7141C2}" destId="{6CAE0476-79A8-4191-8DCD-6026A7D05F1A}" srcOrd="0" destOrd="0" presId="urn:microsoft.com/office/officeart/2005/8/layout/hierarchy2"/>
    <dgm:cxn modelId="{A1C2A754-3DB4-49C0-A34C-20BF33691932}" type="presOf" srcId="{CEF72C4A-0A49-4F22-871E-8F85BB585D4A}" destId="{B568CD18-B7CB-4043-8A05-2E0722FA708F}" srcOrd="0" destOrd="0" presId="urn:microsoft.com/office/officeart/2005/8/layout/hierarchy2"/>
    <dgm:cxn modelId="{8D8C2098-B074-487C-A0B2-0A7AA299D8D9}" type="presOf" srcId="{CEF72C4A-0A49-4F22-871E-8F85BB585D4A}" destId="{DB7CD1C1-34E8-4748-8742-C687C633CA00}" srcOrd="1" destOrd="0" presId="urn:microsoft.com/office/officeart/2005/8/layout/hierarchy2"/>
    <dgm:cxn modelId="{FC1274A1-396A-4873-8462-31FC2B748366}" srcId="{591C4B69-0C76-4AF0-8583-0C995D7141C2}" destId="{029C63F6-BBC4-4FA7-A32F-38A7932FB365}" srcOrd="0" destOrd="0" parTransId="{CEF72C4A-0A49-4F22-871E-8F85BB585D4A}" sibTransId="{601CCC61-04D0-4033-B452-9CCEC801AA47}"/>
    <dgm:cxn modelId="{987967AC-9B55-436E-8F6C-B9153028C9E4}" type="presOf" srcId="{4FDA2045-EA78-4B05-ACC9-104C7F9AAF12}" destId="{462BB31C-3B68-4845-8441-42903C2956AC}" srcOrd="1" destOrd="0" presId="urn:microsoft.com/office/officeart/2005/8/layout/hierarchy2"/>
    <dgm:cxn modelId="{53EFBEB4-DD10-4DE5-9E95-8747E3F5729A}" type="presOf" srcId="{E6795A92-C547-48F4-A90F-EFCC6502FA0E}" destId="{32774CD4-63B4-40B0-A100-9666C52ECDF5}" srcOrd="0" destOrd="0" presId="urn:microsoft.com/office/officeart/2005/8/layout/hierarchy2"/>
    <dgm:cxn modelId="{3EEC0BC4-77C9-4EBE-B804-3B69B4DF8181}" srcId="{4F46C52E-CFD3-4DE3-A992-745BED79C5D1}" destId="{C0AC1646-2D0D-4D0D-97CD-789250BF0BF7}" srcOrd="1" destOrd="0" parTransId="{B7F09887-2B9A-42FE-B37E-718226AF66A1}" sibTransId="{6920D1A1-A750-49C9-AA51-7109C9DFBE02}"/>
    <dgm:cxn modelId="{2973D8C4-E0EC-4638-9857-944D6F7A4A5D}" type="presOf" srcId="{5A9C6143-492C-4B32-BAC1-6ABEBEDAA6E4}" destId="{AAC43F52-D6C5-4DBE-ACBC-7E66602EE658}" srcOrd="0" destOrd="0" presId="urn:microsoft.com/office/officeart/2005/8/layout/hierarchy2"/>
    <dgm:cxn modelId="{2776FDD2-15B2-4B4C-BAAB-681C64BDBD59}" type="presOf" srcId="{029C63F6-BBC4-4FA7-A32F-38A7932FB365}" destId="{B9704E99-60A7-4965-9B63-CFAE5DBEEB4D}" srcOrd="0" destOrd="0" presId="urn:microsoft.com/office/officeart/2005/8/layout/hierarchy2"/>
    <dgm:cxn modelId="{06E855D3-DB06-4AD5-BCE1-21059C1B6B4B}" type="presOf" srcId="{4F46C52E-CFD3-4DE3-A992-745BED79C5D1}" destId="{8874FD92-6C17-4049-9CB9-7DD55FD4DD1D}" srcOrd="0" destOrd="0" presId="urn:microsoft.com/office/officeart/2005/8/layout/hierarchy2"/>
    <dgm:cxn modelId="{E52927D5-F36A-48ED-9812-BF3789A1F4DE}" type="presOf" srcId="{AA175EF2-8BBD-4C9E-84F9-F86BB2AF16EE}" destId="{540725E1-0C67-4F6A-AE5C-7DE241AE3EC2}" srcOrd="0" destOrd="0" presId="urn:microsoft.com/office/officeart/2005/8/layout/hierarchy2"/>
    <dgm:cxn modelId="{47E6FFD7-7C76-4900-93D0-F4FC81242311}" type="presOf" srcId="{C0AC1646-2D0D-4D0D-97CD-789250BF0BF7}" destId="{49C5AE8E-4DB9-43C2-97C7-4567178A35C1}" srcOrd="0" destOrd="0" presId="urn:microsoft.com/office/officeart/2005/8/layout/hierarchy2"/>
    <dgm:cxn modelId="{811CE4D8-4C34-434D-B3BE-BA50D00AEC85}" srcId="{4F46C52E-CFD3-4DE3-A992-745BED79C5D1}" destId="{5680702D-532A-419F-9CE6-7327ABD7FBAE}" srcOrd="0" destOrd="0" parTransId="{8CC44046-869F-4107-A86F-D4B1A830B3BB}" sibTransId="{30B3D485-5A33-46AA-BBB0-201F737B7FA5}"/>
    <dgm:cxn modelId="{0BE0FDDB-38B7-49C7-9AC1-B63B11C9DAB4}" type="presOf" srcId="{CE7642A9-BC97-41EF-BDC5-B125141E12AF}" destId="{F1AC2A13-10CD-4CE6-97A6-F2208703A7C4}" srcOrd="0" destOrd="0" presId="urn:microsoft.com/office/officeart/2005/8/layout/hierarchy2"/>
    <dgm:cxn modelId="{F8EA07E8-F6B5-4513-88CA-A7E21FF251B9}" srcId="{591C4B69-0C76-4AF0-8583-0C995D7141C2}" destId="{5A9C6143-492C-4B32-BAC1-6ABEBEDAA6E4}" srcOrd="1" destOrd="0" parTransId="{E2DE9364-84AF-4D9A-BB06-81EAC70DF633}" sibTransId="{FD6385E4-04E9-4D0F-8A1F-0FF59FEA3610}"/>
    <dgm:cxn modelId="{7AC52AF7-3CDA-4F0F-BEA7-862C63BB3542}" type="presOf" srcId="{8CC44046-869F-4107-A86F-D4B1A830B3BB}" destId="{A21780FF-9CF9-4D18-958D-6850E1F91B87}" srcOrd="1" destOrd="0" presId="urn:microsoft.com/office/officeart/2005/8/layout/hierarchy2"/>
    <dgm:cxn modelId="{D7C78DD0-152C-4B51-B5A6-6421F1CAF119}" type="presParOf" srcId="{540725E1-0C67-4F6A-AE5C-7DE241AE3EC2}" destId="{47C4DB17-618B-4F3D-8EFC-5F254CE3A8D4}" srcOrd="0" destOrd="0" presId="urn:microsoft.com/office/officeart/2005/8/layout/hierarchy2"/>
    <dgm:cxn modelId="{7EE9D9AA-C979-4725-BC43-4B757FE54789}" type="presParOf" srcId="{47C4DB17-618B-4F3D-8EFC-5F254CE3A8D4}" destId="{32774CD4-63B4-40B0-A100-9666C52ECDF5}" srcOrd="0" destOrd="0" presId="urn:microsoft.com/office/officeart/2005/8/layout/hierarchy2"/>
    <dgm:cxn modelId="{39F3D965-4F54-4B1E-8011-0B3CDE27D289}" type="presParOf" srcId="{47C4DB17-618B-4F3D-8EFC-5F254CE3A8D4}" destId="{51392013-AB77-4E36-9568-D5864126CF23}" srcOrd="1" destOrd="0" presId="urn:microsoft.com/office/officeart/2005/8/layout/hierarchy2"/>
    <dgm:cxn modelId="{626D77E0-A4D3-4DF4-A321-72D70838B138}" type="presParOf" srcId="{51392013-AB77-4E36-9568-D5864126CF23}" destId="{F1AC2A13-10CD-4CE6-97A6-F2208703A7C4}" srcOrd="0" destOrd="0" presId="urn:microsoft.com/office/officeart/2005/8/layout/hierarchy2"/>
    <dgm:cxn modelId="{179711BE-6AE6-44D8-9F65-3AD68C2202CC}" type="presParOf" srcId="{F1AC2A13-10CD-4CE6-97A6-F2208703A7C4}" destId="{07948EA1-B126-4E57-9191-114B06364FC6}" srcOrd="0" destOrd="0" presId="urn:microsoft.com/office/officeart/2005/8/layout/hierarchy2"/>
    <dgm:cxn modelId="{31290403-C5F3-4297-BCD9-70CE4507C311}" type="presParOf" srcId="{51392013-AB77-4E36-9568-D5864126CF23}" destId="{89F5D597-0167-4B40-B3B0-82FC33572946}" srcOrd="1" destOrd="0" presId="urn:microsoft.com/office/officeart/2005/8/layout/hierarchy2"/>
    <dgm:cxn modelId="{0A409A1D-29AB-4DC1-844E-45E2948A16BA}" type="presParOf" srcId="{89F5D597-0167-4B40-B3B0-82FC33572946}" destId="{8874FD92-6C17-4049-9CB9-7DD55FD4DD1D}" srcOrd="0" destOrd="0" presId="urn:microsoft.com/office/officeart/2005/8/layout/hierarchy2"/>
    <dgm:cxn modelId="{FF328F62-535F-491F-8609-2660B9C50A85}" type="presParOf" srcId="{89F5D597-0167-4B40-B3B0-82FC33572946}" destId="{BAD4101C-9694-4A63-B18E-15DCDBCDA520}" srcOrd="1" destOrd="0" presId="urn:microsoft.com/office/officeart/2005/8/layout/hierarchy2"/>
    <dgm:cxn modelId="{83E2C482-E0F1-4215-AFA5-0BE6A882C632}" type="presParOf" srcId="{BAD4101C-9694-4A63-B18E-15DCDBCDA520}" destId="{3648B4F3-BF0B-4162-8796-B288049E8D1E}" srcOrd="0" destOrd="0" presId="urn:microsoft.com/office/officeart/2005/8/layout/hierarchy2"/>
    <dgm:cxn modelId="{83478D68-EC14-464D-BE91-DB7B7F3D5FA4}" type="presParOf" srcId="{3648B4F3-BF0B-4162-8796-B288049E8D1E}" destId="{A21780FF-9CF9-4D18-958D-6850E1F91B87}" srcOrd="0" destOrd="0" presId="urn:microsoft.com/office/officeart/2005/8/layout/hierarchy2"/>
    <dgm:cxn modelId="{45C01B1F-306E-4E69-951A-F4ED6D98356B}" type="presParOf" srcId="{BAD4101C-9694-4A63-B18E-15DCDBCDA520}" destId="{7589D0E8-6457-43F3-ADC9-2DCD0C3DD89C}" srcOrd="1" destOrd="0" presId="urn:microsoft.com/office/officeart/2005/8/layout/hierarchy2"/>
    <dgm:cxn modelId="{CACAEFB1-0F5E-45BE-B6B6-2ECDF5E1B427}" type="presParOf" srcId="{7589D0E8-6457-43F3-ADC9-2DCD0C3DD89C}" destId="{69609B4D-23C7-44A0-9655-D6F4D09A919C}" srcOrd="0" destOrd="0" presId="urn:microsoft.com/office/officeart/2005/8/layout/hierarchy2"/>
    <dgm:cxn modelId="{FAFC72EB-FC80-4B7E-B8D2-DCFDEB7BD388}" type="presParOf" srcId="{7589D0E8-6457-43F3-ADC9-2DCD0C3DD89C}" destId="{B5C3CDBD-FF04-4504-8156-403697DCE2FC}" srcOrd="1" destOrd="0" presId="urn:microsoft.com/office/officeart/2005/8/layout/hierarchy2"/>
    <dgm:cxn modelId="{514FCAB5-A188-4059-8491-72F222BC71E4}" type="presParOf" srcId="{BAD4101C-9694-4A63-B18E-15DCDBCDA520}" destId="{ACD93F45-31AE-4271-86A7-992F54AF6B30}" srcOrd="2" destOrd="0" presId="urn:microsoft.com/office/officeart/2005/8/layout/hierarchy2"/>
    <dgm:cxn modelId="{7B47BABC-8D1D-4FCD-8762-E0D9D3CF43DD}" type="presParOf" srcId="{ACD93F45-31AE-4271-86A7-992F54AF6B30}" destId="{CA136FAD-DE9E-424A-9CDF-75888066D868}" srcOrd="0" destOrd="0" presId="urn:microsoft.com/office/officeart/2005/8/layout/hierarchy2"/>
    <dgm:cxn modelId="{731BF49A-E2B3-4087-989C-905F7294F937}" type="presParOf" srcId="{BAD4101C-9694-4A63-B18E-15DCDBCDA520}" destId="{8957F89B-6138-40B8-9A3D-239EA1C38DCF}" srcOrd="3" destOrd="0" presId="urn:microsoft.com/office/officeart/2005/8/layout/hierarchy2"/>
    <dgm:cxn modelId="{0B446D70-2B50-44D9-BD84-279ECFB56816}" type="presParOf" srcId="{8957F89B-6138-40B8-9A3D-239EA1C38DCF}" destId="{49C5AE8E-4DB9-43C2-97C7-4567178A35C1}" srcOrd="0" destOrd="0" presId="urn:microsoft.com/office/officeart/2005/8/layout/hierarchy2"/>
    <dgm:cxn modelId="{D11D17BB-752F-4829-8578-4C15656B25B6}" type="presParOf" srcId="{8957F89B-6138-40B8-9A3D-239EA1C38DCF}" destId="{ED674C17-945C-4380-98C0-4FC7DFE658BE}" srcOrd="1" destOrd="0" presId="urn:microsoft.com/office/officeart/2005/8/layout/hierarchy2"/>
    <dgm:cxn modelId="{862F9CFA-730D-490C-818A-5D533E28B6DA}" type="presParOf" srcId="{51392013-AB77-4E36-9568-D5864126CF23}" destId="{0BA31B79-5AB6-4570-AE2E-0F2675353456}" srcOrd="2" destOrd="0" presId="urn:microsoft.com/office/officeart/2005/8/layout/hierarchy2"/>
    <dgm:cxn modelId="{90B91581-4ABB-441E-8BAD-6DCF36F6EC9E}" type="presParOf" srcId="{0BA31B79-5AB6-4570-AE2E-0F2675353456}" destId="{462BB31C-3B68-4845-8441-42903C2956AC}" srcOrd="0" destOrd="0" presId="urn:microsoft.com/office/officeart/2005/8/layout/hierarchy2"/>
    <dgm:cxn modelId="{1ECD4D7F-7D46-4C6F-B2BF-658C4EC498A0}" type="presParOf" srcId="{51392013-AB77-4E36-9568-D5864126CF23}" destId="{70EDEC88-F58B-4DD8-B88C-35D6A7CA13D1}" srcOrd="3" destOrd="0" presId="urn:microsoft.com/office/officeart/2005/8/layout/hierarchy2"/>
    <dgm:cxn modelId="{0CCA7E4D-E9A3-4F9F-A001-508E3B267E30}" type="presParOf" srcId="{70EDEC88-F58B-4DD8-B88C-35D6A7CA13D1}" destId="{6CAE0476-79A8-4191-8DCD-6026A7D05F1A}" srcOrd="0" destOrd="0" presId="urn:microsoft.com/office/officeart/2005/8/layout/hierarchy2"/>
    <dgm:cxn modelId="{97DF7AB3-C736-420D-A362-D5C30067BB7E}" type="presParOf" srcId="{70EDEC88-F58B-4DD8-B88C-35D6A7CA13D1}" destId="{F3A0A1A7-C76E-409F-82FB-4A9A43185568}" srcOrd="1" destOrd="0" presId="urn:microsoft.com/office/officeart/2005/8/layout/hierarchy2"/>
    <dgm:cxn modelId="{F5ED4C82-383B-4C88-914C-0A79B8C3A579}" type="presParOf" srcId="{F3A0A1A7-C76E-409F-82FB-4A9A43185568}" destId="{B568CD18-B7CB-4043-8A05-2E0722FA708F}" srcOrd="0" destOrd="0" presId="urn:microsoft.com/office/officeart/2005/8/layout/hierarchy2"/>
    <dgm:cxn modelId="{A0453FD3-1142-4126-A2FB-2F1C569A0A65}" type="presParOf" srcId="{B568CD18-B7CB-4043-8A05-2E0722FA708F}" destId="{DB7CD1C1-34E8-4748-8742-C687C633CA00}" srcOrd="0" destOrd="0" presId="urn:microsoft.com/office/officeart/2005/8/layout/hierarchy2"/>
    <dgm:cxn modelId="{8C7377DA-615F-48D0-AC79-A05D9BA3872B}" type="presParOf" srcId="{F3A0A1A7-C76E-409F-82FB-4A9A43185568}" destId="{857A5D82-1456-404A-979F-24CAC539D09A}" srcOrd="1" destOrd="0" presId="urn:microsoft.com/office/officeart/2005/8/layout/hierarchy2"/>
    <dgm:cxn modelId="{5B79BA04-A6CD-418D-B943-28788EB8B76D}" type="presParOf" srcId="{857A5D82-1456-404A-979F-24CAC539D09A}" destId="{B9704E99-60A7-4965-9B63-CFAE5DBEEB4D}" srcOrd="0" destOrd="0" presId="urn:microsoft.com/office/officeart/2005/8/layout/hierarchy2"/>
    <dgm:cxn modelId="{0F834668-FE78-4F97-988A-C6073DB87A60}" type="presParOf" srcId="{857A5D82-1456-404A-979F-24CAC539D09A}" destId="{8277161F-CC2E-4029-99CA-9C61B5D30286}" srcOrd="1" destOrd="0" presId="urn:microsoft.com/office/officeart/2005/8/layout/hierarchy2"/>
    <dgm:cxn modelId="{23549FBF-FC68-4526-898E-F586993FC3BD}" type="presParOf" srcId="{F3A0A1A7-C76E-409F-82FB-4A9A43185568}" destId="{EC033FAC-9992-4B55-81EB-70D4F8EE99E0}" srcOrd="2" destOrd="0" presId="urn:microsoft.com/office/officeart/2005/8/layout/hierarchy2"/>
    <dgm:cxn modelId="{D1C4BE4B-0A21-4294-A598-0D759AE00392}" type="presParOf" srcId="{EC033FAC-9992-4B55-81EB-70D4F8EE99E0}" destId="{55D5459D-E8D0-4EF8-A8C8-51D3CC085792}" srcOrd="0" destOrd="0" presId="urn:microsoft.com/office/officeart/2005/8/layout/hierarchy2"/>
    <dgm:cxn modelId="{6E9B486C-1174-45C2-A955-DCAEF20219A8}" type="presParOf" srcId="{F3A0A1A7-C76E-409F-82FB-4A9A43185568}" destId="{2749ACF4-0B89-491D-A355-A1617770FA20}" srcOrd="3" destOrd="0" presId="urn:microsoft.com/office/officeart/2005/8/layout/hierarchy2"/>
    <dgm:cxn modelId="{D0A331DD-503D-4F79-95B1-2F3F2CF397BD}" type="presParOf" srcId="{2749ACF4-0B89-491D-A355-A1617770FA20}" destId="{AAC43F52-D6C5-4DBE-ACBC-7E66602EE658}" srcOrd="0" destOrd="0" presId="urn:microsoft.com/office/officeart/2005/8/layout/hierarchy2"/>
    <dgm:cxn modelId="{F8B7E294-AD8D-471E-90B5-638857F3CD8B}" type="presParOf" srcId="{2749ACF4-0B89-491D-A355-A1617770FA20}" destId="{19DACF5D-336D-48A7-B08C-9A7A54918DC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5B812A-8A39-46E2-A107-C3FD343876F4}" type="doc">
      <dgm:prSet loTypeId="urn:microsoft.com/office/officeart/2005/8/layout/hierarchy5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5C794326-55C8-4329-AE15-EDF5B3B71EF0}">
      <dgm:prSet phldrT="[Text]"/>
      <dgm:spPr>
        <a:solidFill>
          <a:schemeClr val="tx1"/>
        </a:solidFill>
      </dgm:spPr>
      <dgm:t>
        <a:bodyPr/>
        <a:lstStyle/>
        <a:p>
          <a:r>
            <a:rPr lang="cs-CZ" b="1">
              <a:solidFill>
                <a:schemeClr val="bg1"/>
              </a:solidFill>
              <a:latin typeface="+mn-lt"/>
            </a:rPr>
            <a:t>Programové struktury</a:t>
          </a:r>
          <a:endParaRPr lang="cs-CZ" b="1" dirty="0">
            <a:solidFill>
              <a:schemeClr val="bg1"/>
            </a:solidFill>
            <a:latin typeface="+mn-lt"/>
          </a:endParaRPr>
        </a:p>
      </dgm:t>
    </dgm:pt>
    <dgm:pt modelId="{F4C2E91B-E938-4C48-A081-C4B02EEE3C6D}" type="parTrans" cxnId="{6DE555F0-62F6-4FCC-88CF-52AF0F5112B0}">
      <dgm:prSet/>
      <dgm:spPr/>
      <dgm:t>
        <a:bodyPr/>
        <a:lstStyle/>
        <a:p>
          <a:endParaRPr lang="cs-CZ"/>
        </a:p>
      </dgm:t>
    </dgm:pt>
    <dgm:pt modelId="{8A84A0C9-89DE-4D86-BA3C-1C982D37A860}" type="sibTrans" cxnId="{6DE555F0-62F6-4FCC-88CF-52AF0F5112B0}">
      <dgm:prSet/>
      <dgm:spPr/>
      <dgm:t>
        <a:bodyPr/>
        <a:lstStyle/>
        <a:p>
          <a:endParaRPr lang="cs-CZ"/>
        </a:p>
      </dgm:t>
    </dgm:pt>
    <dgm:pt modelId="{CBF0D514-FE51-4AAE-8AE0-89ABFECE9027}">
      <dgm:prSet phldrT="[Text]"/>
      <dgm:spPr/>
      <dgm:t>
        <a:bodyPr/>
        <a:lstStyle/>
        <a:p>
          <a:r>
            <a:rPr lang="cs-CZ" dirty="0">
              <a:latin typeface="+mn-lt"/>
              <a:sym typeface="Wingdings"/>
            </a:rPr>
            <a:t>Větvení</a:t>
          </a:r>
          <a:endParaRPr lang="cs-CZ" dirty="0">
            <a:latin typeface="+mn-lt"/>
          </a:endParaRPr>
        </a:p>
      </dgm:t>
    </dgm:pt>
    <dgm:pt modelId="{E5C86762-9699-4AD2-B246-1C83643F9E65}" type="parTrans" cxnId="{AEDF6F2F-4768-4A71-BCFC-501393D07021}">
      <dgm:prSet/>
      <dgm:spPr/>
      <dgm:t>
        <a:bodyPr/>
        <a:lstStyle/>
        <a:p>
          <a:endParaRPr lang="cs-CZ"/>
        </a:p>
      </dgm:t>
    </dgm:pt>
    <dgm:pt modelId="{D08A4EAD-10EA-432E-B6E0-29D947DBE9A0}" type="sibTrans" cxnId="{AEDF6F2F-4768-4A71-BCFC-501393D07021}">
      <dgm:prSet/>
      <dgm:spPr/>
      <dgm:t>
        <a:bodyPr/>
        <a:lstStyle/>
        <a:p>
          <a:endParaRPr lang="cs-CZ"/>
        </a:p>
      </dgm:t>
    </dgm:pt>
    <dgm:pt modelId="{21072DDD-D7C0-4ED9-BC54-FA7292D1369D}">
      <dgm:prSet phldrT="[Text]"/>
      <dgm:spPr/>
      <dgm:t>
        <a:bodyPr/>
        <a:lstStyle/>
        <a:p>
          <a:r>
            <a:rPr lang="cs-CZ" b="1" dirty="0">
              <a:latin typeface="Consolas" panose="020B0609020204030204" pitchFamily="49" charset="0"/>
              <a:cs typeface="Consolas" panose="020B0609020204030204" pitchFamily="49" charset="0"/>
              <a:hlinkClick xmlns:r="http://schemas.openxmlformats.org/officeDocument/2006/relationships" r:id="rId1" action="ppaction://hlinksldjump"/>
            </a:rPr>
            <a:t>IF</a:t>
          </a:r>
          <a:endParaRPr lang="cs-CZ" b="1" dirty="0">
            <a:latin typeface="Consolas" panose="020B0609020204030204" pitchFamily="49" charset="0"/>
            <a:cs typeface="Consolas" panose="020B0609020204030204" pitchFamily="49" charset="0"/>
          </a:endParaRPr>
        </a:p>
      </dgm:t>
    </dgm:pt>
    <dgm:pt modelId="{438344ED-CE77-4507-9F16-BA5A92FC5218}" type="parTrans" cxnId="{6C1DE0FE-6092-45FD-A746-A7FA9ECE9BCF}">
      <dgm:prSet/>
      <dgm:spPr/>
      <dgm:t>
        <a:bodyPr/>
        <a:lstStyle/>
        <a:p>
          <a:endParaRPr lang="cs-CZ"/>
        </a:p>
      </dgm:t>
    </dgm:pt>
    <dgm:pt modelId="{833C3598-6FF8-45F4-9BD4-CD7439DBB097}" type="sibTrans" cxnId="{6C1DE0FE-6092-45FD-A746-A7FA9ECE9BCF}">
      <dgm:prSet/>
      <dgm:spPr/>
      <dgm:t>
        <a:bodyPr/>
        <a:lstStyle/>
        <a:p>
          <a:endParaRPr lang="cs-CZ"/>
        </a:p>
      </dgm:t>
    </dgm:pt>
    <dgm:pt modelId="{72CE751F-312E-47FF-961E-4C97093F6DB2}">
      <dgm:prSet phldrT="[Text]"/>
      <dgm:spPr/>
      <dgm:t>
        <a:bodyPr/>
        <a:lstStyle/>
        <a:p>
          <a:r>
            <a:rPr lang="cs-CZ" b="1" dirty="0">
              <a:latin typeface="Consolas" panose="020B0609020204030204" pitchFamily="49" charset="0"/>
              <a:cs typeface="Consolas" panose="020B0609020204030204" pitchFamily="49" charset="0"/>
              <a:hlinkClick xmlns:r="http://schemas.openxmlformats.org/officeDocument/2006/relationships" r:id="rId2" action="ppaction://hlinksldjump"/>
            </a:rPr>
            <a:t>IF-ELSE</a:t>
          </a:r>
          <a:endParaRPr lang="cs-CZ" b="1" dirty="0">
            <a:latin typeface="Consolas" panose="020B0609020204030204" pitchFamily="49" charset="0"/>
            <a:cs typeface="Consolas" panose="020B0609020204030204" pitchFamily="49" charset="0"/>
          </a:endParaRPr>
        </a:p>
      </dgm:t>
    </dgm:pt>
    <dgm:pt modelId="{48222310-92DE-470E-AE20-57F4F99597BC}" type="parTrans" cxnId="{8DFC10AD-17BF-41A7-BE25-57774E87A559}">
      <dgm:prSet/>
      <dgm:spPr/>
      <dgm:t>
        <a:bodyPr/>
        <a:lstStyle/>
        <a:p>
          <a:endParaRPr lang="cs-CZ"/>
        </a:p>
      </dgm:t>
    </dgm:pt>
    <dgm:pt modelId="{A3E5CE40-9B99-4D99-BED4-789742CE822B}" type="sibTrans" cxnId="{8DFC10AD-17BF-41A7-BE25-57774E87A559}">
      <dgm:prSet/>
      <dgm:spPr/>
      <dgm:t>
        <a:bodyPr/>
        <a:lstStyle/>
        <a:p>
          <a:endParaRPr lang="cs-CZ"/>
        </a:p>
      </dgm:t>
    </dgm:pt>
    <dgm:pt modelId="{B0BAF1E1-A2FA-4922-A6F4-96C679DEA1A0}">
      <dgm:prSet phldrT="[Text]"/>
      <dgm:spPr/>
      <dgm:t>
        <a:bodyPr/>
        <a:lstStyle/>
        <a:p>
          <a:r>
            <a:rPr lang="cs-CZ" b="1" dirty="0">
              <a:latin typeface="Consolas" panose="020B0609020204030204" pitchFamily="49" charset="0"/>
              <a:cs typeface="Consolas" panose="020B0609020204030204" pitchFamily="49" charset="0"/>
              <a:hlinkClick xmlns:r="http://schemas.openxmlformats.org/officeDocument/2006/relationships" r:id="rId3" action="ppaction://hlinksldjump"/>
            </a:rPr>
            <a:t>IF-ELSE </a:t>
          </a:r>
          <a:r>
            <a:rPr lang="cs-CZ" b="1" dirty="0" err="1">
              <a:latin typeface="Consolas" panose="020B0609020204030204" pitchFamily="49" charset="0"/>
              <a:cs typeface="Consolas" panose="020B0609020204030204" pitchFamily="49" charset="0"/>
              <a:hlinkClick xmlns:r="http://schemas.openxmlformats.org/officeDocument/2006/relationships" r:id="rId3" action="ppaction://hlinksldjump"/>
            </a:rPr>
            <a:t>IF-ELSE</a:t>
          </a:r>
          <a:endParaRPr lang="cs-CZ" b="1" dirty="0">
            <a:latin typeface="Consolas" panose="020B0609020204030204" pitchFamily="49" charset="0"/>
            <a:cs typeface="Consolas" panose="020B0609020204030204" pitchFamily="49" charset="0"/>
          </a:endParaRPr>
        </a:p>
      </dgm:t>
    </dgm:pt>
    <dgm:pt modelId="{982C05A9-AC10-4224-B38F-871160902898}" type="parTrans" cxnId="{062B1069-3CC0-49B5-B9AF-54908B877C7E}">
      <dgm:prSet/>
      <dgm:spPr/>
      <dgm:t>
        <a:bodyPr/>
        <a:lstStyle/>
        <a:p>
          <a:endParaRPr lang="cs-CZ"/>
        </a:p>
      </dgm:t>
    </dgm:pt>
    <dgm:pt modelId="{78AFD0CB-4C8C-4150-B681-4121DF9A7CFF}" type="sibTrans" cxnId="{062B1069-3CC0-49B5-B9AF-54908B877C7E}">
      <dgm:prSet/>
      <dgm:spPr/>
      <dgm:t>
        <a:bodyPr/>
        <a:lstStyle/>
        <a:p>
          <a:endParaRPr lang="cs-CZ"/>
        </a:p>
      </dgm:t>
    </dgm:pt>
    <dgm:pt modelId="{A3BF1F4B-1D64-4309-AF6C-6EDBEB39C7BC}">
      <dgm:prSet phldrT="[Text]"/>
      <dgm:spPr/>
      <dgm:t>
        <a:bodyPr/>
        <a:lstStyle/>
        <a:p>
          <a:r>
            <a:rPr lang="cs-CZ" dirty="0">
              <a:latin typeface="+mn-lt"/>
            </a:rPr>
            <a:t>Cyklus</a:t>
          </a:r>
        </a:p>
      </dgm:t>
    </dgm:pt>
    <dgm:pt modelId="{844C0097-CC3B-4E23-AF2F-C12CA0DBC996}" type="parTrans" cxnId="{FD5EFB5C-557C-4AC5-AEEF-F120D60A455A}">
      <dgm:prSet/>
      <dgm:spPr/>
      <dgm:t>
        <a:bodyPr/>
        <a:lstStyle/>
        <a:p>
          <a:endParaRPr lang="cs-CZ"/>
        </a:p>
      </dgm:t>
    </dgm:pt>
    <dgm:pt modelId="{E6284D49-4BD5-4F8D-9C90-E26F320868D5}" type="sibTrans" cxnId="{FD5EFB5C-557C-4AC5-AEEF-F120D60A455A}">
      <dgm:prSet/>
      <dgm:spPr/>
      <dgm:t>
        <a:bodyPr/>
        <a:lstStyle/>
        <a:p>
          <a:endParaRPr lang="cs-CZ"/>
        </a:p>
      </dgm:t>
    </dgm:pt>
    <dgm:pt modelId="{4BA442BF-9507-41DB-A039-AFF2F67C2A54}">
      <dgm:prSet phldrT="[Text]"/>
      <dgm:spPr/>
      <dgm:t>
        <a:bodyPr/>
        <a:lstStyle/>
        <a:p>
          <a:r>
            <a:rPr lang="cs-CZ" b="1" dirty="0">
              <a:latin typeface="Consolas" panose="020B0609020204030204" pitchFamily="49" charset="0"/>
              <a:cs typeface="Consolas" panose="020B0609020204030204" pitchFamily="49" charset="0"/>
              <a:hlinkClick xmlns:r="http://schemas.openxmlformats.org/officeDocument/2006/relationships" r:id="rId4" action="ppaction://hlinksldjump"/>
            </a:rPr>
            <a:t>FOR</a:t>
          </a:r>
          <a:endParaRPr lang="cs-CZ" b="1" dirty="0">
            <a:latin typeface="Consolas" panose="020B0609020204030204" pitchFamily="49" charset="0"/>
            <a:cs typeface="Consolas" panose="020B0609020204030204" pitchFamily="49" charset="0"/>
          </a:endParaRPr>
        </a:p>
      </dgm:t>
    </dgm:pt>
    <dgm:pt modelId="{8C4AEBC5-A43D-4DE8-A03E-080A33947D6F}" type="parTrans" cxnId="{2690A77D-3510-40F4-A79B-891013D3F350}">
      <dgm:prSet/>
      <dgm:spPr/>
      <dgm:t>
        <a:bodyPr/>
        <a:lstStyle/>
        <a:p>
          <a:endParaRPr lang="cs-CZ"/>
        </a:p>
      </dgm:t>
    </dgm:pt>
    <dgm:pt modelId="{85126198-D865-429F-8948-44D7F2FF030F}" type="sibTrans" cxnId="{2690A77D-3510-40F4-A79B-891013D3F350}">
      <dgm:prSet/>
      <dgm:spPr/>
      <dgm:t>
        <a:bodyPr/>
        <a:lstStyle/>
        <a:p>
          <a:endParaRPr lang="cs-CZ"/>
        </a:p>
      </dgm:t>
    </dgm:pt>
    <dgm:pt modelId="{7CE4E095-B16C-45E3-A244-B15821646247}">
      <dgm:prSet phldrT="[Text]"/>
      <dgm:spPr/>
      <dgm:t>
        <a:bodyPr/>
        <a:lstStyle/>
        <a:p>
          <a:r>
            <a:rPr lang="cs-CZ" b="1" dirty="0">
              <a:latin typeface="Consolas" panose="020B0609020204030204" pitchFamily="49" charset="0"/>
              <a:cs typeface="Consolas" panose="020B0609020204030204" pitchFamily="49" charset="0"/>
              <a:hlinkClick xmlns:r="http://schemas.openxmlformats.org/officeDocument/2006/relationships" r:id="rId5" action="ppaction://hlinksldjump"/>
            </a:rPr>
            <a:t>WHILE</a:t>
          </a:r>
          <a:endParaRPr lang="cs-CZ" b="1" dirty="0">
            <a:latin typeface="Consolas" panose="020B0609020204030204" pitchFamily="49" charset="0"/>
            <a:cs typeface="Consolas" panose="020B0609020204030204" pitchFamily="49" charset="0"/>
          </a:endParaRPr>
        </a:p>
      </dgm:t>
    </dgm:pt>
    <dgm:pt modelId="{8F2AB49F-DDAB-4EFC-AFCB-94EAD9DFA5D2}" type="parTrans" cxnId="{6DB9C9C2-BF88-47BA-B895-AAF3C07317FD}">
      <dgm:prSet/>
      <dgm:spPr/>
      <dgm:t>
        <a:bodyPr/>
        <a:lstStyle/>
        <a:p>
          <a:endParaRPr lang="cs-CZ"/>
        </a:p>
      </dgm:t>
    </dgm:pt>
    <dgm:pt modelId="{4A53A212-D891-4659-8857-216922127156}" type="sibTrans" cxnId="{6DB9C9C2-BF88-47BA-B895-AAF3C07317FD}">
      <dgm:prSet/>
      <dgm:spPr/>
      <dgm:t>
        <a:bodyPr/>
        <a:lstStyle/>
        <a:p>
          <a:endParaRPr lang="cs-CZ"/>
        </a:p>
      </dgm:t>
    </dgm:pt>
    <dgm:pt modelId="{E1B8EE30-7EA5-49B7-8433-DF0C6F6510EC}">
      <dgm:prSet phldrT="[Text]"/>
      <dgm:spPr/>
      <dgm:t>
        <a:bodyPr/>
        <a:lstStyle/>
        <a:p>
          <a:r>
            <a:rPr lang="cs-CZ" b="1" dirty="0">
              <a:latin typeface="Consolas" panose="020B0609020204030204" pitchFamily="49" charset="0"/>
              <a:cs typeface="Consolas" panose="020B0609020204030204" pitchFamily="49" charset="0"/>
            </a:rPr>
            <a:t>DO-WHILE</a:t>
          </a:r>
        </a:p>
      </dgm:t>
    </dgm:pt>
    <dgm:pt modelId="{92FEA7C3-6931-424B-B911-4259C96CAA84}" type="parTrans" cxnId="{F57F0EF9-52AB-4C54-94C4-0AFA54F6FC8B}">
      <dgm:prSet/>
      <dgm:spPr/>
      <dgm:t>
        <a:bodyPr/>
        <a:lstStyle/>
        <a:p>
          <a:endParaRPr lang="cs-CZ"/>
        </a:p>
      </dgm:t>
    </dgm:pt>
    <dgm:pt modelId="{C3D1A534-CC5C-42FA-BCE8-0FCA69F06984}" type="sibTrans" cxnId="{F57F0EF9-52AB-4C54-94C4-0AFA54F6FC8B}">
      <dgm:prSet/>
      <dgm:spPr/>
      <dgm:t>
        <a:bodyPr/>
        <a:lstStyle/>
        <a:p>
          <a:endParaRPr lang="cs-CZ"/>
        </a:p>
      </dgm:t>
    </dgm:pt>
    <dgm:pt modelId="{6DCE2B10-E4F5-4987-86C5-D2EE4B6D40C9}">
      <dgm:prSet phldrT="[Text]"/>
      <dgm:spPr/>
      <dgm:t>
        <a:bodyPr/>
        <a:lstStyle/>
        <a:p>
          <a:r>
            <a:rPr lang="cs-CZ" b="1" dirty="0">
              <a:latin typeface="Consolas" panose="020B0609020204030204" pitchFamily="49" charset="0"/>
              <a:cs typeface="Consolas" panose="020B0609020204030204" pitchFamily="49" charset="0"/>
            </a:rPr>
            <a:t>SWITCH</a:t>
          </a:r>
        </a:p>
      </dgm:t>
    </dgm:pt>
    <dgm:pt modelId="{91F3871F-FE51-44FE-8F52-2B7F37D068F0}" type="parTrans" cxnId="{4BD6B9A4-BB6E-4A8B-9C5F-00AD1494850D}">
      <dgm:prSet/>
      <dgm:spPr/>
      <dgm:t>
        <a:bodyPr/>
        <a:lstStyle/>
        <a:p>
          <a:endParaRPr lang="cs-CZ"/>
        </a:p>
      </dgm:t>
    </dgm:pt>
    <dgm:pt modelId="{A73E33D9-CAD5-4545-9A8C-2E820DE6C593}" type="sibTrans" cxnId="{4BD6B9A4-BB6E-4A8B-9C5F-00AD1494850D}">
      <dgm:prSet/>
      <dgm:spPr/>
      <dgm:t>
        <a:bodyPr/>
        <a:lstStyle/>
        <a:p>
          <a:endParaRPr lang="cs-CZ"/>
        </a:p>
      </dgm:t>
    </dgm:pt>
    <dgm:pt modelId="{927D8753-A224-453D-A48D-FA7F245088EA}" type="pres">
      <dgm:prSet presAssocID="{F85B812A-8A39-46E2-A107-C3FD343876F4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EFB23F16-7621-4D21-882C-6D99F786A3CE}" type="pres">
      <dgm:prSet presAssocID="{F85B812A-8A39-46E2-A107-C3FD343876F4}" presName="hierFlow" presStyleCnt="0"/>
      <dgm:spPr/>
    </dgm:pt>
    <dgm:pt modelId="{CFD90157-F06F-47BA-A692-B6750C4DF01A}" type="pres">
      <dgm:prSet presAssocID="{F85B812A-8A39-46E2-A107-C3FD343876F4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E87C61F2-6C61-4BA7-8A30-C3819E8E7B17}" type="pres">
      <dgm:prSet presAssocID="{5C794326-55C8-4329-AE15-EDF5B3B71EF0}" presName="Name17" presStyleCnt="0"/>
      <dgm:spPr/>
    </dgm:pt>
    <dgm:pt modelId="{F2220FF7-3D96-490B-B522-7A0DE4AABED2}" type="pres">
      <dgm:prSet presAssocID="{5C794326-55C8-4329-AE15-EDF5B3B71EF0}" presName="level1Shape" presStyleLbl="node0" presStyleIdx="0" presStyleCnt="1" custScaleX="156578" custLinFactNeighborX="-29653" custLinFactNeighborY="12913">
        <dgm:presLayoutVars>
          <dgm:chPref val="3"/>
        </dgm:presLayoutVars>
      </dgm:prSet>
      <dgm:spPr/>
    </dgm:pt>
    <dgm:pt modelId="{1EA7FBF5-C756-405A-B66A-E3E8BF6EFB4B}" type="pres">
      <dgm:prSet presAssocID="{5C794326-55C8-4329-AE15-EDF5B3B71EF0}" presName="hierChild2" presStyleCnt="0"/>
      <dgm:spPr/>
    </dgm:pt>
    <dgm:pt modelId="{6AB6F5ED-0D40-48C3-B701-B2249C4F0BE5}" type="pres">
      <dgm:prSet presAssocID="{E5C86762-9699-4AD2-B246-1C83643F9E65}" presName="Name25" presStyleLbl="parChTrans1D2" presStyleIdx="0" presStyleCnt="2"/>
      <dgm:spPr/>
    </dgm:pt>
    <dgm:pt modelId="{C39259F5-D385-4464-98B7-CFED2D05389E}" type="pres">
      <dgm:prSet presAssocID="{E5C86762-9699-4AD2-B246-1C83643F9E65}" presName="connTx" presStyleLbl="parChTrans1D2" presStyleIdx="0" presStyleCnt="2"/>
      <dgm:spPr/>
    </dgm:pt>
    <dgm:pt modelId="{FDA6011B-0DEE-4AB7-A5BF-A5CFA998F390}" type="pres">
      <dgm:prSet presAssocID="{CBF0D514-FE51-4AAE-8AE0-89ABFECE9027}" presName="Name30" presStyleCnt="0"/>
      <dgm:spPr/>
    </dgm:pt>
    <dgm:pt modelId="{CAF2ED2D-3563-479B-ACAC-A29FF290E63A}" type="pres">
      <dgm:prSet presAssocID="{CBF0D514-FE51-4AAE-8AE0-89ABFECE9027}" presName="level2Shape" presStyleLbl="node2" presStyleIdx="0" presStyleCnt="2" custLinFactNeighborX="-28864"/>
      <dgm:spPr/>
    </dgm:pt>
    <dgm:pt modelId="{593FAFD6-ADB4-463B-9E05-2FEB52F7C926}" type="pres">
      <dgm:prSet presAssocID="{CBF0D514-FE51-4AAE-8AE0-89ABFECE9027}" presName="hierChild3" presStyleCnt="0"/>
      <dgm:spPr/>
    </dgm:pt>
    <dgm:pt modelId="{75938E59-11F1-4EF4-A8E4-E37C909A2E12}" type="pres">
      <dgm:prSet presAssocID="{438344ED-CE77-4507-9F16-BA5A92FC5218}" presName="Name25" presStyleLbl="parChTrans1D3" presStyleIdx="0" presStyleCnt="7"/>
      <dgm:spPr/>
    </dgm:pt>
    <dgm:pt modelId="{B774ADF5-71CD-4611-B15E-2CC7AF58F50E}" type="pres">
      <dgm:prSet presAssocID="{438344ED-CE77-4507-9F16-BA5A92FC5218}" presName="connTx" presStyleLbl="parChTrans1D3" presStyleIdx="0" presStyleCnt="7"/>
      <dgm:spPr/>
    </dgm:pt>
    <dgm:pt modelId="{EAD5007F-8795-4D98-8B0B-837088749D37}" type="pres">
      <dgm:prSet presAssocID="{21072DDD-D7C0-4ED9-BC54-FA7292D1369D}" presName="Name30" presStyleCnt="0"/>
      <dgm:spPr/>
    </dgm:pt>
    <dgm:pt modelId="{095D3F1C-9372-45C4-9C38-4BE4FAC35A1A}" type="pres">
      <dgm:prSet presAssocID="{21072DDD-D7C0-4ED9-BC54-FA7292D1369D}" presName="level2Shape" presStyleLbl="node3" presStyleIdx="0" presStyleCnt="7" custScaleX="172677"/>
      <dgm:spPr/>
    </dgm:pt>
    <dgm:pt modelId="{74F4CC95-B59B-4D22-BAAB-D0C6F929CC8C}" type="pres">
      <dgm:prSet presAssocID="{21072DDD-D7C0-4ED9-BC54-FA7292D1369D}" presName="hierChild3" presStyleCnt="0"/>
      <dgm:spPr/>
    </dgm:pt>
    <dgm:pt modelId="{42928B5E-2301-4649-BC83-B4FEEDBC34DD}" type="pres">
      <dgm:prSet presAssocID="{48222310-92DE-470E-AE20-57F4F99597BC}" presName="Name25" presStyleLbl="parChTrans1D3" presStyleIdx="1" presStyleCnt="7"/>
      <dgm:spPr/>
    </dgm:pt>
    <dgm:pt modelId="{1ACFDA7E-CC6A-4845-B82C-2D9BBF6D7AED}" type="pres">
      <dgm:prSet presAssocID="{48222310-92DE-470E-AE20-57F4F99597BC}" presName="connTx" presStyleLbl="parChTrans1D3" presStyleIdx="1" presStyleCnt="7"/>
      <dgm:spPr/>
    </dgm:pt>
    <dgm:pt modelId="{E7213A96-847E-4922-9AF1-A3D7301B62C5}" type="pres">
      <dgm:prSet presAssocID="{72CE751F-312E-47FF-961E-4C97093F6DB2}" presName="Name30" presStyleCnt="0"/>
      <dgm:spPr/>
    </dgm:pt>
    <dgm:pt modelId="{29B48653-A890-4A0E-8275-568968BE1F56}" type="pres">
      <dgm:prSet presAssocID="{72CE751F-312E-47FF-961E-4C97093F6DB2}" presName="level2Shape" presStyleLbl="node3" presStyleIdx="1" presStyleCnt="7" custScaleX="172677"/>
      <dgm:spPr/>
    </dgm:pt>
    <dgm:pt modelId="{26789B9F-8723-49F2-AF15-22C50B12C124}" type="pres">
      <dgm:prSet presAssocID="{72CE751F-312E-47FF-961E-4C97093F6DB2}" presName="hierChild3" presStyleCnt="0"/>
      <dgm:spPr/>
    </dgm:pt>
    <dgm:pt modelId="{A2323A1A-4DF9-4F18-B71E-A10C1C3F72AE}" type="pres">
      <dgm:prSet presAssocID="{982C05A9-AC10-4224-B38F-871160902898}" presName="Name25" presStyleLbl="parChTrans1D3" presStyleIdx="2" presStyleCnt="7"/>
      <dgm:spPr/>
    </dgm:pt>
    <dgm:pt modelId="{7581DA0F-BB2D-4A3B-B391-3E108A29CCBC}" type="pres">
      <dgm:prSet presAssocID="{982C05A9-AC10-4224-B38F-871160902898}" presName="connTx" presStyleLbl="parChTrans1D3" presStyleIdx="2" presStyleCnt="7"/>
      <dgm:spPr/>
    </dgm:pt>
    <dgm:pt modelId="{B7978F56-D022-4AD4-B865-EA641B23F9D7}" type="pres">
      <dgm:prSet presAssocID="{B0BAF1E1-A2FA-4922-A6F4-96C679DEA1A0}" presName="Name30" presStyleCnt="0"/>
      <dgm:spPr/>
    </dgm:pt>
    <dgm:pt modelId="{3059DBC9-A264-4C89-9093-5F98A97860A5}" type="pres">
      <dgm:prSet presAssocID="{B0BAF1E1-A2FA-4922-A6F4-96C679DEA1A0}" presName="level2Shape" presStyleLbl="node3" presStyleIdx="2" presStyleCnt="7" custScaleX="172677"/>
      <dgm:spPr/>
    </dgm:pt>
    <dgm:pt modelId="{3B55E751-B6F0-40FF-8F09-12F4CC033165}" type="pres">
      <dgm:prSet presAssocID="{B0BAF1E1-A2FA-4922-A6F4-96C679DEA1A0}" presName="hierChild3" presStyleCnt="0"/>
      <dgm:spPr/>
    </dgm:pt>
    <dgm:pt modelId="{8E9A406D-26AF-450C-9616-180BD447B382}" type="pres">
      <dgm:prSet presAssocID="{91F3871F-FE51-44FE-8F52-2B7F37D068F0}" presName="Name25" presStyleLbl="parChTrans1D3" presStyleIdx="3" presStyleCnt="7"/>
      <dgm:spPr/>
    </dgm:pt>
    <dgm:pt modelId="{FFF1130A-3AFB-48B9-9D9C-938722346D52}" type="pres">
      <dgm:prSet presAssocID="{91F3871F-FE51-44FE-8F52-2B7F37D068F0}" presName="connTx" presStyleLbl="parChTrans1D3" presStyleIdx="3" presStyleCnt="7"/>
      <dgm:spPr/>
    </dgm:pt>
    <dgm:pt modelId="{A011E6FB-605D-4B9C-8345-E9F4B3BD1DB4}" type="pres">
      <dgm:prSet presAssocID="{6DCE2B10-E4F5-4987-86C5-D2EE4B6D40C9}" presName="Name30" presStyleCnt="0"/>
      <dgm:spPr/>
    </dgm:pt>
    <dgm:pt modelId="{557B924C-313E-4A99-A516-D5611658C53E}" type="pres">
      <dgm:prSet presAssocID="{6DCE2B10-E4F5-4987-86C5-D2EE4B6D40C9}" presName="level2Shape" presStyleLbl="node3" presStyleIdx="3" presStyleCnt="7" custScaleX="171917"/>
      <dgm:spPr/>
    </dgm:pt>
    <dgm:pt modelId="{F545E422-DC8B-4CE2-8B78-51B329C1894E}" type="pres">
      <dgm:prSet presAssocID="{6DCE2B10-E4F5-4987-86C5-D2EE4B6D40C9}" presName="hierChild3" presStyleCnt="0"/>
      <dgm:spPr/>
    </dgm:pt>
    <dgm:pt modelId="{8590E84C-9885-4CFB-860F-862EB9409AB1}" type="pres">
      <dgm:prSet presAssocID="{844C0097-CC3B-4E23-AF2F-C12CA0DBC996}" presName="Name25" presStyleLbl="parChTrans1D2" presStyleIdx="1" presStyleCnt="2"/>
      <dgm:spPr/>
    </dgm:pt>
    <dgm:pt modelId="{4B1A19F7-3D94-47E2-99E1-417DF37E6FF9}" type="pres">
      <dgm:prSet presAssocID="{844C0097-CC3B-4E23-AF2F-C12CA0DBC996}" presName="connTx" presStyleLbl="parChTrans1D2" presStyleIdx="1" presStyleCnt="2"/>
      <dgm:spPr/>
    </dgm:pt>
    <dgm:pt modelId="{9CC9EA70-A419-42F1-AF95-B56E61DD39CD}" type="pres">
      <dgm:prSet presAssocID="{A3BF1F4B-1D64-4309-AF6C-6EDBEB39C7BC}" presName="Name30" presStyleCnt="0"/>
      <dgm:spPr/>
    </dgm:pt>
    <dgm:pt modelId="{9B3A5BC5-E81D-4B6D-A712-A687BFE6DB4A}" type="pres">
      <dgm:prSet presAssocID="{A3BF1F4B-1D64-4309-AF6C-6EDBEB39C7BC}" presName="level2Shape" presStyleLbl="node2" presStyleIdx="1" presStyleCnt="2" custLinFactNeighborX="-28864"/>
      <dgm:spPr/>
    </dgm:pt>
    <dgm:pt modelId="{82B861E2-30B7-4485-8E03-9A5EC81323B7}" type="pres">
      <dgm:prSet presAssocID="{A3BF1F4B-1D64-4309-AF6C-6EDBEB39C7BC}" presName="hierChild3" presStyleCnt="0"/>
      <dgm:spPr/>
    </dgm:pt>
    <dgm:pt modelId="{779F47C0-2C7D-4F14-8331-D9F890C633E1}" type="pres">
      <dgm:prSet presAssocID="{8C4AEBC5-A43D-4DE8-A03E-080A33947D6F}" presName="Name25" presStyleLbl="parChTrans1D3" presStyleIdx="4" presStyleCnt="7"/>
      <dgm:spPr/>
    </dgm:pt>
    <dgm:pt modelId="{C3883B11-EAFF-4339-A1D9-27266051177F}" type="pres">
      <dgm:prSet presAssocID="{8C4AEBC5-A43D-4DE8-A03E-080A33947D6F}" presName="connTx" presStyleLbl="parChTrans1D3" presStyleIdx="4" presStyleCnt="7"/>
      <dgm:spPr/>
    </dgm:pt>
    <dgm:pt modelId="{94FF362C-A2E8-4A69-A9C8-E9199AE13AE1}" type="pres">
      <dgm:prSet presAssocID="{4BA442BF-9507-41DB-A039-AFF2F67C2A54}" presName="Name30" presStyleCnt="0"/>
      <dgm:spPr/>
    </dgm:pt>
    <dgm:pt modelId="{88D93B9A-DFDF-46A1-93B3-03CD363EDB8C}" type="pres">
      <dgm:prSet presAssocID="{4BA442BF-9507-41DB-A039-AFF2F67C2A54}" presName="level2Shape" presStyleLbl="node3" presStyleIdx="4" presStyleCnt="7" custScaleX="172677"/>
      <dgm:spPr/>
    </dgm:pt>
    <dgm:pt modelId="{C2EF0063-FC5B-4716-BA39-7EBAFA6466AC}" type="pres">
      <dgm:prSet presAssocID="{4BA442BF-9507-41DB-A039-AFF2F67C2A54}" presName="hierChild3" presStyleCnt="0"/>
      <dgm:spPr/>
    </dgm:pt>
    <dgm:pt modelId="{F3D70C17-7215-4156-9FB0-4AAB28F61B24}" type="pres">
      <dgm:prSet presAssocID="{8F2AB49F-DDAB-4EFC-AFCB-94EAD9DFA5D2}" presName="Name25" presStyleLbl="parChTrans1D3" presStyleIdx="5" presStyleCnt="7"/>
      <dgm:spPr/>
    </dgm:pt>
    <dgm:pt modelId="{93E688BE-5595-4EBD-A83E-6BDC6516C442}" type="pres">
      <dgm:prSet presAssocID="{8F2AB49F-DDAB-4EFC-AFCB-94EAD9DFA5D2}" presName="connTx" presStyleLbl="parChTrans1D3" presStyleIdx="5" presStyleCnt="7"/>
      <dgm:spPr/>
    </dgm:pt>
    <dgm:pt modelId="{793F3A81-DD2D-4B20-9A20-9EA0AE9DFA11}" type="pres">
      <dgm:prSet presAssocID="{7CE4E095-B16C-45E3-A244-B15821646247}" presName="Name30" presStyleCnt="0"/>
      <dgm:spPr/>
    </dgm:pt>
    <dgm:pt modelId="{682F9636-A21A-4D80-8018-8F9CB9BB26EF}" type="pres">
      <dgm:prSet presAssocID="{7CE4E095-B16C-45E3-A244-B15821646247}" presName="level2Shape" presStyleLbl="node3" presStyleIdx="5" presStyleCnt="7" custScaleX="172677"/>
      <dgm:spPr/>
    </dgm:pt>
    <dgm:pt modelId="{A48B0E58-F934-4B81-8106-3AB2A2062786}" type="pres">
      <dgm:prSet presAssocID="{7CE4E095-B16C-45E3-A244-B15821646247}" presName="hierChild3" presStyleCnt="0"/>
      <dgm:spPr/>
    </dgm:pt>
    <dgm:pt modelId="{B32457AE-9B61-43F0-8862-BCBA5BAE9AA2}" type="pres">
      <dgm:prSet presAssocID="{92FEA7C3-6931-424B-B911-4259C96CAA84}" presName="Name25" presStyleLbl="parChTrans1D3" presStyleIdx="6" presStyleCnt="7"/>
      <dgm:spPr/>
    </dgm:pt>
    <dgm:pt modelId="{C479F8BB-7B38-444F-AD53-80EB7161F492}" type="pres">
      <dgm:prSet presAssocID="{92FEA7C3-6931-424B-B911-4259C96CAA84}" presName="connTx" presStyleLbl="parChTrans1D3" presStyleIdx="6" presStyleCnt="7"/>
      <dgm:spPr/>
    </dgm:pt>
    <dgm:pt modelId="{246C617B-9C7D-4F92-BE84-4B79821180BE}" type="pres">
      <dgm:prSet presAssocID="{E1B8EE30-7EA5-49B7-8433-DF0C6F6510EC}" presName="Name30" presStyleCnt="0"/>
      <dgm:spPr/>
    </dgm:pt>
    <dgm:pt modelId="{F8848214-5A91-4AEF-B461-182672F820F0}" type="pres">
      <dgm:prSet presAssocID="{E1B8EE30-7EA5-49B7-8433-DF0C6F6510EC}" presName="level2Shape" presStyleLbl="node3" presStyleIdx="6" presStyleCnt="7" custScaleX="172677"/>
      <dgm:spPr/>
    </dgm:pt>
    <dgm:pt modelId="{D251D084-D261-41E4-9B19-E57FC7DED120}" type="pres">
      <dgm:prSet presAssocID="{E1B8EE30-7EA5-49B7-8433-DF0C6F6510EC}" presName="hierChild3" presStyleCnt="0"/>
      <dgm:spPr/>
    </dgm:pt>
    <dgm:pt modelId="{F894430C-A1AA-44E4-92A1-A4C838673388}" type="pres">
      <dgm:prSet presAssocID="{F85B812A-8A39-46E2-A107-C3FD343876F4}" presName="bgShapesFlow" presStyleCnt="0"/>
      <dgm:spPr/>
    </dgm:pt>
  </dgm:ptLst>
  <dgm:cxnLst>
    <dgm:cxn modelId="{A267D70F-8BE1-4600-9A62-4880E1A983BA}" type="presOf" srcId="{91F3871F-FE51-44FE-8F52-2B7F37D068F0}" destId="{8E9A406D-26AF-450C-9616-180BD447B382}" srcOrd="0" destOrd="0" presId="urn:microsoft.com/office/officeart/2005/8/layout/hierarchy5"/>
    <dgm:cxn modelId="{3D000022-617B-44B1-A2C5-F47313E177F1}" type="presOf" srcId="{4BA442BF-9507-41DB-A039-AFF2F67C2A54}" destId="{88D93B9A-DFDF-46A1-93B3-03CD363EDB8C}" srcOrd="0" destOrd="0" presId="urn:microsoft.com/office/officeart/2005/8/layout/hierarchy5"/>
    <dgm:cxn modelId="{19947F25-E214-4A86-99F8-1A12E716A30E}" type="presOf" srcId="{A3BF1F4B-1D64-4309-AF6C-6EDBEB39C7BC}" destId="{9B3A5BC5-E81D-4B6D-A712-A687BFE6DB4A}" srcOrd="0" destOrd="0" presId="urn:microsoft.com/office/officeart/2005/8/layout/hierarchy5"/>
    <dgm:cxn modelId="{81C5562A-9924-48C0-BD3F-07D9801E2FA7}" type="presOf" srcId="{982C05A9-AC10-4224-B38F-871160902898}" destId="{7581DA0F-BB2D-4A3B-B391-3E108A29CCBC}" srcOrd="1" destOrd="0" presId="urn:microsoft.com/office/officeart/2005/8/layout/hierarchy5"/>
    <dgm:cxn modelId="{AEDF6F2F-4768-4A71-BCFC-501393D07021}" srcId="{5C794326-55C8-4329-AE15-EDF5B3B71EF0}" destId="{CBF0D514-FE51-4AAE-8AE0-89ABFECE9027}" srcOrd="0" destOrd="0" parTransId="{E5C86762-9699-4AD2-B246-1C83643F9E65}" sibTransId="{D08A4EAD-10EA-432E-B6E0-29D947DBE9A0}"/>
    <dgm:cxn modelId="{7625E332-06A9-4C98-9584-8A12AB57F031}" type="presOf" srcId="{438344ED-CE77-4507-9F16-BA5A92FC5218}" destId="{75938E59-11F1-4EF4-A8E4-E37C909A2E12}" srcOrd="0" destOrd="0" presId="urn:microsoft.com/office/officeart/2005/8/layout/hierarchy5"/>
    <dgm:cxn modelId="{CFEFE234-9EBC-4626-A872-70F2A382C392}" type="presOf" srcId="{982C05A9-AC10-4224-B38F-871160902898}" destId="{A2323A1A-4DF9-4F18-B71E-A10C1C3F72AE}" srcOrd="0" destOrd="0" presId="urn:microsoft.com/office/officeart/2005/8/layout/hierarchy5"/>
    <dgm:cxn modelId="{796D113C-AF92-4FE1-873B-03F6F13A1D48}" type="presOf" srcId="{E5C86762-9699-4AD2-B246-1C83643F9E65}" destId="{C39259F5-D385-4464-98B7-CFED2D05389E}" srcOrd="1" destOrd="0" presId="urn:microsoft.com/office/officeart/2005/8/layout/hierarchy5"/>
    <dgm:cxn modelId="{FD5EFB5C-557C-4AC5-AEEF-F120D60A455A}" srcId="{5C794326-55C8-4329-AE15-EDF5B3B71EF0}" destId="{A3BF1F4B-1D64-4309-AF6C-6EDBEB39C7BC}" srcOrd="1" destOrd="0" parTransId="{844C0097-CC3B-4E23-AF2F-C12CA0DBC996}" sibTransId="{E6284D49-4BD5-4F8D-9C90-E26F320868D5}"/>
    <dgm:cxn modelId="{1F8D7764-EDCB-45C5-8A82-24C55F936299}" type="presOf" srcId="{21072DDD-D7C0-4ED9-BC54-FA7292D1369D}" destId="{095D3F1C-9372-45C4-9C38-4BE4FAC35A1A}" srcOrd="0" destOrd="0" presId="urn:microsoft.com/office/officeart/2005/8/layout/hierarchy5"/>
    <dgm:cxn modelId="{62F59265-DFBF-422D-916B-56087514698C}" type="presOf" srcId="{8F2AB49F-DDAB-4EFC-AFCB-94EAD9DFA5D2}" destId="{F3D70C17-7215-4156-9FB0-4AAB28F61B24}" srcOrd="0" destOrd="0" presId="urn:microsoft.com/office/officeart/2005/8/layout/hierarchy5"/>
    <dgm:cxn modelId="{062B1069-3CC0-49B5-B9AF-54908B877C7E}" srcId="{CBF0D514-FE51-4AAE-8AE0-89ABFECE9027}" destId="{B0BAF1E1-A2FA-4922-A6F4-96C679DEA1A0}" srcOrd="2" destOrd="0" parTransId="{982C05A9-AC10-4224-B38F-871160902898}" sibTransId="{78AFD0CB-4C8C-4150-B681-4121DF9A7CFF}"/>
    <dgm:cxn modelId="{5725416B-8124-472F-9597-2BEC79075526}" type="presOf" srcId="{48222310-92DE-470E-AE20-57F4F99597BC}" destId="{42928B5E-2301-4649-BC83-B4FEEDBC34DD}" srcOrd="0" destOrd="0" presId="urn:microsoft.com/office/officeart/2005/8/layout/hierarchy5"/>
    <dgm:cxn modelId="{59279F4B-53D8-4E52-9AF1-502B5EECB3D2}" type="presOf" srcId="{92FEA7C3-6931-424B-B911-4259C96CAA84}" destId="{B32457AE-9B61-43F0-8862-BCBA5BAE9AA2}" srcOrd="0" destOrd="0" presId="urn:microsoft.com/office/officeart/2005/8/layout/hierarchy5"/>
    <dgm:cxn modelId="{ED6F0E6C-CF9D-46E6-B63C-B92CB14E48DE}" type="presOf" srcId="{E5C86762-9699-4AD2-B246-1C83643F9E65}" destId="{6AB6F5ED-0D40-48C3-B701-B2249C4F0BE5}" srcOrd="0" destOrd="0" presId="urn:microsoft.com/office/officeart/2005/8/layout/hierarchy5"/>
    <dgm:cxn modelId="{4684456D-FED4-4E7A-AA7B-5C83AFBD1FF4}" type="presOf" srcId="{91F3871F-FE51-44FE-8F52-2B7F37D068F0}" destId="{FFF1130A-3AFB-48B9-9D9C-938722346D52}" srcOrd="1" destOrd="0" presId="urn:microsoft.com/office/officeart/2005/8/layout/hierarchy5"/>
    <dgm:cxn modelId="{2690A77D-3510-40F4-A79B-891013D3F350}" srcId="{A3BF1F4B-1D64-4309-AF6C-6EDBEB39C7BC}" destId="{4BA442BF-9507-41DB-A039-AFF2F67C2A54}" srcOrd="0" destOrd="0" parTransId="{8C4AEBC5-A43D-4DE8-A03E-080A33947D6F}" sibTransId="{85126198-D865-429F-8948-44D7F2FF030F}"/>
    <dgm:cxn modelId="{E77B1785-7DEB-4A41-9E00-88ADF1E24557}" type="presOf" srcId="{844C0097-CC3B-4E23-AF2F-C12CA0DBC996}" destId="{8590E84C-9885-4CFB-860F-862EB9409AB1}" srcOrd="0" destOrd="0" presId="urn:microsoft.com/office/officeart/2005/8/layout/hierarchy5"/>
    <dgm:cxn modelId="{162E0B87-78AE-4C98-BCD8-1B190FF6BDD1}" type="presOf" srcId="{6DCE2B10-E4F5-4987-86C5-D2EE4B6D40C9}" destId="{557B924C-313E-4A99-A516-D5611658C53E}" srcOrd="0" destOrd="0" presId="urn:microsoft.com/office/officeart/2005/8/layout/hierarchy5"/>
    <dgm:cxn modelId="{4944DD8B-0DE1-47EB-A7BF-FC2438A4825B}" type="presOf" srcId="{438344ED-CE77-4507-9F16-BA5A92FC5218}" destId="{B774ADF5-71CD-4611-B15E-2CC7AF58F50E}" srcOrd="1" destOrd="0" presId="urn:microsoft.com/office/officeart/2005/8/layout/hierarchy5"/>
    <dgm:cxn modelId="{EDA5358D-BEC2-47A2-9715-830EAFC3792A}" type="presOf" srcId="{F85B812A-8A39-46E2-A107-C3FD343876F4}" destId="{927D8753-A224-453D-A48D-FA7F245088EA}" srcOrd="0" destOrd="0" presId="urn:microsoft.com/office/officeart/2005/8/layout/hierarchy5"/>
    <dgm:cxn modelId="{51AD5E8E-22F5-4685-B0F0-8FAB70C3318B}" type="presOf" srcId="{5C794326-55C8-4329-AE15-EDF5B3B71EF0}" destId="{F2220FF7-3D96-490B-B522-7A0DE4AABED2}" srcOrd="0" destOrd="0" presId="urn:microsoft.com/office/officeart/2005/8/layout/hierarchy5"/>
    <dgm:cxn modelId="{CCE6B693-FAC8-4E71-9C32-2CDCA0EEC41C}" type="presOf" srcId="{7CE4E095-B16C-45E3-A244-B15821646247}" destId="{682F9636-A21A-4D80-8018-8F9CB9BB26EF}" srcOrd="0" destOrd="0" presId="urn:microsoft.com/office/officeart/2005/8/layout/hierarchy5"/>
    <dgm:cxn modelId="{A85250A0-1048-41E8-9ED1-07626D1C8755}" type="presOf" srcId="{48222310-92DE-470E-AE20-57F4F99597BC}" destId="{1ACFDA7E-CC6A-4845-B82C-2D9BBF6D7AED}" srcOrd="1" destOrd="0" presId="urn:microsoft.com/office/officeart/2005/8/layout/hierarchy5"/>
    <dgm:cxn modelId="{4BD6B9A4-BB6E-4A8B-9C5F-00AD1494850D}" srcId="{CBF0D514-FE51-4AAE-8AE0-89ABFECE9027}" destId="{6DCE2B10-E4F5-4987-86C5-D2EE4B6D40C9}" srcOrd="3" destOrd="0" parTransId="{91F3871F-FE51-44FE-8F52-2B7F37D068F0}" sibTransId="{A73E33D9-CAD5-4545-9A8C-2E820DE6C593}"/>
    <dgm:cxn modelId="{CA6159AA-25DC-42C5-9F6E-F7E349A6601A}" type="presOf" srcId="{844C0097-CC3B-4E23-AF2F-C12CA0DBC996}" destId="{4B1A19F7-3D94-47E2-99E1-417DF37E6FF9}" srcOrd="1" destOrd="0" presId="urn:microsoft.com/office/officeart/2005/8/layout/hierarchy5"/>
    <dgm:cxn modelId="{8DFC10AD-17BF-41A7-BE25-57774E87A559}" srcId="{CBF0D514-FE51-4AAE-8AE0-89ABFECE9027}" destId="{72CE751F-312E-47FF-961E-4C97093F6DB2}" srcOrd="1" destOrd="0" parTransId="{48222310-92DE-470E-AE20-57F4F99597BC}" sibTransId="{A3E5CE40-9B99-4D99-BED4-789742CE822B}"/>
    <dgm:cxn modelId="{8344B2B7-7855-4E4E-83C8-18C121DF913C}" type="presOf" srcId="{8C4AEBC5-A43D-4DE8-A03E-080A33947D6F}" destId="{C3883B11-EAFF-4339-A1D9-27266051177F}" srcOrd="1" destOrd="0" presId="urn:microsoft.com/office/officeart/2005/8/layout/hierarchy5"/>
    <dgm:cxn modelId="{4D99D1C0-2634-4B3A-B466-0E0908D3BE41}" type="presOf" srcId="{8F2AB49F-DDAB-4EFC-AFCB-94EAD9DFA5D2}" destId="{93E688BE-5595-4EBD-A83E-6BDC6516C442}" srcOrd="1" destOrd="0" presId="urn:microsoft.com/office/officeart/2005/8/layout/hierarchy5"/>
    <dgm:cxn modelId="{6DB9C9C2-BF88-47BA-B895-AAF3C07317FD}" srcId="{A3BF1F4B-1D64-4309-AF6C-6EDBEB39C7BC}" destId="{7CE4E095-B16C-45E3-A244-B15821646247}" srcOrd="1" destOrd="0" parTransId="{8F2AB49F-DDAB-4EFC-AFCB-94EAD9DFA5D2}" sibTransId="{4A53A212-D891-4659-8857-216922127156}"/>
    <dgm:cxn modelId="{8AE067D3-1657-49C8-8E25-77B06C5C58D5}" type="presOf" srcId="{E1B8EE30-7EA5-49B7-8433-DF0C6F6510EC}" destId="{F8848214-5A91-4AEF-B461-182672F820F0}" srcOrd="0" destOrd="0" presId="urn:microsoft.com/office/officeart/2005/8/layout/hierarchy5"/>
    <dgm:cxn modelId="{55A14FD8-B142-4784-93DC-D501F2BE05F6}" type="presOf" srcId="{72CE751F-312E-47FF-961E-4C97093F6DB2}" destId="{29B48653-A890-4A0E-8275-568968BE1F56}" srcOrd="0" destOrd="0" presId="urn:microsoft.com/office/officeart/2005/8/layout/hierarchy5"/>
    <dgm:cxn modelId="{598D71D8-7E64-43D1-9D99-EA066EF88D3C}" type="presOf" srcId="{8C4AEBC5-A43D-4DE8-A03E-080A33947D6F}" destId="{779F47C0-2C7D-4F14-8331-D9F890C633E1}" srcOrd="0" destOrd="0" presId="urn:microsoft.com/office/officeart/2005/8/layout/hierarchy5"/>
    <dgm:cxn modelId="{80C666DA-EE6E-4DE2-A419-28079FBFFA2F}" type="presOf" srcId="{B0BAF1E1-A2FA-4922-A6F4-96C679DEA1A0}" destId="{3059DBC9-A264-4C89-9093-5F98A97860A5}" srcOrd="0" destOrd="0" presId="urn:microsoft.com/office/officeart/2005/8/layout/hierarchy5"/>
    <dgm:cxn modelId="{A64CF5E2-07B2-4127-8895-1374EA7BBDDC}" type="presOf" srcId="{CBF0D514-FE51-4AAE-8AE0-89ABFECE9027}" destId="{CAF2ED2D-3563-479B-ACAC-A29FF290E63A}" srcOrd="0" destOrd="0" presId="urn:microsoft.com/office/officeart/2005/8/layout/hierarchy5"/>
    <dgm:cxn modelId="{6DE555F0-62F6-4FCC-88CF-52AF0F5112B0}" srcId="{F85B812A-8A39-46E2-A107-C3FD343876F4}" destId="{5C794326-55C8-4329-AE15-EDF5B3B71EF0}" srcOrd="0" destOrd="0" parTransId="{F4C2E91B-E938-4C48-A081-C4B02EEE3C6D}" sibTransId="{8A84A0C9-89DE-4D86-BA3C-1C982D37A860}"/>
    <dgm:cxn modelId="{F57F0EF9-52AB-4C54-94C4-0AFA54F6FC8B}" srcId="{A3BF1F4B-1D64-4309-AF6C-6EDBEB39C7BC}" destId="{E1B8EE30-7EA5-49B7-8433-DF0C6F6510EC}" srcOrd="2" destOrd="0" parTransId="{92FEA7C3-6931-424B-B911-4259C96CAA84}" sibTransId="{C3D1A534-CC5C-42FA-BCE8-0FCA69F06984}"/>
    <dgm:cxn modelId="{4B466EFB-691D-49F9-B4A5-604EF6CE45E0}" type="presOf" srcId="{92FEA7C3-6931-424B-B911-4259C96CAA84}" destId="{C479F8BB-7B38-444F-AD53-80EB7161F492}" srcOrd="1" destOrd="0" presId="urn:microsoft.com/office/officeart/2005/8/layout/hierarchy5"/>
    <dgm:cxn modelId="{6C1DE0FE-6092-45FD-A746-A7FA9ECE9BCF}" srcId="{CBF0D514-FE51-4AAE-8AE0-89ABFECE9027}" destId="{21072DDD-D7C0-4ED9-BC54-FA7292D1369D}" srcOrd="0" destOrd="0" parTransId="{438344ED-CE77-4507-9F16-BA5A92FC5218}" sibTransId="{833C3598-6FF8-45F4-9BD4-CD7439DBB097}"/>
    <dgm:cxn modelId="{EEEA13F8-9C08-430B-A94B-64576D34F2E7}" type="presParOf" srcId="{927D8753-A224-453D-A48D-FA7F245088EA}" destId="{EFB23F16-7621-4D21-882C-6D99F786A3CE}" srcOrd="0" destOrd="0" presId="urn:microsoft.com/office/officeart/2005/8/layout/hierarchy5"/>
    <dgm:cxn modelId="{B492AC10-875A-4D79-84D4-9A309BECE8AC}" type="presParOf" srcId="{EFB23F16-7621-4D21-882C-6D99F786A3CE}" destId="{CFD90157-F06F-47BA-A692-B6750C4DF01A}" srcOrd="0" destOrd="0" presId="urn:microsoft.com/office/officeart/2005/8/layout/hierarchy5"/>
    <dgm:cxn modelId="{309D8C60-8A2B-4EFA-BEA4-BC07E064C48C}" type="presParOf" srcId="{CFD90157-F06F-47BA-A692-B6750C4DF01A}" destId="{E87C61F2-6C61-4BA7-8A30-C3819E8E7B17}" srcOrd="0" destOrd="0" presId="urn:microsoft.com/office/officeart/2005/8/layout/hierarchy5"/>
    <dgm:cxn modelId="{96AF32FB-9F42-42D5-AEDF-9EB443A3882E}" type="presParOf" srcId="{E87C61F2-6C61-4BA7-8A30-C3819E8E7B17}" destId="{F2220FF7-3D96-490B-B522-7A0DE4AABED2}" srcOrd="0" destOrd="0" presId="urn:microsoft.com/office/officeart/2005/8/layout/hierarchy5"/>
    <dgm:cxn modelId="{C0B9BE9D-9A61-4539-A972-D4A78D3CD160}" type="presParOf" srcId="{E87C61F2-6C61-4BA7-8A30-C3819E8E7B17}" destId="{1EA7FBF5-C756-405A-B66A-E3E8BF6EFB4B}" srcOrd="1" destOrd="0" presId="urn:microsoft.com/office/officeart/2005/8/layout/hierarchy5"/>
    <dgm:cxn modelId="{AEDEEDA9-BE32-4A66-B5B7-B5F76C5518E8}" type="presParOf" srcId="{1EA7FBF5-C756-405A-B66A-E3E8BF6EFB4B}" destId="{6AB6F5ED-0D40-48C3-B701-B2249C4F0BE5}" srcOrd="0" destOrd="0" presId="urn:microsoft.com/office/officeart/2005/8/layout/hierarchy5"/>
    <dgm:cxn modelId="{58D5B4AD-0357-4C16-B289-B10563267A95}" type="presParOf" srcId="{6AB6F5ED-0D40-48C3-B701-B2249C4F0BE5}" destId="{C39259F5-D385-4464-98B7-CFED2D05389E}" srcOrd="0" destOrd="0" presId="urn:microsoft.com/office/officeart/2005/8/layout/hierarchy5"/>
    <dgm:cxn modelId="{B13A95A3-233A-48B3-A3B2-03406A86D78F}" type="presParOf" srcId="{1EA7FBF5-C756-405A-B66A-E3E8BF6EFB4B}" destId="{FDA6011B-0DEE-4AB7-A5BF-A5CFA998F390}" srcOrd="1" destOrd="0" presId="urn:microsoft.com/office/officeart/2005/8/layout/hierarchy5"/>
    <dgm:cxn modelId="{B06BD9C5-8F9B-4B7D-BA89-B22AF569AF33}" type="presParOf" srcId="{FDA6011B-0DEE-4AB7-A5BF-A5CFA998F390}" destId="{CAF2ED2D-3563-479B-ACAC-A29FF290E63A}" srcOrd="0" destOrd="0" presId="urn:microsoft.com/office/officeart/2005/8/layout/hierarchy5"/>
    <dgm:cxn modelId="{CBCCCF38-4D57-421F-94C0-1B0714E374C4}" type="presParOf" srcId="{FDA6011B-0DEE-4AB7-A5BF-A5CFA998F390}" destId="{593FAFD6-ADB4-463B-9E05-2FEB52F7C926}" srcOrd="1" destOrd="0" presId="urn:microsoft.com/office/officeart/2005/8/layout/hierarchy5"/>
    <dgm:cxn modelId="{5E96F663-F794-4641-A8C1-9834114925FB}" type="presParOf" srcId="{593FAFD6-ADB4-463B-9E05-2FEB52F7C926}" destId="{75938E59-11F1-4EF4-A8E4-E37C909A2E12}" srcOrd="0" destOrd="0" presId="urn:microsoft.com/office/officeart/2005/8/layout/hierarchy5"/>
    <dgm:cxn modelId="{A2926571-0ACE-49BA-BCE5-AA3CFC1B958C}" type="presParOf" srcId="{75938E59-11F1-4EF4-A8E4-E37C909A2E12}" destId="{B774ADF5-71CD-4611-B15E-2CC7AF58F50E}" srcOrd="0" destOrd="0" presId="urn:microsoft.com/office/officeart/2005/8/layout/hierarchy5"/>
    <dgm:cxn modelId="{13D11786-6F67-41D5-A61E-D1CD4841308E}" type="presParOf" srcId="{593FAFD6-ADB4-463B-9E05-2FEB52F7C926}" destId="{EAD5007F-8795-4D98-8B0B-837088749D37}" srcOrd="1" destOrd="0" presId="urn:microsoft.com/office/officeart/2005/8/layout/hierarchy5"/>
    <dgm:cxn modelId="{FC3BA316-D0AA-4F91-A530-090B3CF8B2E5}" type="presParOf" srcId="{EAD5007F-8795-4D98-8B0B-837088749D37}" destId="{095D3F1C-9372-45C4-9C38-4BE4FAC35A1A}" srcOrd="0" destOrd="0" presId="urn:microsoft.com/office/officeart/2005/8/layout/hierarchy5"/>
    <dgm:cxn modelId="{F8381BD5-290E-4F35-A44E-A594C054BE11}" type="presParOf" srcId="{EAD5007F-8795-4D98-8B0B-837088749D37}" destId="{74F4CC95-B59B-4D22-BAAB-D0C6F929CC8C}" srcOrd="1" destOrd="0" presId="urn:microsoft.com/office/officeart/2005/8/layout/hierarchy5"/>
    <dgm:cxn modelId="{91135CB9-B783-42BF-857F-35380B30F6DE}" type="presParOf" srcId="{593FAFD6-ADB4-463B-9E05-2FEB52F7C926}" destId="{42928B5E-2301-4649-BC83-B4FEEDBC34DD}" srcOrd="2" destOrd="0" presId="urn:microsoft.com/office/officeart/2005/8/layout/hierarchy5"/>
    <dgm:cxn modelId="{1D4D0185-B0D0-4F8F-9A99-D3F00281BC94}" type="presParOf" srcId="{42928B5E-2301-4649-BC83-B4FEEDBC34DD}" destId="{1ACFDA7E-CC6A-4845-B82C-2D9BBF6D7AED}" srcOrd="0" destOrd="0" presId="urn:microsoft.com/office/officeart/2005/8/layout/hierarchy5"/>
    <dgm:cxn modelId="{85BB08EB-308D-48FA-9623-360A25E0FF2B}" type="presParOf" srcId="{593FAFD6-ADB4-463B-9E05-2FEB52F7C926}" destId="{E7213A96-847E-4922-9AF1-A3D7301B62C5}" srcOrd="3" destOrd="0" presId="urn:microsoft.com/office/officeart/2005/8/layout/hierarchy5"/>
    <dgm:cxn modelId="{7F49AFB9-898B-427B-B2D0-C204285A1C0B}" type="presParOf" srcId="{E7213A96-847E-4922-9AF1-A3D7301B62C5}" destId="{29B48653-A890-4A0E-8275-568968BE1F56}" srcOrd="0" destOrd="0" presId="urn:microsoft.com/office/officeart/2005/8/layout/hierarchy5"/>
    <dgm:cxn modelId="{3635DE8F-52DD-4073-AF4C-1C0E800D1D3C}" type="presParOf" srcId="{E7213A96-847E-4922-9AF1-A3D7301B62C5}" destId="{26789B9F-8723-49F2-AF15-22C50B12C124}" srcOrd="1" destOrd="0" presId="urn:microsoft.com/office/officeart/2005/8/layout/hierarchy5"/>
    <dgm:cxn modelId="{02E347EE-BC5F-48C4-A17A-FD36761BC49F}" type="presParOf" srcId="{593FAFD6-ADB4-463B-9E05-2FEB52F7C926}" destId="{A2323A1A-4DF9-4F18-B71E-A10C1C3F72AE}" srcOrd="4" destOrd="0" presId="urn:microsoft.com/office/officeart/2005/8/layout/hierarchy5"/>
    <dgm:cxn modelId="{CCB07339-920C-4AE5-B836-74E1EDE0B866}" type="presParOf" srcId="{A2323A1A-4DF9-4F18-B71E-A10C1C3F72AE}" destId="{7581DA0F-BB2D-4A3B-B391-3E108A29CCBC}" srcOrd="0" destOrd="0" presId="urn:microsoft.com/office/officeart/2005/8/layout/hierarchy5"/>
    <dgm:cxn modelId="{1748DDCA-9CEC-4149-8BE0-E043849783DD}" type="presParOf" srcId="{593FAFD6-ADB4-463B-9E05-2FEB52F7C926}" destId="{B7978F56-D022-4AD4-B865-EA641B23F9D7}" srcOrd="5" destOrd="0" presId="urn:microsoft.com/office/officeart/2005/8/layout/hierarchy5"/>
    <dgm:cxn modelId="{5B4A66CD-A8C2-4AEB-8718-D22B5FF132F4}" type="presParOf" srcId="{B7978F56-D022-4AD4-B865-EA641B23F9D7}" destId="{3059DBC9-A264-4C89-9093-5F98A97860A5}" srcOrd="0" destOrd="0" presId="urn:microsoft.com/office/officeart/2005/8/layout/hierarchy5"/>
    <dgm:cxn modelId="{25683C68-4AAD-4398-AB89-112C2143AEF3}" type="presParOf" srcId="{B7978F56-D022-4AD4-B865-EA641B23F9D7}" destId="{3B55E751-B6F0-40FF-8F09-12F4CC033165}" srcOrd="1" destOrd="0" presId="urn:microsoft.com/office/officeart/2005/8/layout/hierarchy5"/>
    <dgm:cxn modelId="{CBC34A38-4ACB-46C1-A5BA-DBD6FE51FD93}" type="presParOf" srcId="{593FAFD6-ADB4-463B-9E05-2FEB52F7C926}" destId="{8E9A406D-26AF-450C-9616-180BD447B382}" srcOrd="6" destOrd="0" presId="urn:microsoft.com/office/officeart/2005/8/layout/hierarchy5"/>
    <dgm:cxn modelId="{0AB6AD21-BA13-4344-8B0B-BBB41420232A}" type="presParOf" srcId="{8E9A406D-26AF-450C-9616-180BD447B382}" destId="{FFF1130A-3AFB-48B9-9D9C-938722346D52}" srcOrd="0" destOrd="0" presId="urn:microsoft.com/office/officeart/2005/8/layout/hierarchy5"/>
    <dgm:cxn modelId="{1CC3AF01-A4FE-4430-A768-5C1BEAA2A2BC}" type="presParOf" srcId="{593FAFD6-ADB4-463B-9E05-2FEB52F7C926}" destId="{A011E6FB-605D-4B9C-8345-E9F4B3BD1DB4}" srcOrd="7" destOrd="0" presId="urn:microsoft.com/office/officeart/2005/8/layout/hierarchy5"/>
    <dgm:cxn modelId="{4C00880F-9472-4439-9F1D-08A608CA8F38}" type="presParOf" srcId="{A011E6FB-605D-4B9C-8345-E9F4B3BD1DB4}" destId="{557B924C-313E-4A99-A516-D5611658C53E}" srcOrd="0" destOrd="0" presId="urn:microsoft.com/office/officeart/2005/8/layout/hierarchy5"/>
    <dgm:cxn modelId="{EB463302-3506-4642-BCF0-8D7F9B7A54CE}" type="presParOf" srcId="{A011E6FB-605D-4B9C-8345-E9F4B3BD1DB4}" destId="{F545E422-DC8B-4CE2-8B78-51B329C1894E}" srcOrd="1" destOrd="0" presId="urn:microsoft.com/office/officeart/2005/8/layout/hierarchy5"/>
    <dgm:cxn modelId="{1121D6F8-4778-4DC5-B8C2-161BD9D521E5}" type="presParOf" srcId="{1EA7FBF5-C756-405A-B66A-E3E8BF6EFB4B}" destId="{8590E84C-9885-4CFB-860F-862EB9409AB1}" srcOrd="2" destOrd="0" presId="urn:microsoft.com/office/officeart/2005/8/layout/hierarchy5"/>
    <dgm:cxn modelId="{EC7DE59C-47D5-4B75-8944-C80DD8DB6289}" type="presParOf" srcId="{8590E84C-9885-4CFB-860F-862EB9409AB1}" destId="{4B1A19F7-3D94-47E2-99E1-417DF37E6FF9}" srcOrd="0" destOrd="0" presId="urn:microsoft.com/office/officeart/2005/8/layout/hierarchy5"/>
    <dgm:cxn modelId="{5BC1DCED-E38A-4918-B560-23A8AD60DDA5}" type="presParOf" srcId="{1EA7FBF5-C756-405A-B66A-E3E8BF6EFB4B}" destId="{9CC9EA70-A419-42F1-AF95-B56E61DD39CD}" srcOrd="3" destOrd="0" presId="urn:microsoft.com/office/officeart/2005/8/layout/hierarchy5"/>
    <dgm:cxn modelId="{33B98273-5167-4D34-B09E-704ECF63A85E}" type="presParOf" srcId="{9CC9EA70-A419-42F1-AF95-B56E61DD39CD}" destId="{9B3A5BC5-E81D-4B6D-A712-A687BFE6DB4A}" srcOrd="0" destOrd="0" presId="urn:microsoft.com/office/officeart/2005/8/layout/hierarchy5"/>
    <dgm:cxn modelId="{28CB7705-2E6D-4D1D-8590-39F41101B419}" type="presParOf" srcId="{9CC9EA70-A419-42F1-AF95-B56E61DD39CD}" destId="{82B861E2-30B7-4485-8E03-9A5EC81323B7}" srcOrd="1" destOrd="0" presId="urn:microsoft.com/office/officeart/2005/8/layout/hierarchy5"/>
    <dgm:cxn modelId="{A09EA8CB-74AD-4049-901B-5F08A399EAD0}" type="presParOf" srcId="{82B861E2-30B7-4485-8E03-9A5EC81323B7}" destId="{779F47C0-2C7D-4F14-8331-D9F890C633E1}" srcOrd="0" destOrd="0" presId="urn:microsoft.com/office/officeart/2005/8/layout/hierarchy5"/>
    <dgm:cxn modelId="{B36D77E3-1553-4880-8BB7-1FBF864760B3}" type="presParOf" srcId="{779F47C0-2C7D-4F14-8331-D9F890C633E1}" destId="{C3883B11-EAFF-4339-A1D9-27266051177F}" srcOrd="0" destOrd="0" presId="urn:microsoft.com/office/officeart/2005/8/layout/hierarchy5"/>
    <dgm:cxn modelId="{D1D17BFB-EE63-4440-9078-7FFF63CBDA52}" type="presParOf" srcId="{82B861E2-30B7-4485-8E03-9A5EC81323B7}" destId="{94FF362C-A2E8-4A69-A9C8-E9199AE13AE1}" srcOrd="1" destOrd="0" presId="urn:microsoft.com/office/officeart/2005/8/layout/hierarchy5"/>
    <dgm:cxn modelId="{1E9B3ACA-9F3E-4DFC-B127-94B71AE79481}" type="presParOf" srcId="{94FF362C-A2E8-4A69-A9C8-E9199AE13AE1}" destId="{88D93B9A-DFDF-46A1-93B3-03CD363EDB8C}" srcOrd="0" destOrd="0" presId="urn:microsoft.com/office/officeart/2005/8/layout/hierarchy5"/>
    <dgm:cxn modelId="{4750E63B-081F-48B9-AEEB-4CAD7872EEE1}" type="presParOf" srcId="{94FF362C-A2E8-4A69-A9C8-E9199AE13AE1}" destId="{C2EF0063-FC5B-4716-BA39-7EBAFA6466AC}" srcOrd="1" destOrd="0" presId="urn:microsoft.com/office/officeart/2005/8/layout/hierarchy5"/>
    <dgm:cxn modelId="{29B6215A-4298-4A88-BFFD-2013E375145B}" type="presParOf" srcId="{82B861E2-30B7-4485-8E03-9A5EC81323B7}" destId="{F3D70C17-7215-4156-9FB0-4AAB28F61B24}" srcOrd="2" destOrd="0" presId="urn:microsoft.com/office/officeart/2005/8/layout/hierarchy5"/>
    <dgm:cxn modelId="{1E53C580-529B-4D45-B876-4A569269A61C}" type="presParOf" srcId="{F3D70C17-7215-4156-9FB0-4AAB28F61B24}" destId="{93E688BE-5595-4EBD-A83E-6BDC6516C442}" srcOrd="0" destOrd="0" presId="urn:microsoft.com/office/officeart/2005/8/layout/hierarchy5"/>
    <dgm:cxn modelId="{3375C3C2-65BB-4835-965E-52CBF337F750}" type="presParOf" srcId="{82B861E2-30B7-4485-8E03-9A5EC81323B7}" destId="{793F3A81-DD2D-4B20-9A20-9EA0AE9DFA11}" srcOrd="3" destOrd="0" presId="urn:microsoft.com/office/officeart/2005/8/layout/hierarchy5"/>
    <dgm:cxn modelId="{0A7B4768-2C94-4306-8099-BA50BDC896E9}" type="presParOf" srcId="{793F3A81-DD2D-4B20-9A20-9EA0AE9DFA11}" destId="{682F9636-A21A-4D80-8018-8F9CB9BB26EF}" srcOrd="0" destOrd="0" presId="urn:microsoft.com/office/officeart/2005/8/layout/hierarchy5"/>
    <dgm:cxn modelId="{04969D91-5FBD-4D1A-9C05-DE94401AD7E6}" type="presParOf" srcId="{793F3A81-DD2D-4B20-9A20-9EA0AE9DFA11}" destId="{A48B0E58-F934-4B81-8106-3AB2A2062786}" srcOrd="1" destOrd="0" presId="urn:microsoft.com/office/officeart/2005/8/layout/hierarchy5"/>
    <dgm:cxn modelId="{8D04F0F2-10A8-4F08-BBC7-CE3ECFB014CE}" type="presParOf" srcId="{82B861E2-30B7-4485-8E03-9A5EC81323B7}" destId="{B32457AE-9B61-43F0-8862-BCBA5BAE9AA2}" srcOrd="4" destOrd="0" presId="urn:microsoft.com/office/officeart/2005/8/layout/hierarchy5"/>
    <dgm:cxn modelId="{5EFF7E08-C6CE-4F98-97F9-880E189A6296}" type="presParOf" srcId="{B32457AE-9B61-43F0-8862-BCBA5BAE9AA2}" destId="{C479F8BB-7B38-444F-AD53-80EB7161F492}" srcOrd="0" destOrd="0" presId="urn:microsoft.com/office/officeart/2005/8/layout/hierarchy5"/>
    <dgm:cxn modelId="{3193E91F-3FEB-47FA-A35D-AC29EF32DFC9}" type="presParOf" srcId="{82B861E2-30B7-4485-8E03-9A5EC81323B7}" destId="{246C617B-9C7D-4F92-BE84-4B79821180BE}" srcOrd="5" destOrd="0" presId="urn:microsoft.com/office/officeart/2005/8/layout/hierarchy5"/>
    <dgm:cxn modelId="{6E556F16-8D01-43CA-9292-C4871EF54AB0}" type="presParOf" srcId="{246C617B-9C7D-4F92-BE84-4B79821180BE}" destId="{F8848214-5A91-4AEF-B461-182672F820F0}" srcOrd="0" destOrd="0" presId="urn:microsoft.com/office/officeart/2005/8/layout/hierarchy5"/>
    <dgm:cxn modelId="{7777A135-D5DA-4ED0-91DE-0DA903DC68B7}" type="presParOf" srcId="{246C617B-9C7D-4F92-BE84-4B79821180BE}" destId="{D251D084-D261-41E4-9B19-E57FC7DED120}" srcOrd="1" destOrd="0" presId="urn:microsoft.com/office/officeart/2005/8/layout/hierarchy5"/>
    <dgm:cxn modelId="{B8B5B9B0-7FB2-4378-AED6-CC2201082913}" type="presParOf" srcId="{927D8753-A224-453D-A48D-FA7F245088EA}" destId="{F894430C-A1AA-44E4-92A1-A4C838673388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A175EF2-8BBD-4C9E-84F9-F86BB2AF16EE}" type="doc">
      <dgm:prSet loTypeId="urn:microsoft.com/office/officeart/2005/8/layout/hierarchy2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E6795A92-C547-48F4-A90F-EFCC6502FA0E}">
      <dgm:prSet phldrT="[Text]" custT="1"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cs-CZ" sz="2800" b="1" dirty="0">
              <a:solidFill>
                <a:schemeClr val="bg1"/>
              </a:solidFill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Operátory</a:t>
          </a:r>
          <a:endParaRPr lang="cs-CZ" sz="2800" dirty="0">
            <a:solidFill>
              <a:schemeClr val="bg1"/>
            </a:solidFill>
          </a:endParaRPr>
        </a:p>
      </dgm:t>
    </dgm:pt>
    <dgm:pt modelId="{2181ED64-D842-43F6-A4C5-BD7946435155}" type="parTrans" cxnId="{B2760651-5B73-46F1-9E7A-C57377D4ED5F}">
      <dgm:prSet/>
      <dgm:spPr/>
      <dgm:t>
        <a:bodyPr/>
        <a:lstStyle/>
        <a:p>
          <a:endParaRPr lang="cs-CZ" sz="2000"/>
        </a:p>
      </dgm:t>
    </dgm:pt>
    <dgm:pt modelId="{1DAC1AD9-BA5A-4C82-A8BE-0BE397ACB92A}" type="sibTrans" cxnId="{B2760651-5B73-46F1-9E7A-C57377D4ED5F}">
      <dgm:prSet/>
      <dgm:spPr/>
      <dgm:t>
        <a:bodyPr/>
        <a:lstStyle/>
        <a:p>
          <a:endParaRPr lang="cs-CZ" sz="2000"/>
        </a:p>
      </dgm:t>
    </dgm:pt>
    <dgm:pt modelId="{4F46C52E-CFD3-4DE3-A992-745BED79C5D1}">
      <dgm:prSet phldrT="[Text]" custT="1"/>
      <dgm:spPr/>
      <dgm:t>
        <a:bodyPr/>
        <a:lstStyle/>
        <a:p>
          <a:r>
            <a:rPr lang="cs-CZ" sz="2000" b="1" dirty="0">
              <a:latin typeface="Verdana" pitchFamily="34" charset="0"/>
            </a:rPr>
            <a:t>Aritmetické</a:t>
          </a:r>
          <a:endParaRPr lang="cs-CZ" sz="2000" b="1" dirty="0">
            <a:effectLst/>
            <a:latin typeface="+mn-lt"/>
          </a:endParaRPr>
        </a:p>
      </dgm:t>
    </dgm:pt>
    <dgm:pt modelId="{CE7642A9-BC97-41EF-BDC5-B125141E12AF}" type="parTrans" cxnId="{20A88B0A-827B-4D33-98F0-38AA313024B1}">
      <dgm:prSet custT="1"/>
      <dgm:spPr/>
      <dgm:t>
        <a:bodyPr/>
        <a:lstStyle/>
        <a:p>
          <a:endParaRPr lang="cs-CZ" sz="2000"/>
        </a:p>
      </dgm:t>
    </dgm:pt>
    <dgm:pt modelId="{342D11C8-182B-4DC0-BF40-52B903013C42}" type="sibTrans" cxnId="{20A88B0A-827B-4D33-98F0-38AA313024B1}">
      <dgm:prSet/>
      <dgm:spPr/>
      <dgm:t>
        <a:bodyPr/>
        <a:lstStyle/>
        <a:p>
          <a:endParaRPr lang="cs-CZ" sz="2000"/>
        </a:p>
      </dgm:t>
    </dgm:pt>
    <dgm:pt modelId="{097AB6A0-AB9A-4AA7-AC6F-E14D114A2B70}">
      <dgm:prSet custT="1"/>
      <dgm:spPr/>
      <dgm:t>
        <a:bodyPr/>
        <a:lstStyle/>
        <a:p>
          <a:r>
            <a:rPr lang="cs-CZ" sz="2000" b="1">
              <a:latin typeface="Verdana" pitchFamily="34" charset="0"/>
            </a:rPr>
            <a:t>Relační</a:t>
          </a:r>
          <a:endParaRPr lang="cs-CZ" sz="2000" b="1" dirty="0">
            <a:latin typeface="Verdana" pitchFamily="34" charset="0"/>
          </a:endParaRPr>
        </a:p>
      </dgm:t>
    </dgm:pt>
    <dgm:pt modelId="{C3F2481B-E4E9-48E7-B880-F23A9C3E43DA}" type="parTrans" cxnId="{D1EB7D98-9179-44D7-A73D-983C8D1E661F}">
      <dgm:prSet/>
      <dgm:spPr/>
      <dgm:t>
        <a:bodyPr/>
        <a:lstStyle/>
        <a:p>
          <a:endParaRPr lang="cs-CZ"/>
        </a:p>
      </dgm:t>
    </dgm:pt>
    <dgm:pt modelId="{B0148634-7E92-460F-AF3B-9A69218A4BA3}" type="sibTrans" cxnId="{D1EB7D98-9179-44D7-A73D-983C8D1E661F}">
      <dgm:prSet/>
      <dgm:spPr/>
      <dgm:t>
        <a:bodyPr/>
        <a:lstStyle/>
        <a:p>
          <a:endParaRPr lang="cs-CZ"/>
        </a:p>
      </dgm:t>
    </dgm:pt>
    <dgm:pt modelId="{AD29FAAD-3F14-4582-9325-1117D043440A}">
      <dgm:prSet custT="1"/>
      <dgm:spPr/>
      <dgm:t>
        <a:bodyPr/>
        <a:lstStyle/>
        <a:p>
          <a:r>
            <a:rPr lang="cs-CZ" sz="2000" b="1">
              <a:latin typeface="Verdana" pitchFamily="34" charset="0"/>
            </a:rPr>
            <a:t>Logické</a:t>
          </a:r>
          <a:endParaRPr lang="cs-CZ" sz="2000" b="1" dirty="0">
            <a:latin typeface="Verdana" pitchFamily="34" charset="0"/>
          </a:endParaRPr>
        </a:p>
      </dgm:t>
    </dgm:pt>
    <dgm:pt modelId="{B0289844-660B-4447-88BE-10DC2CC3D79D}" type="parTrans" cxnId="{E8D6CA23-281F-4B1D-A32E-DCE8C80CDC7F}">
      <dgm:prSet/>
      <dgm:spPr/>
      <dgm:t>
        <a:bodyPr/>
        <a:lstStyle/>
        <a:p>
          <a:endParaRPr lang="cs-CZ"/>
        </a:p>
      </dgm:t>
    </dgm:pt>
    <dgm:pt modelId="{657DD5E1-E937-4601-A625-9EED2CC9A610}" type="sibTrans" cxnId="{E8D6CA23-281F-4B1D-A32E-DCE8C80CDC7F}">
      <dgm:prSet/>
      <dgm:spPr/>
      <dgm:t>
        <a:bodyPr/>
        <a:lstStyle/>
        <a:p>
          <a:endParaRPr lang="cs-CZ"/>
        </a:p>
      </dgm:t>
    </dgm:pt>
    <dgm:pt modelId="{2085BF0B-C7F9-4686-B460-BA9DF9078708}">
      <dgm:prSet custT="1"/>
      <dgm:spPr/>
      <dgm:t>
        <a:bodyPr/>
        <a:lstStyle/>
        <a:p>
          <a:r>
            <a:rPr lang="cs-CZ" sz="2000" b="1" u="none" dirty="0">
              <a:solidFill>
                <a:schemeClr val="tx1"/>
              </a:solidFill>
              <a:latin typeface="Verdana" pitchFamily="34" charset="0"/>
              <a:hlinkClick xmlns:r="http://schemas.openxmlformats.org/officeDocument/2006/relationships" r:id="rId1" action="ppaction://hlinksldjump"/>
            </a:rPr>
            <a:t>Bitové</a:t>
          </a:r>
          <a:endParaRPr lang="cs-CZ" sz="2000" b="1" u="none" dirty="0">
            <a:solidFill>
              <a:schemeClr val="tx1"/>
            </a:solidFill>
            <a:latin typeface="Verdana" pitchFamily="34" charset="0"/>
          </a:endParaRPr>
        </a:p>
      </dgm:t>
    </dgm:pt>
    <dgm:pt modelId="{B65D9125-0768-403C-BB0C-C0F5729EFDDE}" type="parTrans" cxnId="{7B3D577F-76B2-4471-95A7-3F16BA0DD0F8}">
      <dgm:prSet/>
      <dgm:spPr/>
      <dgm:t>
        <a:bodyPr/>
        <a:lstStyle/>
        <a:p>
          <a:endParaRPr lang="cs-CZ"/>
        </a:p>
      </dgm:t>
    </dgm:pt>
    <dgm:pt modelId="{9D3C7846-D594-4F89-8BC4-CF4122B45FD6}" type="sibTrans" cxnId="{7B3D577F-76B2-4471-95A7-3F16BA0DD0F8}">
      <dgm:prSet/>
      <dgm:spPr/>
      <dgm:t>
        <a:bodyPr/>
        <a:lstStyle/>
        <a:p>
          <a:endParaRPr lang="cs-CZ"/>
        </a:p>
      </dgm:t>
    </dgm:pt>
    <dgm:pt modelId="{34C98E72-BBA7-4145-A768-C2AD91F7963D}">
      <dgm:prSet custT="1"/>
      <dgm:spPr/>
      <dgm:t>
        <a:bodyPr/>
        <a:lstStyle/>
        <a:p>
          <a:r>
            <a:rPr lang="cs-CZ" sz="2000" b="1" dirty="0">
              <a:latin typeface="Verdana" pitchFamily="34" charset="0"/>
            </a:rPr>
            <a:t>Přiřazovací</a:t>
          </a:r>
        </a:p>
      </dgm:t>
    </dgm:pt>
    <dgm:pt modelId="{5F418786-9672-4910-BE37-1BABC880E496}" type="parTrans" cxnId="{F1B97FB0-5F3E-47EF-80C5-6BA462C7D0E9}">
      <dgm:prSet/>
      <dgm:spPr/>
      <dgm:t>
        <a:bodyPr/>
        <a:lstStyle/>
        <a:p>
          <a:endParaRPr lang="cs-CZ"/>
        </a:p>
      </dgm:t>
    </dgm:pt>
    <dgm:pt modelId="{5D448897-93CB-4664-9939-C6C5825688E9}" type="sibTrans" cxnId="{F1B97FB0-5F3E-47EF-80C5-6BA462C7D0E9}">
      <dgm:prSet/>
      <dgm:spPr/>
      <dgm:t>
        <a:bodyPr/>
        <a:lstStyle/>
        <a:p>
          <a:endParaRPr lang="cs-CZ"/>
        </a:p>
      </dgm:t>
    </dgm:pt>
    <dgm:pt modelId="{540725E1-0C67-4F6A-AE5C-7DE241AE3EC2}" type="pres">
      <dgm:prSet presAssocID="{AA175EF2-8BBD-4C9E-84F9-F86BB2AF16E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7C4DB17-618B-4F3D-8EFC-5F254CE3A8D4}" type="pres">
      <dgm:prSet presAssocID="{E6795A92-C547-48F4-A90F-EFCC6502FA0E}" presName="root1" presStyleCnt="0"/>
      <dgm:spPr/>
    </dgm:pt>
    <dgm:pt modelId="{32774CD4-63B4-40B0-A100-9666C52ECDF5}" type="pres">
      <dgm:prSet presAssocID="{E6795A92-C547-48F4-A90F-EFCC6502FA0E}" presName="LevelOneTextNode" presStyleLbl="node0" presStyleIdx="0" presStyleCnt="1" custScaleX="161334" custScaleY="124103" custLinFactNeighborX="-50460" custLinFactNeighborY="-3666">
        <dgm:presLayoutVars>
          <dgm:chPref val="3"/>
        </dgm:presLayoutVars>
      </dgm:prSet>
      <dgm:spPr/>
    </dgm:pt>
    <dgm:pt modelId="{51392013-AB77-4E36-9568-D5864126CF23}" type="pres">
      <dgm:prSet presAssocID="{E6795A92-C547-48F4-A90F-EFCC6502FA0E}" presName="level2hierChild" presStyleCnt="0"/>
      <dgm:spPr/>
    </dgm:pt>
    <dgm:pt modelId="{F1AC2A13-10CD-4CE6-97A6-F2208703A7C4}" type="pres">
      <dgm:prSet presAssocID="{CE7642A9-BC97-41EF-BDC5-B125141E12AF}" presName="conn2-1" presStyleLbl="parChTrans1D2" presStyleIdx="0" presStyleCnt="5"/>
      <dgm:spPr/>
    </dgm:pt>
    <dgm:pt modelId="{07948EA1-B126-4E57-9191-114B06364FC6}" type="pres">
      <dgm:prSet presAssocID="{CE7642A9-BC97-41EF-BDC5-B125141E12AF}" presName="connTx" presStyleLbl="parChTrans1D2" presStyleIdx="0" presStyleCnt="5"/>
      <dgm:spPr/>
    </dgm:pt>
    <dgm:pt modelId="{89F5D597-0167-4B40-B3B0-82FC33572946}" type="pres">
      <dgm:prSet presAssocID="{4F46C52E-CFD3-4DE3-A992-745BED79C5D1}" presName="root2" presStyleCnt="0"/>
      <dgm:spPr/>
    </dgm:pt>
    <dgm:pt modelId="{8874FD92-6C17-4049-9CB9-7DD55FD4DD1D}" type="pres">
      <dgm:prSet presAssocID="{4F46C52E-CFD3-4DE3-A992-745BED79C5D1}" presName="LevelTwoTextNode" presStyleLbl="node2" presStyleIdx="0" presStyleCnt="5" custScaleX="143016" custScaleY="94166" custLinFactNeighborX="-646" custLinFactNeighborY="-6613">
        <dgm:presLayoutVars>
          <dgm:chPref val="3"/>
        </dgm:presLayoutVars>
      </dgm:prSet>
      <dgm:spPr/>
    </dgm:pt>
    <dgm:pt modelId="{BAD4101C-9694-4A63-B18E-15DCDBCDA520}" type="pres">
      <dgm:prSet presAssocID="{4F46C52E-CFD3-4DE3-A992-745BED79C5D1}" presName="level3hierChild" presStyleCnt="0"/>
      <dgm:spPr/>
    </dgm:pt>
    <dgm:pt modelId="{CC4EA85C-1B90-40B2-9C71-D39D0D1D88E3}" type="pres">
      <dgm:prSet presAssocID="{C3F2481B-E4E9-48E7-B880-F23A9C3E43DA}" presName="conn2-1" presStyleLbl="parChTrans1D2" presStyleIdx="1" presStyleCnt="5"/>
      <dgm:spPr/>
    </dgm:pt>
    <dgm:pt modelId="{7E32D402-FC07-46C6-A837-E9C18A8FFD3D}" type="pres">
      <dgm:prSet presAssocID="{C3F2481B-E4E9-48E7-B880-F23A9C3E43DA}" presName="connTx" presStyleLbl="parChTrans1D2" presStyleIdx="1" presStyleCnt="5"/>
      <dgm:spPr/>
    </dgm:pt>
    <dgm:pt modelId="{5E2E249B-939B-451F-B03C-6F6B8FF82E2D}" type="pres">
      <dgm:prSet presAssocID="{097AB6A0-AB9A-4AA7-AC6F-E14D114A2B70}" presName="root2" presStyleCnt="0"/>
      <dgm:spPr/>
    </dgm:pt>
    <dgm:pt modelId="{EFE6470B-0840-4C1C-801E-B4D194CA387A}" type="pres">
      <dgm:prSet presAssocID="{097AB6A0-AB9A-4AA7-AC6F-E14D114A2B70}" presName="LevelTwoTextNode" presStyleLbl="node2" presStyleIdx="1" presStyleCnt="5" custScaleX="143016" custScaleY="97704">
        <dgm:presLayoutVars>
          <dgm:chPref val="3"/>
        </dgm:presLayoutVars>
      </dgm:prSet>
      <dgm:spPr/>
    </dgm:pt>
    <dgm:pt modelId="{43AAD262-5F99-4F3B-A3EB-6D9C6E1060BF}" type="pres">
      <dgm:prSet presAssocID="{097AB6A0-AB9A-4AA7-AC6F-E14D114A2B70}" presName="level3hierChild" presStyleCnt="0"/>
      <dgm:spPr/>
    </dgm:pt>
    <dgm:pt modelId="{F3937D7F-6DA9-4464-908E-1FB8DB7AB075}" type="pres">
      <dgm:prSet presAssocID="{B0289844-660B-4447-88BE-10DC2CC3D79D}" presName="conn2-1" presStyleLbl="parChTrans1D2" presStyleIdx="2" presStyleCnt="5"/>
      <dgm:spPr/>
    </dgm:pt>
    <dgm:pt modelId="{B0A7F05F-136A-415E-800A-9D6FF6585AC5}" type="pres">
      <dgm:prSet presAssocID="{B0289844-660B-4447-88BE-10DC2CC3D79D}" presName="connTx" presStyleLbl="parChTrans1D2" presStyleIdx="2" presStyleCnt="5"/>
      <dgm:spPr/>
    </dgm:pt>
    <dgm:pt modelId="{00660230-911A-478B-9733-E49B1F4A9D3F}" type="pres">
      <dgm:prSet presAssocID="{AD29FAAD-3F14-4582-9325-1117D043440A}" presName="root2" presStyleCnt="0"/>
      <dgm:spPr/>
    </dgm:pt>
    <dgm:pt modelId="{50780C4D-6F45-4B0D-9A23-E1A273D47863}" type="pres">
      <dgm:prSet presAssocID="{AD29FAAD-3F14-4582-9325-1117D043440A}" presName="LevelTwoTextNode" presStyleLbl="node2" presStyleIdx="2" presStyleCnt="5" custScaleX="143016" custScaleY="98016">
        <dgm:presLayoutVars>
          <dgm:chPref val="3"/>
        </dgm:presLayoutVars>
      </dgm:prSet>
      <dgm:spPr/>
    </dgm:pt>
    <dgm:pt modelId="{7A0BCDD6-E601-437A-AD94-86E59DD22B53}" type="pres">
      <dgm:prSet presAssocID="{AD29FAAD-3F14-4582-9325-1117D043440A}" presName="level3hierChild" presStyleCnt="0"/>
      <dgm:spPr/>
    </dgm:pt>
    <dgm:pt modelId="{1B633E17-1185-487B-84A1-51E9777CC603}" type="pres">
      <dgm:prSet presAssocID="{B65D9125-0768-403C-BB0C-C0F5729EFDDE}" presName="conn2-1" presStyleLbl="parChTrans1D2" presStyleIdx="3" presStyleCnt="5"/>
      <dgm:spPr/>
    </dgm:pt>
    <dgm:pt modelId="{E93B321E-B2B0-489A-99A5-EAB92144190D}" type="pres">
      <dgm:prSet presAssocID="{B65D9125-0768-403C-BB0C-C0F5729EFDDE}" presName="connTx" presStyleLbl="parChTrans1D2" presStyleIdx="3" presStyleCnt="5"/>
      <dgm:spPr/>
    </dgm:pt>
    <dgm:pt modelId="{52886DE3-71C8-4FA4-88F3-D5F14ED2FFC4}" type="pres">
      <dgm:prSet presAssocID="{2085BF0B-C7F9-4686-B460-BA9DF9078708}" presName="root2" presStyleCnt="0"/>
      <dgm:spPr/>
    </dgm:pt>
    <dgm:pt modelId="{6EBF1FB0-26DC-4AC3-88A9-AE4C81EBD9B1}" type="pres">
      <dgm:prSet presAssocID="{2085BF0B-C7F9-4686-B460-BA9DF9078708}" presName="LevelTwoTextNode" presStyleLbl="node2" presStyleIdx="3" presStyleCnt="5" custScaleX="143016" custScaleY="98330">
        <dgm:presLayoutVars>
          <dgm:chPref val="3"/>
        </dgm:presLayoutVars>
      </dgm:prSet>
      <dgm:spPr/>
    </dgm:pt>
    <dgm:pt modelId="{41295D17-2205-4716-A918-3D4B137EE830}" type="pres">
      <dgm:prSet presAssocID="{2085BF0B-C7F9-4686-B460-BA9DF9078708}" presName="level3hierChild" presStyleCnt="0"/>
      <dgm:spPr/>
    </dgm:pt>
    <dgm:pt modelId="{CE18940B-836C-4886-A892-24FCDE2B83DB}" type="pres">
      <dgm:prSet presAssocID="{5F418786-9672-4910-BE37-1BABC880E496}" presName="conn2-1" presStyleLbl="parChTrans1D2" presStyleIdx="4" presStyleCnt="5"/>
      <dgm:spPr/>
    </dgm:pt>
    <dgm:pt modelId="{D6D95919-C7B8-4787-9A83-095FA557C0A4}" type="pres">
      <dgm:prSet presAssocID="{5F418786-9672-4910-BE37-1BABC880E496}" presName="connTx" presStyleLbl="parChTrans1D2" presStyleIdx="4" presStyleCnt="5"/>
      <dgm:spPr/>
    </dgm:pt>
    <dgm:pt modelId="{D8EAD15B-8CB2-4672-AF2D-29046D30ED44}" type="pres">
      <dgm:prSet presAssocID="{34C98E72-BBA7-4145-A768-C2AD91F7963D}" presName="root2" presStyleCnt="0"/>
      <dgm:spPr/>
    </dgm:pt>
    <dgm:pt modelId="{ED128C1F-6474-4D5B-AF19-4A71174B5242}" type="pres">
      <dgm:prSet presAssocID="{34C98E72-BBA7-4145-A768-C2AD91F7963D}" presName="LevelTwoTextNode" presStyleLbl="node2" presStyleIdx="4" presStyleCnt="5" custScaleX="142497" custScaleY="98645">
        <dgm:presLayoutVars>
          <dgm:chPref val="3"/>
        </dgm:presLayoutVars>
      </dgm:prSet>
      <dgm:spPr/>
    </dgm:pt>
    <dgm:pt modelId="{0115094F-3A06-41A1-AD2D-372B102AC2C9}" type="pres">
      <dgm:prSet presAssocID="{34C98E72-BBA7-4145-A768-C2AD91F7963D}" presName="level3hierChild" presStyleCnt="0"/>
      <dgm:spPr/>
    </dgm:pt>
  </dgm:ptLst>
  <dgm:cxnLst>
    <dgm:cxn modelId="{20A88B0A-827B-4D33-98F0-38AA313024B1}" srcId="{E6795A92-C547-48F4-A90F-EFCC6502FA0E}" destId="{4F46C52E-CFD3-4DE3-A992-745BED79C5D1}" srcOrd="0" destOrd="0" parTransId="{CE7642A9-BC97-41EF-BDC5-B125141E12AF}" sibTransId="{342D11C8-182B-4DC0-BF40-52B903013C42}"/>
    <dgm:cxn modelId="{9396140B-4069-4BA0-AA06-C98D22F5D3D7}" type="presOf" srcId="{CE7642A9-BC97-41EF-BDC5-B125141E12AF}" destId="{F1AC2A13-10CD-4CE6-97A6-F2208703A7C4}" srcOrd="0" destOrd="0" presId="urn:microsoft.com/office/officeart/2005/8/layout/hierarchy2"/>
    <dgm:cxn modelId="{E8D6CA23-281F-4B1D-A32E-DCE8C80CDC7F}" srcId="{E6795A92-C547-48F4-A90F-EFCC6502FA0E}" destId="{AD29FAAD-3F14-4582-9325-1117D043440A}" srcOrd="2" destOrd="0" parTransId="{B0289844-660B-4447-88BE-10DC2CC3D79D}" sibTransId="{657DD5E1-E937-4601-A625-9EED2CC9A610}"/>
    <dgm:cxn modelId="{B09BEB41-2E00-469F-8E12-1918A40CDD67}" type="presOf" srcId="{B0289844-660B-4447-88BE-10DC2CC3D79D}" destId="{F3937D7F-6DA9-4464-908E-1FB8DB7AB075}" srcOrd="0" destOrd="0" presId="urn:microsoft.com/office/officeart/2005/8/layout/hierarchy2"/>
    <dgm:cxn modelId="{B2C22665-B8C6-421F-8AE5-BA6C6BDF411B}" type="presOf" srcId="{5F418786-9672-4910-BE37-1BABC880E496}" destId="{CE18940B-836C-4886-A892-24FCDE2B83DB}" srcOrd="0" destOrd="0" presId="urn:microsoft.com/office/officeart/2005/8/layout/hierarchy2"/>
    <dgm:cxn modelId="{78E7EB68-A47C-49FE-8EBB-4652E54CEF8B}" type="presOf" srcId="{E6795A92-C547-48F4-A90F-EFCC6502FA0E}" destId="{32774CD4-63B4-40B0-A100-9666C52ECDF5}" srcOrd="0" destOrd="0" presId="urn:microsoft.com/office/officeart/2005/8/layout/hierarchy2"/>
    <dgm:cxn modelId="{11701E4D-992F-400F-A4EF-3AFBDF51D413}" type="presOf" srcId="{2085BF0B-C7F9-4686-B460-BA9DF9078708}" destId="{6EBF1FB0-26DC-4AC3-88A9-AE4C81EBD9B1}" srcOrd="0" destOrd="0" presId="urn:microsoft.com/office/officeart/2005/8/layout/hierarchy2"/>
    <dgm:cxn modelId="{27DEAA6D-05D0-44F7-B6FD-B1C47B49B715}" type="presOf" srcId="{C3F2481B-E4E9-48E7-B880-F23A9C3E43DA}" destId="{CC4EA85C-1B90-40B2-9C71-D39D0D1D88E3}" srcOrd="0" destOrd="0" presId="urn:microsoft.com/office/officeart/2005/8/layout/hierarchy2"/>
    <dgm:cxn modelId="{17F68D6F-398F-406C-95F1-51957E439091}" type="presOf" srcId="{C3F2481B-E4E9-48E7-B880-F23A9C3E43DA}" destId="{7E32D402-FC07-46C6-A837-E9C18A8FFD3D}" srcOrd="1" destOrd="0" presId="urn:microsoft.com/office/officeart/2005/8/layout/hierarchy2"/>
    <dgm:cxn modelId="{01D2EE50-6EA5-44AE-9083-24E6017F99A2}" type="presOf" srcId="{B0289844-660B-4447-88BE-10DC2CC3D79D}" destId="{B0A7F05F-136A-415E-800A-9D6FF6585AC5}" srcOrd="1" destOrd="0" presId="urn:microsoft.com/office/officeart/2005/8/layout/hierarchy2"/>
    <dgm:cxn modelId="{B2760651-5B73-46F1-9E7A-C57377D4ED5F}" srcId="{AA175EF2-8BBD-4C9E-84F9-F86BB2AF16EE}" destId="{E6795A92-C547-48F4-A90F-EFCC6502FA0E}" srcOrd="0" destOrd="0" parTransId="{2181ED64-D842-43F6-A4C5-BD7946435155}" sibTransId="{1DAC1AD9-BA5A-4C82-A8BE-0BE397ACB92A}"/>
    <dgm:cxn modelId="{7B3D577F-76B2-4471-95A7-3F16BA0DD0F8}" srcId="{E6795A92-C547-48F4-A90F-EFCC6502FA0E}" destId="{2085BF0B-C7F9-4686-B460-BA9DF9078708}" srcOrd="3" destOrd="0" parTransId="{B65D9125-0768-403C-BB0C-C0F5729EFDDE}" sibTransId="{9D3C7846-D594-4F89-8BC4-CF4122B45FD6}"/>
    <dgm:cxn modelId="{D1EB7D98-9179-44D7-A73D-983C8D1E661F}" srcId="{E6795A92-C547-48F4-A90F-EFCC6502FA0E}" destId="{097AB6A0-AB9A-4AA7-AC6F-E14D114A2B70}" srcOrd="1" destOrd="0" parTransId="{C3F2481B-E4E9-48E7-B880-F23A9C3E43DA}" sibTransId="{B0148634-7E92-460F-AF3B-9A69218A4BA3}"/>
    <dgm:cxn modelId="{5B044C9A-C75F-4B78-8EFF-ADB01CE81658}" type="presOf" srcId="{4F46C52E-CFD3-4DE3-A992-745BED79C5D1}" destId="{8874FD92-6C17-4049-9CB9-7DD55FD4DD1D}" srcOrd="0" destOrd="0" presId="urn:microsoft.com/office/officeart/2005/8/layout/hierarchy2"/>
    <dgm:cxn modelId="{BD203FAF-F1ED-44FD-B5AE-6F8820CC3EC5}" type="presOf" srcId="{B65D9125-0768-403C-BB0C-C0F5729EFDDE}" destId="{E93B321E-B2B0-489A-99A5-EAB92144190D}" srcOrd="1" destOrd="0" presId="urn:microsoft.com/office/officeart/2005/8/layout/hierarchy2"/>
    <dgm:cxn modelId="{F1B97FB0-5F3E-47EF-80C5-6BA462C7D0E9}" srcId="{E6795A92-C547-48F4-A90F-EFCC6502FA0E}" destId="{34C98E72-BBA7-4145-A768-C2AD91F7963D}" srcOrd="4" destOrd="0" parTransId="{5F418786-9672-4910-BE37-1BABC880E496}" sibTransId="{5D448897-93CB-4664-9939-C6C5825688E9}"/>
    <dgm:cxn modelId="{DA60F1BC-4B96-4649-BACE-7AFE127EAEDD}" type="presOf" srcId="{5F418786-9672-4910-BE37-1BABC880E496}" destId="{D6D95919-C7B8-4787-9A83-095FA557C0A4}" srcOrd="1" destOrd="0" presId="urn:microsoft.com/office/officeart/2005/8/layout/hierarchy2"/>
    <dgm:cxn modelId="{55CBBDC0-FE4D-4590-A947-0CCCCBDBA96D}" type="presOf" srcId="{B65D9125-0768-403C-BB0C-C0F5729EFDDE}" destId="{1B633E17-1185-487B-84A1-51E9777CC603}" srcOrd="0" destOrd="0" presId="urn:microsoft.com/office/officeart/2005/8/layout/hierarchy2"/>
    <dgm:cxn modelId="{6593CBD5-DB1E-44D1-808B-173702976FCD}" type="presOf" srcId="{CE7642A9-BC97-41EF-BDC5-B125141E12AF}" destId="{07948EA1-B126-4E57-9191-114B06364FC6}" srcOrd="1" destOrd="0" presId="urn:microsoft.com/office/officeart/2005/8/layout/hierarchy2"/>
    <dgm:cxn modelId="{078F3EE0-F797-4DE1-BA9D-C3A7A890D573}" type="presOf" srcId="{AD29FAAD-3F14-4582-9325-1117D043440A}" destId="{50780C4D-6F45-4B0D-9A23-E1A273D47863}" srcOrd="0" destOrd="0" presId="urn:microsoft.com/office/officeart/2005/8/layout/hierarchy2"/>
    <dgm:cxn modelId="{5EA3BCE6-3C03-4D5A-8F9F-FBE82ECEFB43}" type="presOf" srcId="{097AB6A0-AB9A-4AA7-AC6F-E14D114A2B70}" destId="{EFE6470B-0840-4C1C-801E-B4D194CA387A}" srcOrd="0" destOrd="0" presId="urn:microsoft.com/office/officeart/2005/8/layout/hierarchy2"/>
    <dgm:cxn modelId="{8EBFA3F0-8FC7-48F9-997C-27DC4489A148}" type="presOf" srcId="{AA175EF2-8BBD-4C9E-84F9-F86BB2AF16EE}" destId="{540725E1-0C67-4F6A-AE5C-7DE241AE3EC2}" srcOrd="0" destOrd="0" presId="urn:microsoft.com/office/officeart/2005/8/layout/hierarchy2"/>
    <dgm:cxn modelId="{5B7B2FFB-094C-4074-AC44-41C63F652253}" type="presOf" srcId="{34C98E72-BBA7-4145-A768-C2AD91F7963D}" destId="{ED128C1F-6474-4D5B-AF19-4A71174B5242}" srcOrd="0" destOrd="0" presId="urn:microsoft.com/office/officeart/2005/8/layout/hierarchy2"/>
    <dgm:cxn modelId="{FACBBE67-9ADC-4243-9998-60F3D26F2A93}" type="presParOf" srcId="{540725E1-0C67-4F6A-AE5C-7DE241AE3EC2}" destId="{47C4DB17-618B-4F3D-8EFC-5F254CE3A8D4}" srcOrd="0" destOrd="0" presId="urn:microsoft.com/office/officeart/2005/8/layout/hierarchy2"/>
    <dgm:cxn modelId="{239B81F3-F5EC-415D-8E9F-6F2727EF5860}" type="presParOf" srcId="{47C4DB17-618B-4F3D-8EFC-5F254CE3A8D4}" destId="{32774CD4-63B4-40B0-A100-9666C52ECDF5}" srcOrd="0" destOrd="0" presId="urn:microsoft.com/office/officeart/2005/8/layout/hierarchy2"/>
    <dgm:cxn modelId="{6270DAC3-2869-47F4-A6F4-2EBC5A9ECD9E}" type="presParOf" srcId="{47C4DB17-618B-4F3D-8EFC-5F254CE3A8D4}" destId="{51392013-AB77-4E36-9568-D5864126CF23}" srcOrd="1" destOrd="0" presId="urn:microsoft.com/office/officeart/2005/8/layout/hierarchy2"/>
    <dgm:cxn modelId="{1D3B0D6C-A6D0-43A5-B774-7406A4F8D85B}" type="presParOf" srcId="{51392013-AB77-4E36-9568-D5864126CF23}" destId="{F1AC2A13-10CD-4CE6-97A6-F2208703A7C4}" srcOrd="0" destOrd="0" presId="urn:microsoft.com/office/officeart/2005/8/layout/hierarchy2"/>
    <dgm:cxn modelId="{CD438303-1714-44F3-89ED-301ACD93ED55}" type="presParOf" srcId="{F1AC2A13-10CD-4CE6-97A6-F2208703A7C4}" destId="{07948EA1-B126-4E57-9191-114B06364FC6}" srcOrd="0" destOrd="0" presId="urn:microsoft.com/office/officeart/2005/8/layout/hierarchy2"/>
    <dgm:cxn modelId="{3D1D70F2-A985-450E-A6E6-E38517A7161A}" type="presParOf" srcId="{51392013-AB77-4E36-9568-D5864126CF23}" destId="{89F5D597-0167-4B40-B3B0-82FC33572946}" srcOrd="1" destOrd="0" presId="urn:microsoft.com/office/officeart/2005/8/layout/hierarchy2"/>
    <dgm:cxn modelId="{4C3E9C3F-EB03-4A28-968C-C240B1E79E56}" type="presParOf" srcId="{89F5D597-0167-4B40-B3B0-82FC33572946}" destId="{8874FD92-6C17-4049-9CB9-7DD55FD4DD1D}" srcOrd="0" destOrd="0" presId="urn:microsoft.com/office/officeart/2005/8/layout/hierarchy2"/>
    <dgm:cxn modelId="{A59FD1D8-F496-4107-95E6-4FBA3B2DBBB6}" type="presParOf" srcId="{89F5D597-0167-4B40-B3B0-82FC33572946}" destId="{BAD4101C-9694-4A63-B18E-15DCDBCDA520}" srcOrd="1" destOrd="0" presId="urn:microsoft.com/office/officeart/2005/8/layout/hierarchy2"/>
    <dgm:cxn modelId="{88531BA6-0B01-485A-92C8-25960EE590FA}" type="presParOf" srcId="{51392013-AB77-4E36-9568-D5864126CF23}" destId="{CC4EA85C-1B90-40B2-9C71-D39D0D1D88E3}" srcOrd="2" destOrd="0" presId="urn:microsoft.com/office/officeart/2005/8/layout/hierarchy2"/>
    <dgm:cxn modelId="{A6E8F794-C641-4018-AD06-B373E15D6934}" type="presParOf" srcId="{CC4EA85C-1B90-40B2-9C71-D39D0D1D88E3}" destId="{7E32D402-FC07-46C6-A837-E9C18A8FFD3D}" srcOrd="0" destOrd="0" presId="urn:microsoft.com/office/officeart/2005/8/layout/hierarchy2"/>
    <dgm:cxn modelId="{98DB58EA-C9B6-42E4-A9EE-927FD50873CD}" type="presParOf" srcId="{51392013-AB77-4E36-9568-D5864126CF23}" destId="{5E2E249B-939B-451F-B03C-6F6B8FF82E2D}" srcOrd="3" destOrd="0" presId="urn:microsoft.com/office/officeart/2005/8/layout/hierarchy2"/>
    <dgm:cxn modelId="{440F3994-A35B-4DAF-84BC-21F6294EEDCA}" type="presParOf" srcId="{5E2E249B-939B-451F-B03C-6F6B8FF82E2D}" destId="{EFE6470B-0840-4C1C-801E-B4D194CA387A}" srcOrd="0" destOrd="0" presId="urn:microsoft.com/office/officeart/2005/8/layout/hierarchy2"/>
    <dgm:cxn modelId="{9F551F9F-4B5D-4336-B56B-EC99FFE2A1B4}" type="presParOf" srcId="{5E2E249B-939B-451F-B03C-6F6B8FF82E2D}" destId="{43AAD262-5F99-4F3B-A3EB-6D9C6E1060BF}" srcOrd="1" destOrd="0" presId="urn:microsoft.com/office/officeart/2005/8/layout/hierarchy2"/>
    <dgm:cxn modelId="{24B6C4BD-C734-47B9-A857-2D38D0DF743E}" type="presParOf" srcId="{51392013-AB77-4E36-9568-D5864126CF23}" destId="{F3937D7F-6DA9-4464-908E-1FB8DB7AB075}" srcOrd="4" destOrd="0" presId="urn:microsoft.com/office/officeart/2005/8/layout/hierarchy2"/>
    <dgm:cxn modelId="{136AF5DA-A41B-4B32-B305-64F08BBAD9F7}" type="presParOf" srcId="{F3937D7F-6DA9-4464-908E-1FB8DB7AB075}" destId="{B0A7F05F-136A-415E-800A-9D6FF6585AC5}" srcOrd="0" destOrd="0" presId="urn:microsoft.com/office/officeart/2005/8/layout/hierarchy2"/>
    <dgm:cxn modelId="{B873C6D3-0176-4372-945B-95AB7A50AFDB}" type="presParOf" srcId="{51392013-AB77-4E36-9568-D5864126CF23}" destId="{00660230-911A-478B-9733-E49B1F4A9D3F}" srcOrd="5" destOrd="0" presId="urn:microsoft.com/office/officeart/2005/8/layout/hierarchy2"/>
    <dgm:cxn modelId="{7BB69034-6533-4F37-A492-4FB996647C4D}" type="presParOf" srcId="{00660230-911A-478B-9733-E49B1F4A9D3F}" destId="{50780C4D-6F45-4B0D-9A23-E1A273D47863}" srcOrd="0" destOrd="0" presId="urn:microsoft.com/office/officeart/2005/8/layout/hierarchy2"/>
    <dgm:cxn modelId="{EBF9A3B6-3367-4984-A59A-D36684EFC193}" type="presParOf" srcId="{00660230-911A-478B-9733-E49B1F4A9D3F}" destId="{7A0BCDD6-E601-437A-AD94-86E59DD22B53}" srcOrd="1" destOrd="0" presId="urn:microsoft.com/office/officeart/2005/8/layout/hierarchy2"/>
    <dgm:cxn modelId="{72C52356-8268-4F26-8EB0-D41B103AA3EE}" type="presParOf" srcId="{51392013-AB77-4E36-9568-D5864126CF23}" destId="{1B633E17-1185-487B-84A1-51E9777CC603}" srcOrd="6" destOrd="0" presId="urn:microsoft.com/office/officeart/2005/8/layout/hierarchy2"/>
    <dgm:cxn modelId="{EAA085C1-17B6-430F-829E-B08CA251E75F}" type="presParOf" srcId="{1B633E17-1185-487B-84A1-51E9777CC603}" destId="{E93B321E-B2B0-489A-99A5-EAB92144190D}" srcOrd="0" destOrd="0" presId="urn:microsoft.com/office/officeart/2005/8/layout/hierarchy2"/>
    <dgm:cxn modelId="{1BDE628B-3499-4948-903D-89D8B6DE9168}" type="presParOf" srcId="{51392013-AB77-4E36-9568-D5864126CF23}" destId="{52886DE3-71C8-4FA4-88F3-D5F14ED2FFC4}" srcOrd="7" destOrd="0" presId="urn:microsoft.com/office/officeart/2005/8/layout/hierarchy2"/>
    <dgm:cxn modelId="{CD1A9A19-AC14-4B0B-B4F7-1A363A73736B}" type="presParOf" srcId="{52886DE3-71C8-4FA4-88F3-D5F14ED2FFC4}" destId="{6EBF1FB0-26DC-4AC3-88A9-AE4C81EBD9B1}" srcOrd="0" destOrd="0" presId="urn:microsoft.com/office/officeart/2005/8/layout/hierarchy2"/>
    <dgm:cxn modelId="{D6329ACB-48CE-4F98-8567-CA2FC1AA607F}" type="presParOf" srcId="{52886DE3-71C8-4FA4-88F3-D5F14ED2FFC4}" destId="{41295D17-2205-4716-A918-3D4B137EE830}" srcOrd="1" destOrd="0" presId="urn:microsoft.com/office/officeart/2005/8/layout/hierarchy2"/>
    <dgm:cxn modelId="{06A0B33F-1E55-4CEE-8B64-9E39DBBE2111}" type="presParOf" srcId="{51392013-AB77-4E36-9568-D5864126CF23}" destId="{CE18940B-836C-4886-A892-24FCDE2B83DB}" srcOrd="8" destOrd="0" presId="urn:microsoft.com/office/officeart/2005/8/layout/hierarchy2"/>
    <dgm:cxn modelId="{EE02FC07-0AC9-44E3-B5DF-9362A4125EFA}" type="presParOf" srcId="{CE18940B-836C-4886-A892-24FCDE2B83DB}" destId="{D6D95919-C7B8-4787-9A83-095FA557C0A4}" srcOrd="0" destOrd="0" presId="urn:microsoft.com/office/officeart/2005/8/layout/hierarchy2"/>
    <dgm:cxn modelId="{5D730843-EFF7-4B77-8D45-E4E40CD84058}" type="presParOf" srcId="{51392013-AB77-4E36-9568-D5864126CF23}" destId="{D8EAD15B-8CB2-4672-AF2D-29046D30ED44}" srcOrd="9" destOrd="0" presId="urn:microsoft.com/office/officeart/2005/8/layout/hierarchy2"/>
    <dgm:cxn modelId="{6D7C119E-0D82-4ABC-9F08-A30B83E0B0F1}" type="presParOf" srcId="{D8EAD15B-8CB2-4672-AF2D-29046D30ED44}" destId="{ED128C1F-6474-4D5B-AF19-4A71174B5242}" srcOrd="0" destOrd="0" presId="urn:microsoft.com/office/officeart/2005/8/layout/hierarchy2"/>
    <dgm:cxn modelId="{97BF6FB4-6C9E-4F71-9393-48E6815EB09D}" type="presParOf" srcId="{D8EAD15B-8CB2-4672-AF2D-29046D30ED44}" destId="{0115094F-3A06-41A1-AD2D-372B102AC2C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774CD4-63B4-40B0-A100-9666C52ECDF5}">
      <dsp:nvSpPr>
        <dsp:cNvPr id="0" name=""/>
        <dsp:cNvSpPr/>
      </dsp:nvSpPr>
      <dsp:spPr>
        <a:xfrm>
          <a:off x="19035" y="1656182"/>
          <a:ext cx="1546148" cy="1078899"/>
        </a:xfrm>
        <a:prstGeom prst="roundRect">
          <a:avLst>
            <a:gd name="adj" fmla="val 10000"/>
          </a:avLst>
        </a:prstGeom>
        <a:solidFill>
          <a:schemeClr val="tx1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b="1" kern="1200" dirty="0">
              <a:solidFill>
                <a:schemeClr val="bg1"/>
              </a:solidFill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Čísla</a:t>
          </a:r>
          <a:endParaRPr lang="cs-CZ" sz="2300" kern="1200" dirty="0">
            <a:solidFill>
              <a:schemeClr val="bg1"/>
            </a:solidFill>
          </a:endParaRPr>
        </a:p>
      </dsp:txBody>
      <dsp:txXfrm>
        <a:off x="50635" y="1687782"/>
        <a:ext cx="1482948" cy="1015699"/>
      </dsp:txXfrm>
    </dsp:sp>
    <dsp:sp modelId="{F1AC2A13-10CD-4CE6-97A6-F2208703A7C4}">
      <dsp:nvSpPr>
        <dsp:cNvPr id="0" name=""/>
        <dsp:cNvSpPr/>
      </dsp:nvSpPr>
      <dsp:spPr>
        <a:xfrm rot="18392660">
          <a:off x="1190946" y="1432228"/>
          <a:ext cx="1850117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850117" y="202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/>
        </a:p>
      </dsp:txBody>
      <dsp:txXfrm>
        <a:off x="2069752" y="1406189"/>
        <a:ext cx="92505" cy="92505"/>
      </dsp:txXfrm>
    </dsp:sp>
    <dsp:sp modelId="{8874FD92-6C17-4049-9CB9-7DD55FD4DD1D}">
      <dsp:nvSpPr>
        <dsp:cNvPr id="0" name=""/>
        <dsp:cNvSpPr/>
      </dsp:nvSpPr>
      <dsp:spPr>
        <a:xfrm>
          <a:off x="2666826" y="360041"/>
          <a:ext cx="1644824" cy="6984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b="1" kern="1200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Celá čísla</a:t>
          </a:r>
          <a:endParaRPr lang="cs-CZ" sz="2300" b="1" kern="1200" dirty="0">
            <a:effectLst/>
            <a:latin typeface="+mn-lt"/>
          </a:endParaRPr>
        </a:p>
      </dsp:txBody>
      <dsp:txXfrm>
        <a:off x="2687282" y="380497"/>
        <a:ext cx="1603912" cy="657513"/>
      </dsp:txXfrm>
    </dsp:sp>
    <dsp:sp modelId="{3648B4F3-BF0B-4162-8796-B288049E8D1E}">
      <dsp:nvSpPr>
        <dsp:cNvPr id="0" name=""/>
        <dsp:cNvSpPr/>
      </dsp:nvSpPr>
      <dsp:spPr>
        <a:xfrm rot="20959094">
          <a:off x="4303768" y="604723"/>
          <a:ext cx="909783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909783" y="2021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4735916" y="602193"/>
        <a:ext cx="45489" cy="45489"/>
      </dsp:txXfrm>
    </dsp:sp>
    <dsp:sp modelId="{69609B4D-23C7-44A0-9655-D6F4D09A919C}">
      <dsp:nvSpPr>
        <dsp:cNvPr id="0" name=""/>
        <dsp:cNvSpPr/>
      </dsp:nvSpPr>
      <dsp:spPr>
        <a:xfrm>
          <a:off x="5205670" y="1172"/>
          <a:ext cx="2844776" cy="10788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b="1" kern="1200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Dvojkově dekadický tvar  </a:t>
          </a:r>
          <a:br>
            <a:rPr lang="cs-CZ" sz="2300" b="1" kern="1200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</a:br>
          <a:r>
            <a:rPr lang="cs-CZ" sz="2300" b="1" kern="1200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BCD</a:t>
          </a:r>
        </a:p>
      </dsp:txBody>
      <dsp:txXfrm>
        <a:off x="5237270" y="32772"/>
        <a:ext cx="2781576" cy="1015699"/>
      </dsp:txXfrm>
    </dsp:sp>
    <dsp:sp modelId="{ACD93F45-31AE-4271-86A7-992F54AF6B30}">
      <dsp:nvSpPr>
        <dsp:cNvPr id="0" name=""/>
        <dsp:cNvSpPr/>
      </dsp:nvSpPr>
      <dsp:spPr>
        <a:xfrm rot="3010530">
          <a:off x="4060686" y="1225090"/>
          <a:ext cx="1395948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395948" y="2021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4723762" y="1210406"/>
        <a:ext cx="69797" cy="69797"/>
      </dsp:txXfrm>
    </dsp:sp>
    <dsp:sp modelId="{49C5AE8E-4DB9-43C2-97C7-4567178A35C1}">
      <dsp:nvSpPr>
        <dsp:cNvPr id="0" name=""/>
        <dsp:cNvSpPr/>
      </dsp:nvSpPr>
      <dsp:spPr>
        <a:xfrm>
          <a:off x="5205670" y="1241906"/>
          <a:ext cx="2844776" cy="10788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b="1" kern="1200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Přímý kód</a:t>
          </a:r>
        </a:p>
      </dsp:txBody>
      <dsp:txXfrm>
        <a:off x="5237270" y="1273506"/>
        <a:ext cx="2781576" cy="1015699"/>
      </dsp:txXfrm>
    </dsp:sp>
    <dsp:sp modelId="{26AB2CF7-D266-455E-BD45-141E610563AE}">
      <dsp:nvSpPr>
        <dsp:cNvPr id="0" name=""/>
        <dsp:cNvSpPr/>
      </dsp:nvSpPr>
      <dsp:spPr>
        <a:xfrm rot="4131970">
          <a:off x="3518854" y="1845457"/>
          <a:ext cx="2479612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2479612" y="2021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900" kern="1200"/>
        </a:p>
      </dsp:txBody>
      <dsp:txXfrm>
        <a:off x="4696670" y="1803681"/>
        <a:ext cx="123980" cy="123980"/>
      </dsp:txXfrm>
    </dsp:sp>
    <dsp:sp modelId="{57DE5B69-DE6C-438C-91E6-E6AE18AB6612}">
      <dsp:nvSpPr>
        <dsp:cNvPr id="0" name=""/>
        <dsp:cNvSpPr/>
      </dsp:nvSpPr>
      <dsp:spPr>
        <a:xfrm>
          <a:off x="5205670" y="2482640"/>
          <a:ext cx="2844776" cy="10788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b="1" kern="1200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Přímý kód se znaménkovým bitem</a:t>
          </a:r>
        </a:p>
      </dsp:txBody>
      <dsp:txXfrm>
        <a:off x="5237270" y="2514240"/>
        <a:ext cx="2781576" cy="1015699"/>
      </dsp:txXfrm>
    </dsp:sp>
    <dsp:sp modelId="{CA2136AF-B91C-4CC3-93FA-9C367151F894}">
      <dsp:nvSpPr>
        <dsp:cNvPr id="0" name=""/>
        <dsp:cNvSpPr/>
      </dsp:nvSpPr>
      <dsp:spPr>
        <a:xfrm rot="4552704">
          <a:off x="2926508" y="2465824"/>
          <a:ext cx="3664304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3664304" y="2021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1300" kern="1200"/>
        </a:p>
      </dsp:txBody>
      <dsp:txXfrm>
        <a:off x="4667053" y="2394431"/>
        <a:ext cx="183215" cy="183215"/>
      </dsp:txXfrm>
    </dsp:sp>
    <dsp:sp modelId="{61AE0ED9-C81B-4BDA-B6AC-5A55C764D650}">
      <dsp:nvSpPr>
        <dsp:cNvPr id="0" name=""/>
        <dsp:cNvSpPr/>
      </dsp:nvSpPr>
      <dsp:spPr>
        <a:xfrm>
          <a:off x="5205670" y="3723374"/>
          <a:ext cx="2843999" cy="10788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b="1" kern="1200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Doplňkový kód</a:t>
          </a:r>
        </a:p>
      </dsp:txBody>
      <dsp:txXfrm>
        <a:off x="5237270" y="3754974"/>
        <a:ext cx="2780799" cy="1015699"/>
      </dsp:txXfrm>
    </dsp:sp>
    <dsp:sp modelId="{0BA31B79-5AB6-4570-AE2E-0F2675353456}">
      <dsp:nvSpPr>
        <dsp:cNvPr id="0" name=""/>
        <dsp:cNvSpPr/>
      </dsp:nvSpPr>
      <dsp:spPr>
        <a:xfrm rot="2899224">
          <a:off x="1279874" y="2811441"/>
          <a:ext cx="1703161" cy="40429"/>
        </a:xfrm>
        <a:custGeom>
          <a:avLst/>
          <a:gdLst/>
          <a:ahLst/>
          <a:cxnLst/>
          <a:rect l="0" t="0" r="0" b="0"/>
          <a:pathLst>
            <a:path>
              <a:moveTo>
                <a:pt x="0" y="20214"/>
              </a:moveTo>
              <a:lnTo>
                <a:pt x="1703161" y="2021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/>
        </a:p>
      </dsp:txBody>
      <dsp:txXfrm>
        <a:off x="2088876" y="2789077"/>
        <a:ext cx="85158" cy="85158"/>
      </dsp:txXfrm>
    </dsp:sp>
    <dsp:sp modelId="{6CAE0476-79A8-4191-8DCD-6026A7D05F1A}">
      <dsp:nvSpPr>
        <dsp:cNvPr id="0" name=""/>
        <dsp:cNvSpPr/>
      </dsp:nvSpPr>
      <dsp:spPr>
        <a:xfrm>
          <a:off x="2697726" y="2912770"/>
          <a:ext cx="1708803" cy="11098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300" b="1" kern="1200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Desetinná čísla</a:t>
          </a:r>
          <a:endParaRPr lang="cs-CZ" sz="2300" b="1" kern="1200" dirty="0">
            <a:effectLst/>
            <a:latin typeface="+mn-lt"/>
          </a:endParaRPr>
        </a:p>
      </dsp:txBody>
      <dsp:txXfrm>
        <a:off x="2730232" y="2945276"/>
        <a:ext cx="1643791" cy="10448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774CD4-63B4-40B0-A100-9666C52ECDF5}">
      <dsp:nvSpPr>
        <dsp:cNvPr id="0" name=""/>
        <dsp:cNvSpPr/>
      </dsp:nvSpPr>
      <dsp:spPr>
        <a:xfrm>
          <a:off x="0" y="1900372"/>
          <a:ext cx="1799995" cy="901645"/>
        </a:xfrm>
        <a:prstGeom prst="roundRect">
          <a:avLst>
            <a:gd name="adj" fmla="val 10000"/>
          </a:avLst>
        </a:prstGeom>
        <a:solidFill>
          <a:schemeClr val="tx1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solidFill>
                <a:schemeClr val="bg1"/>
              </a:solidFill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Datový typ</a:t>
          </a:r>
          <a:endParaRPr lang="cs-CZ" sz="2800" kern="1200" dirty="0">
            <a:solidFill>
              <a:schemeClr val="bg1"/>
            </a:solidFill>
          </a:endParaRPr>
        </a:p>
      </dsp:txBody>
      <dsp:txXfrm>
        <a:off x="26408" y="1926780"/>
        <a:ext cx="1747179" cy="848829"/>
      </dsp:txXfrm>
    </dsp:sp>
    <dsp:sp modelId="{F1AC2A13-10CD-4CE6-97A6-F2208703A7C4}">
      <dsp:nvSpPr>
        <dsp:cNvPr id="0" name=""/>
        <dsp:cNvSpPr/>
      </dsp:nvSpPr>
      <dsp:spPr>
        <a:xfrm rot="18947669">
          <a:off x="1599389" y="1833104"/>
          <a:ext cx="1416928" cy="48251"/>
        </a:xfrm>
        <a:custGeom>
          <a:avLst/>
          <a:gdLst/>
          <a:ahLst/>
          <a:cxnLst/>
          <a:rect l="0" t="0" r="0" b="0"/>
          <a:pathLst>
            <a:path>
              <a:moveTo>
                <a:pt x="0" y="24125"/>
              </a:moveTo>
              <a:lnTo>
                <a:pt x="1416928" y="2412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/>
        </a:p>
      </dsp:txBody>
      <dsp:txXfrm>
        <a:off x="2272430" y="1821807"/>
        <a:ext cx="70846" cy="70846"/>
      </dsp:txXfrm>
    </dsp:sp>
    <dsp:sp modelId="{8874FD92-6C17-4049-9CB9-7DD55FD4DD1D}">
      <dsp:nvSpPr>
        <dsp:cNvPr id="0" name=""/>
        <dsp:cNvSpPr/>
      </dsp:nvSpPr>
      <dsp:spPr>
        <a:xfrm>
          <a:off x="2815711" y="820298"/>
          <a:ext cx="1809884" cy="10859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Celočíselný typ</a:t>
          </a:r>
          <a:endParaRPr lang="cs-CZ" sz="2000" b="1" kern="1200" dirty="0">
            <a:effectLst/>
            <a:latin typeface="+mn-lt"/>
          </a:endParaRPr>
        </a:p>
      </dsp:txBody>
      <dsp:txXfrm>
        <a:off x="2847517" y="852104"/>
        <a:ext cx="1746272" cy="1022321"/>
      </dsp:txXfrm>
    </dsp:sp>
    <dsp:sp modelId="{3648B4F3-BF0B-4162-8796-B288049E8D1E}">
      <dsp:nvSpPr>
        <dsp:cNvPr id="0" name=""/>
        <dsp:cNvSpPr/>
      </dsp:nvSpPr>
      <dsp:spPr>
        <a:xfrm rot="20038740">
          <a:off x="4566432" y="1083088"/>
          <a:ext cx="1167315" cy="48251"/>
        </a:xfrm>
        <a:custGeom>
          <a:avLst/>
          <a:gdLst/>
          <a:ahLst/>
          <a:cxnLst/>
          <a:rect l="0" t="0" r="0" b="0"/>
          <a:pathLst>
            <a:path>
              <a:moveTo>
                <a:pt x="0" y="24125"/>
              </a:moveTo>
              <a:lnTo>
                <a:pt x="1167315" y="2412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/>
        </a:p>
      </dsp:txBody>
      <dsp:txXfrm>
        <a:off x="5120907" y="1078031"/>
        <a:ext cx="58365" cy="58365"/>
      </dsp:txXfrm>
    </dsp:sp>
    <dsp:sp modelId="{69609B4D-23C7-44A0-9655-D6F4D09A919C}">
      <dsp:nvSpPr>
        <dsp:cNvPr id="0" name=""/>
        <dsp:cNvSpPr/>
      </dsp:nvSpPr>
      <dsp:spPr>
        <a:xfrm>
          <a:off x="5674584" y="471083"/>
          <a:ext cx="2605415" cy="7601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Znaménkový typ</a:t>
          </a:r>
        </a:p>
      </dsp:txBody>
      <dsp:txXfrm>
        <a:off x="5696848" y="493347"/>
        <a:ext cx="2560887" cy="715631"/>
      </dsp:txXfrm>
    </dsp:sp>
    <dsp:sp modelId="{ACD93F45-31AE-4271-86A7-992F54AF6B30}">
      <dsp:nvSpPr>
        <dsp:cNvPr id="0" name=""/>
        <dsp:cNvSpPr/>
      </dsp:nvSpPr>
      <dsp:spPr>
        <a:xfrm rot="1394858">
          <a:off x="4579247" y="1564453"/>
          <a:ext cx="1141684" cy="48251"/>
        </a:xfrm>
        <a:custGeom>
          <a:avLst/>
          <a:gdLst/>
          <a:ahLst/>
          <a:cxnLst/>
          <a:rect l="0" t="0" r="0" b="0"/>
          <a:pathLst>
            <a:path>
              <a:moveTo>
                <a:pt x="0" y="24125"/>
              </a:moveTo>
              <a:lnTo>
                <a:pt x="1141684" y="2412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/>
        </a:p>
      </dsp:txBody>
      <dsp:txXfrm>
        <a:off x="5121547" y="1560037"/>
        <a:ext cx="57084" cy="57084"/>
      </dsp:txXfrm>
    </dsp:sp>
    <dsp:sp modelId="{49C5AE8E-4DB9-43C2-97C7-4567178A35C1}">
      <dsp:nvSpPr>
        <dsp:cNvPr id="0" name=""/>
        <dsp:cNvSpPr/>
      </dsp:nvSpPr>
      <dsp:spPr>
        <a:xfrm>
          <a:off x="5674584" y="1433815"/>
          <a:ext cx="2605415" cy="7601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Neznaménkový typ</a:t>
          </a:r>
        </a:p>
      </dsp:txBody>
      <dsp:txXfrm>
        <a:off x="5696848" y="1456079"/>
        <a:ext cx="2560887" cy="715631"/>
      </dsp:txXfrm>
    </dsp:sp>
    <dsp:sp modelId="{0BA31B79-5AB6-4570-AE2E-0F2675353456}">
      <dsp:nvSpPr>
        <dsp:cNvPr id="0" name=""/>
        <dsp:cNvSpPr/>
      </dsp:nvSpPr>
      <dsp:spPr>
        <a:xfrm rot="2651854">
          <a:off x="1596200" y="2828986"/>
          <a:ext cx="1439941" cy="48251"/>
        </a:xfrm>
        <a:custGeom>
          <a:avLst/>
          <a:gdLst/>
          <a:ahLst/>
          <a:cxnLst/>
          <a:rect l="0" t="0" r="0" b="0"/>
          <a:pathLst>
            <a:path>
              <a:moveTo>
                <a:pt x="0" y="24125"/>
              </a:moveTo>
              <a:lnTo>
                <a:pt x="1439941" y="24125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/>
        </a:p>
      </dsp:txBody>
      <dsp:txXfrm>
        <a:off x="2280172" y="2817113"/>
        <a:ext cx="71997" cy="71997"/>
      </dsp:txXfrm>
    </dsp:sp>
    <dsp:sp modelId="{6CAE0476-79A8-4191-8DCD-6026A7D05F1A}">
      <dsp:nvSpPr>
        <dsp:cNvPr id="0" name=""/>
        <dsp:cNvSpPr/>
      </dsp:nvSpPr>
      <dsp:spPr>
        <a:xfrm>
          <a:off x="2832347" y="2812062"/>
          <a:ext cx="1803291" cy="108593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Reálný typ</a:t>
          </a:r>
          <a:endParaRPr lang="cs-CZ" sz="2000" b="1" kern="1200" dirty="0">
            <a:effectLst/>
            <a:latin typeface="+mn-lt"/>
          </a:endParaRPr>
        </a:p>
      </dsp:txBody>
      <dsp:txXfrm>
        <a:off x="2864153" y="2843868"/>
        <a:ext cx="1739679" cy="1022321"/>
      </dsp:txXfrm>
    </dsp:sp>
    <dsp:sp modelId="{B568CD18-B7CB-4043-8A05-2E0722FA708F}">
      <dsp:nvSpPr>
        <dsp:cNvPr id="0" name=""/>
        <dsp:cNvSpPr/>
      </dsp:nvSpPr>
      <dsp:spPr>
        <a:xfrm rot="20110148">
          <a:off x="4583172" y="3092576"/>
          <a:ext cx="1135047" cy="48251"/>
        </a:xfrm>
        <a:custGeom>
          <a:avLst/>
          <a:gdLst/>
          <a:ahLst/>
          <a:cxnLst/>
          <a:rect l="0" t="0" r="0" b="0"/>
          <a:pathLst>
            <a:path>
              <a:moveTo>
                <a:pt x="0" y="24125"/>
              </a:moveTo>
              <a:lnTo>
                <a:pt x="1135047" y="2412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/>
        </a:p>
      </dsp:txBody>
      <dsp:txXfrm>
        <a:off x="5122320" y="3088326"/>
        <a:ext cx="56752" cy="56752"/>
      </dsp:txXfrm>
    </dsp:sp>
    <dsp:sp modelId="{B9704E99-60A7-4965-9B63-CFAE5DBEEB4D}">
      <dsp:nvSpPr>
        <dsp:cNvPr id="0" name=""/>
        <dsp:cNvSpPr/>
      </dsp:nvSpPr>
      <dsp:spPr>
        <a:xfrm>
          <a:off x="5665753" y="2498296"/>
          <a:ext cx="2605415" cy="7601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effectLst/>
              <a:latin typeface="+mn-lt"/>
            </a:rPr>
            <a:t>Jednoduchá přesnost</a:t>
          </a:r>
        </a:p>
      </dsp:txBody>
      <dsp:txXfrm>
        <a:off x="5688017" y="2520560"/>
        <a:ext cx="2560887" cy="715631"/>
      </dsp:txXfrm>
    </dsp:sp>
    <dsp:sp modelId="{EC033FAC-9992-4B55-81EB-70D4F8EE99E0}">
      <dsp:nvSpPr>
        <dsp:cNvPr id="0" name=""/>
        <dsp:cNvSpPr/>
      </dsp:nvSpPr>
      <dsp:spPr>
        <a:xfrm rot="1489852">
          <a:off x="4583172" y="3569229"/>
          <a:ext cx="1135047" cy="48251"/>
        </a:xfrm>
        <a:custGeom>
          <a:avLst/>
          <a:gdLst/>
          <a:ahLst/>
          <a:cxnLst/>
          <a:rect l="0" t="0" r="0" b="0"/>
          <a:pathLst>
            <a:path>
              <a:moveTo>
                <a:pt x="0" y="24125"/>
              </a:moveTo>
              <a:lnTo>
                <a:pt x="1135047" y="2412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/>
        </a:p>
      </dsp:txBody>
      <dsp:txXfrm>
        <a:off x="5122320" y="3564979"/>
        <a:ext cx="56752" cy="56752"/>
      </dsp:txXfrm>
    </dsp:sp>
    <dsp:sp modelId="{AAC43F52-D6C5-4DBE-ACBC-7E66602EE658}">
      <dsp:nvSpPr>
        <dsp:cNvPr id="0" name=""/>
        <dsp:cNvSpPr/>
      </dsp:nvSpPr>
      <dsp:spPr>
        <a:xfrm>
          <a:off x="5665753" y="3451602"/>
          <a:ext cx="2605415" cy="76015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effectLst/>
              <a:latin typeface="+mn-lt"/>
            </a:rPr>
            <a:t>Dvojitá přesnost</a:t>
          </a:r>
        </a:p>
      </dsp:txBody>
      <dsp:txXfrm>
        <a:off x="5688017" y="3473866"/>
        <a:ext cx="2560887" cy="7156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220FF7-3D96-490B-B522-7A0DE4AABED2}">
      <dsp:nvSpPr>
        <dsp:cNvPr id="0" name=""/>
        <dsp:cNvSpPr/>
      </dsp:nvSpPr>
      <dsp:spPr>
        <a:xfrm>
          <a:off x="503745" y="2414000"/>
          <a:ext cx="1953231" cy="623724"/>
        </a:xfrm>
        <a:prstGeom prst="roundRect">
          <a:avLst>
            <a:gd name="adj" fmla="val 10000"/>
          </a:avLst>
        </a:prstGeom>
        <a:solidFill>
          <a:schemeClr val="tx1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1" kern="1200">
              <a:solidFill>
                <a:schemeClr val="bg1"/>
              </a:solidFill>
              <a:latin typeface="+mn-lt"/>
            </a:rPr>
            <a:t>Programové struktury</a:t>
          </a:r>
          <a:endParaRPr lang="cs-CZ" sz="1900" b="1" kern="1200" dirty="0">
            <a:solidFill>
              <a:schemeClr val="bg1"/>
            </a:solidFill>
            <a:latin typeface="+mn-lt"/>
          </a:endParaRPr>
        </a:p>
      </dsp:txBody>
      <dsp:txXfrm>
        <a:off x="522013" y="2432268"/>
        <a:ext cx="1916695" cy="587188"/>
      </dsp:txXfrm>
    </dsp:sp>
    <dsp:sp modelId="{6AB6F5ED-0D40-48C3-B701-B2249C4F0BE5}">
      <dsp:nvSpPr>
        <dsp:cNvPr id="0" name=""/>
        <dsp:cNvSpPr/>
      </dsp:nvSpPr>
      <dsp:spPr>
        <a:xfrm rot="17451157">
          <a:off x="1996679" y="2046586"/>
          <a:ext cx="1429415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429415" y="1138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2675651" y="2022233"/>
        <a:ext cx="71470" cy="71470"/>
      </dsp:txXfrm>
    </dsp:sp>
    <dsp:sp modelId="{CAF2ED2D-3563-479B-ACAC-A29FF290E63A}">
      <dsp:nvSpPr>
        <dsp:cNvPr id="0" name=""/>
        <dsp:cNvSpPr/>
      </dsp:nvSpPr>
      <dsp:spPr>
        <a:xfrm>
          <a:off x="2965798" y="1078212"/>
          <a:ext cx="1247449" cy="6237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>
              <a:latin typeface="+mn-lt"/>
              <a:sym typeface="Wingdings"/>
            </a:rPr>
            <a:t>Větvení</a:t>
          </a:r>
          <a:endParaRPr lang="cs-CZ" sz="1900" kern="1200" dirty="0">
            <a:latin typeface="+mn-lt"/>
          </a:endParaRPr>
        </a:p>
      </dsp:txBody>
      <dsp:txXfrm>
        <a:off x="2984066" y="1096480"/>
        <a:ext cx="1210913" cy="587188"/>
      </dsp:txXfrm>
    </dsp:sp>
    <dsp:sp modelId="{75938E59-11F1-4EF4-A8E4-E37C909A2E12}">
      <dsp:nvSpPr>
        <dsp:cNvPr id="0" name=""/>
        <dsp:cNvSpPr/>
      </dsp:nvSpPr>
      <dsp:spPr>
        <a:xfrm rot="18516281">
          <a:off x="3954370" y="840730"/>
          <a:ext cx="1376797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376797" y="1138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4608349" y="817692"/>
        <a:ext cx="68839" cy="68839"/>
      </dsp:txXfrm>
    </dsp:sp>
    <dsp:sp modelId="{095D3F1C-9372-45C4-9C38-4BE4FAC35A1A}">
      <dsp:nvSpPr>
        <dsp:cNvPr id="0" name=""/>
        <dsp:cNvSpPr/>
      </dsp:nvSpPr>
      <dsp:spPr>
        <a:xfrm>
          <a:off x="5072290" y="2287"/>
          <a:ext cx="2154057" cy="6237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1" kern="1200" dirty="0">
              <a:latin typeface="Consolas" panose="020B0609020204030204" pitchFamily="49" charset="0"/>
              <a:cs typeface="Consolas" panose="020B0609020204030204" pitchFamily="49" charset="0"/>
              <a:hlinkClick xmlns:r="http://schemas.openxmlformats.org/officeDocument/2006/relationships" r:id="" action="ppaction://hlinksldjump"/>
            </a:rPr>
            <a:t>IF</a:t>
          </a:r>
          <a:endParaRPr lang="cs-CZ" sz="1900" b="1" kern="1200" dirty="0">
            <a:latin typeface="Consolas" panose="020B0609020204030204" pitchFamily="49" charset="0"/>
            <a:cs typeface="Consolas" panose="020B0609020204030204" pitchFamily="49" charset="0"/>
          </a:endParaRPr>
        </a:p>
      </dsp:txBody>
      <dsp:txXfrm>
        <a:off x="5090558" y="20555"/>
        <a:ext cx="2117521" cy="587188"/>
      </dsp:txXfrm>
    </dsp:sp>
    <dsp:sp modelId="{42928B5E-2301-4649-BC83-B4FEEDBC34DD}">
      <dsp:nvSpPr>
        <dsp:cNvPr id="0" name=""/>
        <dsp:cNvSpPr/>
      </dsp:nvSpPr>
      <dsp:spPr>
        <a:xfrm rot="20240398">
          <a:off x="4177317" y="1199372"/>
          <a:ext cx="930902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930902" y="1138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4619496" y="1187481"/>
        <a:ext cx="46545" cy="46545"/>
      </dsp:txXfrm>
    </dsp:sp>
    <dsp:sp modelId="{29B48653-A890-4A0E-8275-568968BE1F56}">
      <dsp:nvSpPr>
        <dsp:cNvPr id="0" name=""/>
        <dsp:cNvSpPr/>
      </dsp:nvSpPr>
      <dsp:spPr>
        <a:xfrm>
          <a:off x="5072290" y="719571"/>
          <a:ext cx="2154057" cy="6237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1" kern="1200" dirty="0">
              <a:latin typeface="Consolas" panose="020B0609020204030204" pitchFamily="49" charset="0"/>
              <a:cs typeface="Consolas" panose="020B0609020204030204" pitchFamily="49" charset="0"/>
              <a:hlinkClick xmlns:r="http://schemas.openxmlformats.org/officeDocument/2006/relationships" r:id="" action="ppaction://hlinksldjump"/>
            </a:rPr>
            <a:t>IF-ELSE</a:t>
          </a:r>
          <a:endParaRPr lang="cs-CZ" sz="1900" b="1" kern="1200" dirty="0">
            <a:latin typeface="Consolas" panose="020B0609020204030204" pitchFamily="49" charset="0"/>
            <a:cs typeface="Consolas" panose="020B0609020204030204" pitchFamily="49" charset="0"/>
          </a:endParaRPr>
        </a:p>
      </dsp:txBody>
      <dsp:txXfrm>
        <a:off x="5090558" y="737839"/>
        <a:ext cx="2117521" cy="587188"/>
      </dsp:txXfrm>
    </dsp:sp>
    <dsp:sp modelId="{A2323A1A-4DF9-4F18-B71E-A10C1C3F72AE}">
      <dsp:nvSpPr>
        <dsp:cNvPr id="0" name=""/>
        <dsp:cNvSpPr/>
      </dsp:nvSpPr>
      <dsp:spPr>
        <a:xfrm rot="1359602">
          <a:off x="4177317" y="1558014"/>
          <a:ext cx="930902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930902" y="1138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4619496" y="1546123"/>
        <a:ext cx="46545" cy="46545"/>
      </dsp:txXfrm>
    </dsp:sp>
    <dsp:sp modelId="{3059DBC9-A264-4C89-9093-5F98A97860A5}">
      <dsp:nvSpPr>
        <dsp:cNvPr id="0" name=""/>
        <dsp:cNvSpPr/>
      </dsp:nvSpPr>
      <dsp:spPr>
        <a:xfrm>
          <a:off x="5072290" y="1436854"/>
          <a:ext cx="2154057" cy="6237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1" kern="1200" dirty="0">
              <a:latin typeface="Consolas" panose="020B0609020204030204" pitchFamily="49" charset="0"/>
              <a:cs typeface="Consolas" panose="020B0609020204030204" pitchFamily="49" charset="0"/>
              <a:hlinkClick xmlns:r="http://schemas.openxmlformats.org/officeDocument/2006/relationships" r:id="" action="ppaction://hlinksldjump"/>
            </a:rPr>
            <a:t>IF-ELSE </a:t>
          </a:r>
          <a:r>
            <a:rPr lang="cs-CZ" sz="1900" b="1" kern="1200" dirty="0" err="1">
              <a:latin typeface="Consolas" panose="020B0609020204030204" pitchFamily="49" charset="0"/>
              <a:cs typeface="Consolas" panose="020B0609020204030204" pitchFamily="49" charset="0"/>
              <a:hlinkClick xmlns:r="http://schemas.openxmlformats.org/officeDocument/2006/relationships" r:id="" action="ppaction://hlinksldjump"/>
            </a:rPr>
            <a:t>IF-ELSE</a:t>
          </a:r>
          <a:endParaRPr lang="cs-CZ" sz="1900" b="1" kern="1200" dirty="0">
            <a:latin typeface="Consolas" panose="020B0609020204030204" pitchFamily="49" charset="0"/>
            <a:cs typeface="Consolas" panose="020B0609020204030204" pitchFamily="49" charset="0"/>
          </a:endParaRPr>
        </a:p>
      </dsp:txBody>
      <dsp:txXfrm>
        <a:off x="5090558" y="1455122"/>
        <a:ext cx="2117521" cy="587188"/>
      </dsp:txXfrm>
    </dsp:sp>
    <dsp:sp modelId="{8E9A406D-26AF-450C-9616-180BD447B382}">
      <dsp:nvSpPr>
        <dsp:cNvPr id="0" name=""/>
        <dsp:cNvSpPr/>
      </dsp:nvSpPr>
      <dsp:spPr>
        <a:xfrm rot="3083719">
          <a:off x="3954370" y="1916655"/>
          <a:ext cx="1376797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376797" y="1138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4608349" y="1893617"/>
        <a:ext cx="68839" cy="68839"/>
      </dsp:txXfrm>
    </dsp:sp>
    <dsp:sp modelId="{557B924C-313E-4A99-A516-D5611658C53E}">
      <dsp:nvSpPr>
        <dsp:cNvPr id="0" name=""/>
        <dsp:cNvSpPr/>
      </dsp:nvSpPr>
      <dsp:spPr>
        <a:xfrm>
          <a:off x="5072290" y="2154137"/>
          <a:ext cx="2144577" cy="6237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1" kern="1200" dirty="0">
              <a:latin typeface="Consolas" panose="020B0609020204030204" pitchFamily="49" charset="0"/>
              <a:cs typeface="Consolas" panose="020B0609020204030204" pitchFamily="49" charset="0"/>
            </a:rPr>
            <a:t>SWITCH</a:t>
          </a:r>
        </a:p>
      </dsp:txBody>
      <dsp:txXfrm>
        <a:off x="5090558" y="2172405"/>
        <a:ext cx="2108041" cy="587188"/>
      </dsp:txXfrm>
    </dsp:sp>
    <dsp:sp modelId="{8590E84C-9885-4CFB-860F-862EB9409AB1}">
      <dsp:nvSpPr>
        <dsp:cNvPr id="0" name=""/>
        <dsp:cNvSpPr/>
      </dsp:nvSpPr>
      <dsp:spPr>
        <a:xfrm rot="3994812">
          <a:off x="2071303" y="3301832"/>
          <a:ext cx="1280167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280167" y="1138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2679382" y="3281210"/>
        <a:ext cx="64008" cy="64008"/>
      </dsp:txXfrm>
    </dsp:sp>
    <dsp:sp modelId="{9B3A5BC5-E81D-4B6D-A712-A687BFE6DB4A}">
      <dsp:nvSpPr>
        <dsp:cNvPr id="0" name=""/>
        <dsp:cNvSpPr/>
      </dsp:nvSpPr>
      <dsp:spPr>
        <a:xfrm>
          <a:off x="2965798" y="3588704"/>
          <a:ext cx="1247449" cy="6237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kern="1200" dirty="0">
              <a:latin typeface="+mn-lt"/>
            </a:rPr>
            <a:t>Cyklus</a:t>
          </a:r>
        </a:p>
      </dsp:txBody>
      <dsp:txXfrm>
        <a:off x="2984066" y="3606972"/>
        <a:ext cx="1210913" cy="587188"/>
      </dsp:txXfrm>
    </dsp:sp>
    <dsp:sp modelId="{779F47C0-2C7D-4F14-8331-D9F890C633E1}">
      <dsp:nvSpPr>
        <dsp:cNvPr id="0" name=""/>
        <dsp:cNvSpPr/>
      </dsp:nvSpPr>
      <dsp:spPr>
        <a:xfrm rot="19208329">
          <a:off x="4083204" y="3530543"/>
          <a:ext cx="1119129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119129" y="1138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4614790" y="3513946"/>
        <a:ext cx="55956" cy="55956"/>
      </dsp:txXfrm>
    </dsp:sp>
    <dsp:sp modelId="{88D93B9A-DFDF-46A1-93B3-03CD363EDB8C}">
      <dsp:nvSpPr>
        <dsp:cNvPr id="0" name=""/>
        <dsp:cNvSpPr/>
      </dsp:nvSpPr>
      <dsp:spPr>
        <a:xfrm>
          <a:off x="5072290" y="2871420"/>
          <a:ext cx="2154057" cy="6237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1" kern="1200" dirty="0">
              <a:latin typeface="Consolas" panose="020B0609020204030204" pitchFamily="49" charset="0"/>
              <a:cs typeface="Consolas" panose="020B0609020204030204" pitchFamily="49" charset="0"/>
              <a:hlinkClick xmlns:r="http://schemas.openxmlformats.org/officeDocument/2006/relationships" r:id="" action="ppaction://hlinksldjump"/>
            </a:rPr>
            <a:t>FOR</a:t>
          </a:r>
          <a:endParaRPr lang="cs-CZ" sz="1900" b="1" kern="1200" dirty="0">
            <a:latin typeface="Consolas" panose="020B0609020204030204" pitchFamily="49" charset="0"/>
            <a:cs typeface="Consolas" panose="020B0609020204030204" pitchFamily="49" charset="0"/>
          </a:endParaRPr>
        </a:p>
      </dsp:txBody>
      <dsp:txXfrm>
        <a:off x="5090558" y="2889688"/>
        <a:ext cx="2117521" cy="587188"/>
      </dsp:txXfrm>
    </dsp:sp>
    <dsp:sp modelId="{F3D70C17-7215-4156-9FB0-4AAB28F61B24}">
      <dsp:nvSpPr>
        <dsp:cNvPr id="0" name=""/>
        <dsp:cNvSpPr/>
      </dsp:nvSpPr>
      <dsp:spPr>
        <a:xfrm>
          <a:off x="4213247" y="3889184"/>
          <a:ext cx="859043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859043" y="1138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4621293" y="3879090"/>
        <a:ext cx="42952" cy="42952"/>
      </dsp:txXfrm>
    </dsp:sp>
    <dsp:sp modelId="{682F9636-A21A-4D80-8018-8F9CB9BB26EF}">
      <dsp:nvSpPr>
        <dsp:cNvPr id="0" name=""/>
        <dsp:cNvSpPr/>
      </dsp:nvSpPr>
      <dsp:spPr>
        <a:xfrm>
          <a:off x="5072290" y="3588704"/>
          <a:ext cx="2154057" cy="6237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1" kern="1200" dirty="0">
              <a:latin typeface="Consolas" panose="020B0609020204030204" pitchFamily="49" charset="0"/>
              <a:cs typeface="Consolas" panose="020B0609020204030204" pitchFamily="49" charset="0"/>
              <a:hlinkClick xmlns:r="http://schemas.openxmlformats.org/officeDocument/2006/relationships" r:id="" action="ppaction://hlinksldjump"/>
            </a:rPr>
            <a:t>WHILE</a:t>
          </a:r>
          <a:endParaRPr lang="cs-CZ" sz="1900" b="1" kern="1200" dirty="0">
            <a:latin typeface="Consolas" panose="020B0609020204030204" pitchFamily="49" charset="0"/>
            <a:cs typeface="Consolas" panose="020B0609020204030204" pitchFamily="49" charset="0"/>
          </a:endParaRPr>
        </a:p>
      </dsp:txBody>
      <dsp:txXfrm>
        <a:off x="5090558" y="3606972"/>
        <a:ext cx="2117521" cy="587188"/>
      </dsp:txXfrm>
    </dsp:sp>
    <dsp:sp modelId="{B32457AE-9B61-43F0-8862-BCBA5BAE9AA2}">
      <dsp:nvSpPr>
        <dsp:cNvPr id="0" name=""/>
        <dsp:cNvSpPr/>
      </dsp:nvSpPr>
      <dsp:spPr>
        <a:xfrm rot="2391671">
          <a:off x="4083204" y="4247826"/>
          <a:ext cx="1119129" cy="22763"/>
        </a:xfrm>
        <a:custGeom>
          <a:avLst/>
          <a:gdLst/>
          <a:ahLst/>
          <a:cxnLst/>
          <a:rect l="0" t="0" r="0" b="0"/>
          <a:pathLst>
            <a:path>
              <a:moveTo>
                <a:pt x="0" y="11381"/>
              </a:moveTo>
              <a:lnTo>
                <a:pt x="1119129" y="1138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500" kern="1200"/>
        </a:p>
      </dsp:txBody>
      <dsp:txXfrm>
        <a:off x="4614790" y="4231230"/>
        <a:ext cx="55956" cy="55956"/>
      </dsp:txXfrm>
    </dsp:sp>
    <dsp:sp modelId="{F8848214-5A91-4AEF-B461-182672F820F0}">
      <dsp:nvSpPr>
        <dsp:cNvPr id="0" name=""/>
        <dsp:cNvSpPr/>
      </dsp:nvSpPr>
      <dsp:spPr>
        <a:xfrm>
          <a:off x="5072290" y="4305987"/>
          <a:ext cx="2154057" cy="62372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900" b="1" kern="1200" dirty="0">
              <a:latin typeface="Consolas" panose="020B0609020204030204" pitchFamily="49" charset="0"/>
              <a:cs typeface="Consolas" panose="020B0609020204030204" pitchFamily="49" charset="0"/>
            </a:rPr>
            <a:t>DO-WHILE</a:t>
          </a:r>
        </a:p>
      </dsp:txBody>
      <dsp:txXfrm>
        <a:off x="5090558" y="4324255"/>
        <a:ext cx="2117521" cy="5871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774CD4-63B4-40B0-A100-9666C52ECDF5}">
      <dsp:nvSpPr>
        <dsp:cNvPr id="0" name=""/>
        <dsp:cNvSpPr/>
      </dsp:nvSpPr>
      <dsp:spPr>
        <a:xfrm>
          <a:off x="186722" y="1846534"/>
          <a:ext cx="2864769" cy="1101833"/>
        </a:xfrm>
        <a:prstGeom prst="roundRect">
          <a:avLst>
            <a:gd name="adj" fmla="val 10000"/>
          </a:avLst>
        </a:prstGeom>
        <a:solidFill>
          <a:schemeClr val="tx1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800" b="1" kern="1200" dirty="0">
              <a:solidFill>
                <a:schemeClr val="bg1"/>
              </a:solidFill>
              <a:effectLst/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Operátory</a:t>
          </a:r>
          <a:endParaRPr lang="cs-CZ" sz="2800" kern="1200" dirty="0">
            <a:solidFill>
              <a:schemeClr val="bg1"/>
            </a:solidFill>
          </a:endParaRPr>
        </a:p>
      </dsp:txBody>
      <dsp:txXfrm>
        <a:off x="218994" y="1878806"/>
        <a:ext cx="2800225" cy="1037289"/>
      </dsp:txXfrm>
    </dsp:sp>
    <dsp:sp modelId="{F1AC2A13-10CD-4CE6-97A6-F2208703A7C4}">
      <dsp:nvSpPr>
        <dsp:cNvPr id="0" name=""/>
        <dsp:cNvSpPr/>
      </dsp:nvSpPr>
      <dsp:spPr>
        <a:xfrm rot="18531481">
          <a:off x="2577916" y="1391294"/>
          <a:ext cx="2541958" cy="32882"/>
        </a:xfrm>
        <a:custGeom>
          <a:avLst/>
          <a:gdLst/>
          <a:ahLst/>
          <a:cxnLst/>
          <a:rect l="0" t="0" r="0" b="0"/>
          <a:pathLst>
            <a:path>
              <a:moveTo>
                <a:pt x="0" y="16441"/>
              </a:moveTo>
              <a:lnTo>
                <a:pt x="2541958" y="1644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2000" kern="1200"/>
        </a:p>
      </dsp:txBody>
      <dsp:txXfrm>
        <a:off x="3785346" y="1344187"/>
        <a:ext cx="127097" cy="127097"/>
      </dsp:txXfrm>
    </dsp:sp>
    <dsp:sp modelId="{8874FD92-6C17-4049-9CB9-7DD55FD4DD1D}">
      <dsp:nvSpPr>
        <dsp:cNvPr id="0" name=""/>
        <dsp:cNvSpPr/>
      </dsp:nvSpPr>
      <dsp:spPr>
        <a:xfrm>
          <a:off x="4646298" y="0"/>
          <a:ext cx="2539501" cy="83604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latin typeface="Verdana" pitchFamily="34" charset="0"/>
            </a:rPr>
            <a:t>Aritmetické</a:t>
          </a:r>
          <a:endParaRPr lang="cs-CZ" sz="2000" b="1" kern="1200" dirty="0">
            <a:effectLst/>
            <a:latin typeface="+mn-lt"/>
          </a:endParaRPr>
        </a:p>
      </dsp:txBody>
      <dsp:txXfrm>
        <a:off x="4670785" y="24487"/>
        <a:ext cx="2490527" cy="787067"/>
      </dsp:txXfrm>
    </dsp:sp>
    <dsp:sp modelId="{CC4EA85C-1B90-40B2-9C71-D39D0D1D88E3}">
      <dsp:nvSpPr>
        <dsp:cNvPr id="0" name=""/>
        <dsp:cNvSpPr/>
      </dsp:nvSpPr>
      <dsp:spPr>
        <a:xfrm rot="19697890">
          <a:off x="2910644" y="1884946"/>
          <a:ext cx="1887973" cy="32882"/>
        </a:xfrm>
        <a:custGeom>
          <a:avLst/>
          <a:gdLst/>
          <a:ahLst/>
          <a:cxnLst/>
          <a:rect l="0" t="0" r="0" b="0"/>
          <a:pathLst>
            <a:path>
              <a:moveTo>
                <a:pt x="0" y="16441"/>
              </a:moveTo>
              <a:lnTo>
                <a:pt x="1887973" y="1644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/>
        </a:p>
      </dsp:txBody>
      <dsp:txXfrm>
        <a:off x="3807431" y="1854188"/>
        <a:ext cx="94398" cy="94398"/>
      </dsp:txXfrm>
    </dsp:sp>
    <dsp:sp modelId="{EFE6470B-0840-4C1C-801E-B4D194CA387A}">
      <dsp:nvSpPr>
        <dsp:cNvPr id="0" name=""/>
        <dsp:cNvSpPr/>
      </dsp:nvSpPr>
      <dsp:spPr>
        <a:xfrm>
          <a:off x="4657769" y="971597"/>
          <a:ext cx="2539501" cy="86745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>
              <a:latin typeface="Verdana" pitchFamily="34" charset="0"/>
            </a:rPr>
            <a:t>Relační</a:t>
          </a:r>
          <a:endParaRPr lang="cs-CZ" sz="2000" b="1" kern="1200" dirty="0">
            <a:latin typeface="Verdana" pitchFamily="34" charset="0"/>
          </a:endParaRPr>
        </a:p>
      </dsp:txBody>
      <dsp:txXfrm>
        <a:off x="4683176" y="997004"/>
        <a:ext cx="2488687" cy="816639"/>
      </dsp:txXfrm>
    </dsp:sp>
    <dsp:sp modelId="{F3937D7F-6DA9-4464-908E-1FB8DB7AB075}">
      <dsp:nvSpPr>
        <dsp:cNvPr id="0" name=""/>
        <dsp:cNvSpPr/>
      </dsp:nvSpPr>
      <dsp:spPr>
        <a:xfrm rot="21158">
          <a:off x="3051477" y="2385953"/>
          <a:ext cx="1606307" cy="32882"/>
        </a:xfrm>
        <a:custGeom>
          <a:avLst/>
          <a:gdLst/>
          <a:ahLst/>
          <a:cxnLst/>
          <a:rect l="0" t="0" r="0" b="0"/>
          <a:pathLst>
            <a:path>
              <a:moveTo>
                <a:pt x="0" y="16441"/>
              </a:moveTo>
              <a:lnTo>
                <a:pt x="1606307" y="1644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600" kern="1200"/>
        </a:p>
      </dsp:txBody>
      <dsp:txXfrm>
        <a:off x="3814473" y="2362237"/>
        <a:ext cx="80315" cy="80315"/>
      </dsp:txXfrm>
    </dsp:sp>
    <dsp:sp modelId="{50780C4D-6F45-4B0D-9A23-E1A273D47863}">
      <dsp:nvSpPr>
        <dsp:cNvPr id="0" name=""/>
        <dsp:cNvSpPr/>
      </dsp:nvSpPr>
      <dsp:spPr>
        <a:xfrm>
          <a:off x="4657769" y="1972226"/>
          <a:ext cx="2539501" cy="8702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>
              <a:latin typeface="Verdana" pitchFamily="34" charset="0"/>
            </a:rPr>
            <a:t>Logické</a:t>
          </a:r>
          <a:endParaRPr lang="cs-CZ" sz="2000" b="1" kern="1200" dirty="0">
            <a:latin typeface="Verdana" pitchFamily="34" charset="0"/>
          </a:endParaRPr>
        </a:p>
      </dsp:txBody>
      <dsp:txXfrm>
        <a:off x="4683257" y="1997714"/>
        <a:ext cx="2488525" cy="819247"/>
      </dsp:txXfrm>
    </dsp:sp>
    <dsp:sp modelId="{1B633E17-1185-487B-84A1-51E9777CC603}">
      <dsp:nvSpPr>
        <dsp:cNvPr id="0" name=""/>
        <dsp:cNvSpPr/>
      </dsp:nvSpPr>
      <dsp:spPr>
        <a:xfrm rot="1936827">
          <a:off x="2904670" y="2888349"/>
          <a:ext cx="1899920" cy="32882"/>
        </a:xfrm>
        <a:custGeom>
          <a:avLst/>
          <a:gdLst/>
          <a:ahLst/>
          <a:cxnLst/>
          <a:rect l="0" t="0" r="0" b="0"/>
          <a:pathLst>
            <a:path>
              <a:moveTo>
                <a:pt x="0" y="16441"/>
              </a:moveTo>
              <a:lnTo>
                <a:pt x="1899920" y="1644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700" kern="1200"/>
        </a:p>
      </dsp:txBody>
      <dsp:txXfrm>
        <a:off x="3807133" y="2857293"/>
        <a:ext cx="94996" cy="94996"/>
      </dsp:txXfrm>
    </dsp:sp>
    <dsp:sp modelId="{6EBF1FB0-26DC-4AC3-88A9-AE4C81EBD9B1}">
      <dsp:nvSpPr>
        <dsp:cNvPr id="0" name=""/>
        <dsp:cNvSpPr/>
      </dsp:nvSpPr>
      <dsp:spPr>
        <a:xfrm>
          <a:off x="4657769" y="2975625"/>
          <a:ext cx="2539501" cy="8730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u="none" kern="1200" dirty="0">
              <a:solidFill>
                <a:schemeClr val="tx1"/>
              </a:solidFill>
              <a:latin typeface="Verdana" pitchFamily="34" charset="0"/>
              <a:hlinkClick xmlns:r="http://schemas.openxmlformats.org/officeDocument/2006/relationships" r:id="" action="ppaction://hlinksldjump"/>
            </a:rPr>
            <a:t>Bitové</a:t>
          </a:r>
          <a:endParaRPr lang="cs-CZ" sz="2000" b="1" u="none" kern="1200" dirty="0">
            <a:solidFill>
              <a:schemeClr val="tx1"/>
            </a:solidFill>
            <a:latin typeface="Verdana" pitchFamily="34" charset="0"/>
          </a:endParaRPr>
        </a:p>
      </dsp:txBody>
      <dsp:txXfrm>
        <a:off x="4683339" y="3001195"/>
        <a:ext cx="2488361" cy="821871"/>
      </dsp:txXfrm>
    </dsp:sp>
    <dsp:sp modelId="{CE18940B-836C-4886-A892-24FCDE2B83DB}">
      <dsp:nvSpPr>
        <dsp:cNvPr id="0" name=""/>
        <dsp:cNvSpPr/>
      </dsp:nvSpPr>
      <dsp:spPr>
        <a:xfrm rot="3092401">
          <a:off x="2563344" y="3392142"/>
          <a:ext cx="2582572" cy="32882"/>
        </a:xfrm>
        <a:custGeom>
          <a:avLst/>
          <a:gdLst/>
          <a:ahLst/>
          <a:cxnLst/>
          <a:rect l="0" t="0" r="0" b="0"/>
          <a:pathLst>
            <a:path>
              <a:moveTo>
                <a:pt x="0" y="16441"/>
              </a:moveTo>
              <a:lnTo>
                <a:pt x="2582572" y="1644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cs-CZ" sz="900" kern="1200"/>
        </a:p>
      </dsp:txBody>
      <dsp:txXfrm>
        <a:off x="3790066" y="3344019"/>
        <a:ext cx="129128" cy="129128"/>
      </dsp:txXfrm>
    </dsp:sp>
    <dsp:sp modelId="{ED128C1F-6474-4D5B-AF19-4A71174B5242}">
      <dsp:nvSpPr>
        <dsp:cNvPr id="0" name=""/>
        <dsp:cNvSpPr/>
      </dsp:nvSpPr>
      <dsp:spPr>
        <a:xfrm>
          <a:off x="4657769" y="3981812"/>
          <a:ext cx="2530285" cy="87580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b="1" kern="1200" dirty="0">
              <a:latin typeface="Verdana" pitchFamily="34" charset="0"/>
            </a:rPr>
            <a:t>Přiřazovací</a:t>
          </a:r>
        </a:p>
      </dsp:txBody>
      <dsp:txXfrm>
        <a:off x="4683421" y="4007464"/>
        <a:ext cx="2478981" cy="8245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2588" cy="493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cs-CZ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1113" y="0"/>
            <a:ext cx="2922587" cy="4937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cs-CZ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4188"/>
            <a:ext cx="2922588" cy="493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cs-CZ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1113" y="9374188"/>
            <a:ext cx="2922587" cy="4937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B789FC14-9522-4CF0-9A65-5F024E367975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04928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cs-CZ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19525" y="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endParaRPr lang="cs-CZ"/>
          </a:p>
        </p:txBody>
      </p:sp>
      <p:sp>
        <p:nvSpPr>
          <p:cNvPr id="135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75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5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687888"/>
            <a:ext cx="5394325" cy="444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35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/>
            </a:lvl1pPr>
          </a:lstStyle>
          <a:p>
            <a:endParaRPr lang="cs-CZ"/>
          </a:p>
        </p:txBody>
      </p:sp>
      <p:sp>
        <p:nvSpPr>
          <p:cNvPr id="135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19525" y="9372600"/>
            <a:ext cx="292258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fld id="{5F85057A-F1F2-483B-BD27-BE54DAB18A85}" type="slidenum">
              <a:rPr lang="cs-CZ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95546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95EEAFF5-42F6-48E8-8B2A-FBA7A2EC0999}" type="slidenum">
              <a:rPr lang="cs-CZ" sz="1200" kern="1200">
                <a:solidFill>
                  <a:prstClr val="black"/>
                </a:solidFill>
                <a:latin typeface="Times New Roman" pitchFamily="18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cs-CZ" sz="1200" kern="1200" dirty="0">
              <a:solidFill>
                <a:prstClr val="black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F47E2342-14F7-425B-93D2-D06753AC8677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cs-CZ" dirty="0">
              <a:solidFill>
                <a:prstClr val="black"/>
              </a:solidFill>
            </a:endParaRPr>
          </a:p>
        </p:txBody>
      </p:sp>
      <p:sp>
        <p:nvSpPr>
          <p:cNvPr id="273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3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0F6ACE72-45B9-46EB-9812-BE6DEFC3F096}" type="slidenum">
              <a:rPr lang="cs-CZ">
                <a:solidFill>
                  <a:prstClr val="black"/>
                </a:solidFill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cs-CZ" dirty="0">
              <a:solidFill>
                <a:prstClr val="black"/>
              </a:solidFill>
            </a:endParaRPr>
          </a:p>
        </p:txBody>
      </p:sp>
      <p:sp>
        <p:nvSpPr>
          <p:cNvPr id="274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EF345F-C42D-4BFB-832D-7718F492B793}" type="slidenum">
              <a:rPr lang="cs-CZ"/>
              <a:pPr/>
              <a:t>4</a:t>
            </a:fld>
            <a:endParaRPr lang="cs-CZ" dirty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415192-1EC6-44ED-96DF-1592854C7C07}" type="slidenum">
              <a:rPr lang="cs-CZ"/>
              <a:pPr/>
              <a:t>5</a:t>
            </a:fld>
            <a:endParaRPr lang="cs-CZ" dirty="0"/>
          </a:p>
        </p:txBody>
      </p:sp>
      <p:sp>
        <p:nvSpPr>
          <p:cNvPr id="200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6</a:t>
            </a:fld>
            <a:endParaRPr lang="cs-CZ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528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7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8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9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10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11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12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13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14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15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16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17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18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19</a:t>
            </a:fld>
            <a:endParaRPr lang="cs-CZ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5955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20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21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22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23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9824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24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25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26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5B27F3-8AFC-496C-ABA9-6FFA85338247}" type="slidenum">
              <a:rPr lang="cs-CZ" smtClean="0"/>
              <a:pPr>
                <a:defRPr/>
              </a:pPr>
              <a:t>27</a:t>
            </a:fld>
            <a:endParaRPr lang="cs-CZ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5B27F3-8AFC-496C-ABA9-6FFA85338247}" type="slidenum">
              <a:rPr lang="cs-CZ" smtClean="0"/>
              <a:pPr>
                <a:defRPr/>
              </a:pPr>
              <a:t>28</a:t>
            </a:fld>
            <a:endParaRPr lang="cs-CZ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29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5B27F3-8AFC-496C-ABA9-6FFA85338247}" type="slidenum">
              <a:rPr lang="cs-CZ" smtClean="0"/>
              <a:pPr>
                <a:defRPr/>
              </a:pPr>
              <a:t>30</a:t>
            </a:fld>
            <a:endParaRPr lang="cs-CZ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31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0889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solidFill>
                  <a:prstClr val="black"/>
                </a:solidFill>
                <a:latin typeface="Arial" charset="0"/>
              </a:rPr>
              <a:pPr/>
              <a:t>32</a:t>
            </a:fld>
            <a:endParaRPr lang="cs-CZ">
              <a:solidFill>
                <a:prstClr val="black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8421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33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34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35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5B27F3-8AFC-496C-ABA9-6FFA85338247}" type="slidenum">
              <a:rPr lang="cs-CZ" smtClean="0"/>
              <a:pPr>
                <a:defRPr/>
              </a:pPr>
              <a:t>36</a:t>
            </a:fld>
            <a:endParaRPr lang="cs-CZ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37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38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39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63076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5B27F3-8AFC-496C-ABA9-6FFA85338247}" type="slidenum">
              <a:rPr lang="cs-CZ" smtClean="0"/>
              <a:pPr>
                <a:defRPr/>
              </a:pPr>
              <a:t>40</a:t>
            </a:fld>
            <a:endParaRPr lang="cs-CZ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41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409356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42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43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44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952960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45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46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47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48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49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50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51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52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53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54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55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56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57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58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Zástupný symbol pro obrázek snímku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Zástupný symbol pro poznámky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cs-CZ" dirty="0"/>
          </a:p>
        </p:txBody>
      </p:sp>
      <p:sp>
        <p:nvSpPr>
          <p:cNvPr id="25604" name="Zástupný symbol pro číslo snímku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964C4D20-BBFD-4384-B29A-39B25A4E63F4}" type="slidenum">
              <a:rPr lang="cs-CZ">
                <a:latin typeface="Arial" charset="0"/>
              </a:rPr>
              <a:pPr/>
              <a:t>59</a:t>
            </a:fld>
            <a:endParaRPr lang="cs-CZ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5B27F3-8AFC-496C-ABA9-6FFA85338247}" type="slidenum">
              <a:rPr lang="cs-CZ" smtClean="0"/>
              <a:pPr>
                <a:defRPr/>
              </a:pPr>
              <a:t>60</a:t>
            </a:fld>
            <a:endParaRPr lang="cs-CZ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3578862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5B27F3-8AFC-496C-ABA9-6FFA85338247}" type="slidenum">
              <a:rPr lang="cs-CZ" smtClean="0"/>
              <a:pPr>
                <a:defRPr/>
              </a:pPr>
              <a:t>61</a:t>
            </a:fld>
            <a:endParaRPr lang="cs-CZ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5157603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5B27F3-8AFC-496C-ABA9-6FFA85338247}" type="slidenum">
              <a:rPr lang="cs-CZ" smtClean="0"/>
              <a:pPr>
                <a:defRPr/>
              </a:pPr>
              <a:t>62</a:t>
            </a:fld>
            <a:endParaRPr lang="cs-CZ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4006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5B27F3-8AFC-496C-ABA9-6FFA85338247}" type="slidenum">
              <a:rPr lang="cs-CZ" smtClean="0"/>
              <a:pPr>
                <a:defRPr/>
              </a:pPr>
              <a:t>63</a:t>
            </a:fld>
            <a:endParaRPr lang="cs-CZ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011537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5B27F3-8AFC-496C-ABA9-6FFA85338247}" type="slidenum">
              <a:rPr lang="cs-CZ" smtClean="0"/>
              <a:pPr>
                <a:defRPr/>
              </a:pPr>
              <a:t>64</a:t>
            </a:fld>
            <a:endParaRPr lang="cs-CZ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6292152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5B27F3-8AFC-496C-ABA9-6FFA85338247}" type="slidenum">
              <a:rPr lang="cs-CZ" smtClean="0"/>
              <a:pPr>
                <a:defRPr/>
              </a:pPr>
              <a:t>65</a:t>
            </a:fld>
            <a:endParaRPr lang="cs-CZ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080924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5B27F3-8AFC-496C-ABA9-6FFA85338247}" type="slidenum">
              <a:rPr lang="cs-CZ" smtClean="0"/>
              <a:pPr>
                <a:defRPr/>
              </a:pPr>
              <a:t>66</a:t>
            </a:fld>
            <a:endParaRPr lang="cs-CZ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535674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65B27F3-8AFC-496C-ABA9-6FFA85338247}" type="slidenum">
              <a:rPr lang="cs-CZ" smtClean="0"/>
              <a:pPr>
                <a:defRPr/>
              </a:pPr>
              <a:t>67</a:t>
            </a:fld>
            <a:endParaRPr lang="cs-CZ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3944402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68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cs-CZ" dirty="0">
                <a:solidFill>
                  <a:srgbClr val="000099"/>
                </a:solidFill>
                <a:latin typeface="Consolas"/>
              </a:rPr>
              <a:t>vystup</a:t>
            </a:r>
            <a:r>
              <a:rPr lang="cs-CZ" dirty="0">
                <a:latin typeface="Consolas"/>
              </a:rPr>
              <a:t>=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1&lt;&lt;</a:t>
            </a:r>
            <a:r>
              <a:rPr lang="cs-CZ" dirty="0">
                <a:solidFill>
                  <a:srgbClr val="A000A0"/>
                </a:solidFill>
                <a:latin typeface="Consolas"/>
              </a:rPr>
              <a:t>2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|1&lt;&lt;</a:t>
            </a:r>
            <a:r>
              <a:rPr lang="cs-CZ" dirty="0">
                <a:solidFill>
                  <a:srgbClr val="A000A0"/>
                </a:solidFill>
                <a:latin typeface="Consolas"/>
              </a:rPr>
              <a:t>7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;</a:t>
            </a:r>
          </a:p>
          <a:p>
            <a:endParaRPr lang="cs-CZ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69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>
                <a:solidFill>
                  <a:srgbClr val="000099"/>
                </a:solidFill>
                <a:latin typeface="Consolas"/>
              </a:rPr>
              <a:t>PORTF</a:t>
            </a:r>
            <a:r>
              <a:rPr lang="cs-CZ" dirty="0">
                <a:latin typeface="Consolas"/>
              </a:rPr>
              <a:t>=</a:t>
            </a:r>
            <a:r>
              <a:rPr lang="cs-CZ" dirty="0">
                <a:solidFill>
                  <a:srgbClr val="000099"/>
                </a:solidFill>
                <a:latin typeface="Consolas"/>
              </a:rPr>
              <a:t>PORTF</a:t>
            </a:r>
            <a:r>
              <a:rPr lang="cs-CZ" dirty="0">
                <a:latin typeface="Consolas"/>
              </a:rPr>
              <a:t> | (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1&lt;&lt;</a:t>
            </a:r>
            <a:r>
              <a:rPr lang="cs-CZ" dirty="0">
                <a:solidFill>
                  <a:srgbClr val="A000A0"/>
                </a:solidFill>
                <a:latin typeface="Consolas"/>
              </a:rPr>
              <a:t>1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|1&lt;&lt;</a:t>
            </a:r>
            <a:r>
              <a:rPr lang="cs-CZ" dirty="0">
                <a:solidFill>
                  <a:srgbClr val="A000A0"/>
                </a:solidFill>
                <a:latin typeface="Consolas"/>
              </a:rPr>
              <a:t>3</a:t>
            </a:r>
            <a:r>
              <a:rPr lang="cs-CZ" dirty="0">
                <a:latin typeface="Consolas"/>
              </a:rPr>
              <a:t>)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;</a:t>
            </a:r>
          </a:p>
          <a:p>
            <a:r>
              <a:rPr lang="cs-CZ" dirty="0">
                <a:solidFill>
                  <a:srgbClr val="000099"/>
                </a:solidFill>
                <a:latin typeface="Consolas"/>
              </a:rPr>
              <a:t>PORTF</a:t>
            </a:r>
            <a:r>
              <a:rPr lang="cs-CZ" dirty="0">
                <a:latin typeface="Consolas"/>
              </a:rPr>
              <a:t>=</a:t>
            </a:r>
            <a:r>
              <a:rPr lang="cs-CZ" dirty="0">
                <a:solidFill>
                  <a:srgbClr val="000099"/>
                </a:solidFill>
                <a:latin typeface="Consolas"/>
              </a:rPr>
              <a:t>PORTF</a:t>
            </a:r>
            <a:r>
              <a:rPr lang="cs-CZ" dirty="0">
                <a:latin typeface="Consolas"/>
              </a:rPr>
              <a:t> </a:t>
            </a:r>
            <a:r>
              <a:rPr lang="en-US" dirty="0">
                <a:latin typeface="Consolas"/>
              </a:rPr>
              <a:t>&amp;</a:t>
            </a:r>
            <a:r>
              <a:rPr lang="cs-CZ" dirty="0">
                <a:solidFill>
                  <a:srgbClr val="800000"/>
                </a:solidFill>
                <a:latin typeface="Consolas"/>
              </a:rPr>
              <a:t>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~</a:t>
            </a:r>
            <a:r>
              <a:rPr lang="cs-CZ" dirty="0">
                <a:solidFill>
                  <a:srgbClr val="800000"/>
                </a:solidFill>
                <a:latin typeface="Consolas"/>
              </a:rPr>
              <a:t>(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1&lt;&lt;</a:t>
            </a:r>
            <a:r>
              <a:rPr lang="cs-CZ" dirty="0">
                <a:solidFill>
                  <a:srgbClr val="A000A0"/>
                </a:solidFill>
                <a:latin typeface="Consolas"/>
              </a:rPr>
              <a:t>0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);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6244837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70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>
                <a:solidFill>
                  <a:srgbClr val="000099"/>
                </a:solidFill>
                <a:latin typeface="Consolas"/>
              </a:rPr>
              <a:t>vystup</a:t>
            </a:r>
            <a:r>
              <a:rPr lang="cs-CZ" dirty="0">
                <a:latin typeface="Consolas"/>
              </a:rPr>
              <a:t>=</a:t>
            </a:r>
            <a:r>
              <a:rPr lang="cs-CZ" dirty="0">
                <a:solidFill>
                  <a:srgbClr val="000099"/>
                </a:solidFill>
                <a:latin typeface="Consolas"/>
              </a:rPr>
              <a:t>vystup</a:t>
            </a:r>
            <a:r>
              <a:rPr lang="cs-CZ" dirty="0">
                <a:latin typeface="Consolas"/>
              </a:rPr>
              <a:t> </a:t>
            </a:r>
            <a:r>
              <a:rPr lang="en-US" dirty="0">
                <a:latin typeface="Consolas"/>
              </a:rPr>
              <a:t>^</a:t>
            </a:r>
            <a:r>
              <a:rPr lang="cs-CZ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1&lt;&lt;</a:t>
            </a:r>
            <a:r>
              <a:rPr lang="en-US" dirty="0">
                <a:solidFill>
                  <a:srgbClr val="A000A0"/>
                </a:solidFill>
                <a:latin typeface="Consolas"/>
              </a:rPr>
              <a:t>7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|1&lt;&lt;</a:t>
            </a:r>
            <a:r>
              <a:rPr lang="en-US" dirty="0">
                <a:solidFill>
                  <a:srgbClr val="A000A0"/>
                </a:solidFill>
                <a:latin typeface="Consolas"/>
              </a:rPr>
              <a:t>6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|1&lt;&lt;</a:t>
            </a:r>
            <a:r>
              <a:rPr lang="en-US" dirty="0">
                <a:solidFill>
                  <a:srgbClr val="A000A0"/>
                </a:solidFill>
                <a:latin typeface="Consolas"/>
              </a:rPr>
              <a:t>5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94723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71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cs-CZ" sz="1800" dirty="0">
                <a:solidFill>
                  <a:srgbClr val="000099"/>
                </a:solidFill>
                <a:latin typeface="Consolas" panose="020B0609020204030204" pitchFamily="49" charset="0"/>
              </a:rPr>
              <a:t>PORTF</a:t>
            </a:r>
            <a:r>
              <a:rPr lang="cs-CZ" sz="1800" dirty="0">
                <a:latin typeface="Consolas" panose="020B0609020204030204" pitchFamily="49" charset="0"/>
              </a:rPr>
              <a:t>=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0b1011</a:t>
            </a:r>
            <a:r>
              <a:rPr lang="cs-CZ" sz="18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18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1800" dirty="0">
                <a:latin typeface="Consolas"/>
              </a:rPr>
              <a:t> </a:t>
            </a:r>
            <a:r>
              <a:rPr lang="en-US" sz="1800" dirty="0">
                <a:latin typeface="Consolas"/>
              </a:rPr>
              <a:t>^</a:t>
            </a:r>
            <a:r>
              <a:rPr lang="cs-CZ" sz="180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0b00001010</a:t>
            </a:r>
            <a:r>
              <a:rPr lang="cs-CZ" sz="1800" dirty="0">
                <a:solidFill>
                  <a:prstClr val="black"/>
                </a:solidFill>
                <a:latin typeface="Consolas"/>
              </a:rPr>
              <a:t> = 0b0111</a:t>
            </a:r>
            <a:r>
              <a:rPr lang="cs-CZ" sz="1800" dirty="0">
                <a:solidFill>
                  <a:srgbClr val="00B050"/>
                </a:solidFill>
                <a:latin typeface="Consolas"/>
              </a:rPr>
              <a:t>1</a:t>
            </a:r>
            <a:r>
              <a:rPr lang="cs-CZ" sz="1800" dirty="0">
                <a:solidFill>
                  <a:prstClr val="black"/>
                </a:solidFill>
                <a:latin typeface="Consolas"/>
              </a:rPr>
              <a:t>0</a:t>
            </a:r>
            <a:r>
              <a:rPr lang="cs-CZ" sz="1800" dirty="0">
                <a:solidFill>
                  <a:srgbClr val="00B050"/>
                </a:solidFill>
                <a:latin typeface="Consolas"/>
              </a:rPr>
              <a:t>1</a:t>
            </a:r>
            <a:r>
              <a:rPr lang="cs-CZ" sz="1800" dirty="0">
                <a:solidFill>
                  <a:prstClr val="black"/>
                </a:solidFill>
                <a:latin typeface="Consolas"/>
              </a:rPr>
              <a:t>0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2672742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72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cs-CZ" sz="1800" dirty="0">
                <a:solidFill>
                  <a:srgbClr val="000099"/>
                </a:solidFill>
                <a:latin typeface="Consolas" panose="020B0609020204030204" pitchFamily="49" charset="0"/>
              </a:rPr>
              <a:t>vystup</a:t>
            </a:r>
            <a:r>
              <a:rPr lang="cs-CZ" sz="1800" dirty="0">
                <a:latin typeface="Consolas" panose="020B0609020204030204" pitchFamily="49" charset="0"/>
              </a:rPr>
              <a:t>=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0b</a:t>
            </a:r>
            <a:r>
              <a:rPr lang="cs-CZ" sz="18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101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10011</a:t>
            </a:r>
            <a:r>
              <a:rPr lang="cs-CZ" sz="1800" dirty="0">
                <a:latin typeface="Consolas"/>
              </a:rPr>
              <a:t> </a:t>
            </a:r>
            <a:r>
              <a:rPr lang="en-US" sz="1800" dirty="0">
                <a:latin typeface="Consolas"/>
              </a:rPr>
              <a:t>^</a:t>
            </a:r>
            <a:r>
              <a:rPr lang="cs-CZ" sz="180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0b11100000</a:t>
            </a:r>
            <a:r>
              <a:rPr lang="cs-CZ" sz="1800" dirty="0">
                <a:solidFill>
                  <a:prstClr val="black"/>
                </a:solidFill>
                <a:latin typeface="Consolas"/>
              </a:rPr>
              <a:t> = 0b</a:t>
            </a:r>
            <a:r>
              <a:rPr lang="cs-CZ" sz="1800" dirty="0">
                <a:solidFill>
                  <a:srgbClr val="00B050"/>
                </a:solidFill>
                <a:latin typeface="Consolas"/>
              </a:rPr>
              <a:t>010</a:t>
            </a:r>
            <a:r>
              <a:rPr lang="cs-CZ" sz="1800" dirty="0">
                <a:solidFill>
                  <a:prstClr val="black"/>
                </a:solidFill>
                <a:latin typeface="Consolas"/>
              </a:rPr>
              <a:t>10011</a:t>
            </a:r>
            <a:r>
              <a:rPr lang="cs-CZ" sz="18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36805698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73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</a:rPr>
              <a:t>vystup</a:t>
            </a:r>
            <a:r>
              <a:rPr lang="cs-CZ" dirty="0">
                <a:latin typeface="Consolas"/>
              </a:rPr>
              <a:t>=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0b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10011</a:t>
            </a:r>
            <a:r>
              <a:rPr lang="cs-CZ" dirty="0">
                <a:latin typeface="Consolas"/>
              </a:rPr>
              <a:t> </a:t>
            </a:r>
            <a:r>
              <a:rPr lang="en-US" dirty="0">
                <a:latin typeface="Consolas"/>
              </a:rPr>
              <a:t>&amp;</a:t>
            </a:r>
            <a:r>
              <a:rPr lang="cs-CZ" dirty="0">
                <a:solidFill>
                  <a:srgbClr val="800000"/>
                </a:solidFill>
                <a:latin typeface="Consolas"/>
              </a:rPr>
              <a:t>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~(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101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 = 0b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10011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89007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74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</a:rPr>
              <a:t>i</a:t>
            </a:r>
            <a:r>
              <a:rPr lang="cs-CZ" dirty="0">
                <a:latin typeface="Consolas"/>
              </a:rPr>
              <a:t>=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2,7,12,17,22,27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0295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75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>
                <a:solidFill>
                  <a:srgbClr val="000099"/>
                </a:solidFill>
                <a:latin typeface="Consolas" panose="020B0609020204030204" pitchFamily="49" charset="0"/>
              </a:rPr>
              <a:t>soucet</a:t>
            </a:r>
            <a:r>
              <a:rPr lang="cs-CZ" dirty="0">
                <a:latin typeface="Consolas"/>
              </a:rPr>
              <a:t>=</a:t>
            </a:r>
            <a:r>
              <a:rPr lang="en-US" dirty="0">
                <a:latin typeface="Consolas"/>
              </a:rPr>
              <a:t>3+9+15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77274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76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</a:rPr>
              <a:t>i</a:t>
            </a:r>
            <a:r>
              <a:rPr lang="cs-CZ" dirty="0">
                <a:latin typeface="Consolas"/>
              </a:rPr>
              <a:t>=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2,7,12,17,22,27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90524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77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</a:rPr>
              <a:t>vystup</a:t>
            </a:r>
            <a:r>
              <a:rPr lang="cs-CZ" dirty="0">
                <a:latin typeface="Consolas"/>
              </a:rPr>
              <a:t>=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0b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10011</a:t>
            </a:r>
            <a:r>
              <a:rPr lang="cs-CZ" dirty="0">
                <a:latin typeface="Consolas"/>
              </a:rPr>
              <a:t> </a:t>
            </a:r>
            <a:r>
              <a:rPr lang="en-US" dirty="0">
                <a:latin typeface="Consolas"/>
              </a:rPr>
              <a:t>&amp;</a:t>
            </a:r>
            <a:r>
              <a:rPr lang="cs-CZ" dirty="0">
                <a:solidFill>
                  <a:srgbClr val="800000"/>
                </a:solidFill>
                <a:latin typeface="Consolas"/>
              </a:rPr>
              <a:t>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~(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101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 = 0b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10011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814475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78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</a:rPr>
              <a:t>vystup</a:t>
            </a:r>
            <a:r>
              <a:rPr lang="cs-CZ" dirty="0">
                <a:latin typeface="Consolas"/>
              </a:rPr>
              <a:t>=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0b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10011</a:t>
            </a:r>
            <a:r>
              <a:rPr lang="cs-CZ" dirty="0">
                <a:latin typeface="Consolas"/>
              </a:rPr>
              <a:t> </a:t>
            </a:r>
            <a:r>
              <a:rPr lang="en-US" dirty="0">
                <a:latin typeface="Consolas"/>
              </a:rPr>
              <a:t>&amp;</a:t>
            </a:r>
            <a:r>
              <a:rPr lang="cs-CZ" dirty="0">
                <a:solidFill>
                  <a:srgbClr val="800000"/>
                </a:solidFill>
                <a:latin typeface="Consolas"/>
              </a:rPr>
              <a:t>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~(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101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 = 0b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10011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18684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79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</a:rPr>
              <a:t>soucet</a:t>
            </a:r>
            <a:r>
              <a:rPr lang="cs-CZ" dirty="0">
                <a:latin typeface="Consolas"/>
              </a:rPr>
              <a:t>=</a:t>
            </a:r>
            <a:r>
              <a:rPr lang="en-US" dirty="0">
                <a:latin typeface="Consolas"/>
              </a:rPr>
              <a:t>25+30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14817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80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</a:rPr>
              <a:t>soucet</a:t>
            </a:r>
            <a:r>
              <a:rPr lang="cs-CZ" dirty="0">
                <a:latin typeface="Consolas"/>
              </a:rPr>
              <a:t>=</a:t>
            </a:r>
            <a:r>
              <a:rPr lang="en-US" dirty="0">
                <a:latin typeface="Consolas"/>
              </a:rPr>
              <a:t>2</a:t>
            </a:r>
            <a:r>
              <a:rPr lang="cs-CZ" dirty="0">
                <a:latin typeface="Consolas"/>
              </a:rPr>
              <a:t>7</a:t>
            </a:r>
            <a:r>
              <a:rPr lang="en-US" dirty="0">
                <a:latin typeface="Consolas"/>
              </a:rPr>
              <a:t>+3</a:t>
            </a:r>
            <a:r>
              <a:rPr lang="cs-CZ" dirty="0">
                <a:latin typeface="Consolas"/>
              </a:rPr>
              <a:t>2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74021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81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</a:rPr>
              <a:t>soucet</a:t>
            </a:r>
            <a:r>
              <a:rPr lang="cs-CZ" dirty="0">
                <a:latin typeface="Consolas"/>
              </a:rPr>
              <a:t>=</a:t>
            </a:r>
            <a:r>
              <a:rPr lang="en-US" dirty="0">
                <a:latin typeface="Consolas"/>
              </a:rPr>
              <a:t>25+30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25896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82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</a:rPr>
              <a:t>soucet</a:t>
            </a:r>
            <a:r>
              <a:rPr lang="cs-CZ" dirty="0">
                <a:latin typeface="Consolas"/>
              </a:rPr>
              <a:t>=</a:t>
            </a:r>
            <a:r>
              <a:rPr lang="en-US" dirty="0">
                <a:latin typeface="Consolas"/>
              </a:rPr>
              <a:t>25+30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30594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83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</a:rPr>
              <a:t>soucet</a:t>
            </a:r>
            <a:r>
              <a:rPr lang="cs-CZ" dirty="0">
                <a:latin typeface="Consolas"/>
              </a:rPr>
              <a:t>=</a:t>
            </a:r>
            <a:r>
              <a:rPr lang="en-US" dirty="0">
                <a:latin typeface="Consolas"/>
              </a:rPr>
              <a:t>25+30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00575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84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</a:rPr>
              <a:t>soucet</a:t>
            </a:r>
            <a:r>
              <a:rPr lang="cs-CZ" dirty="0">
                <a:latin typeface="Consolas"/>
              </a:rPr>
              <a:t>=</a:t>
            </a:r>
            <a:r>
              <a:rPr lang="en-US" dirty="0">
                <a:latin typeface="Consolas"/>
              </a:rPr>
              <a:t>25+30</a:t>
            </a:r>
            <a:b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184905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17123A-2912-49B9-97F4-0E883EEA3338}" type="slidenum">
              <a:rPr lang="cs-CZ"/>
              <a:pPr/>
              <a:t>85</a:t>
            </a:fld>
            <a:endParaRPr lang="cs-CZ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7832985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86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87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88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4C7CF4-5DDE-424E-8789-81E5CA85F9FF}" type="slidenum">
              <a:rPr lang="cs-CZ"/>
              <a:pPr/>
              <a:t>89</a:t>
            </a:fld>
            <a:endParaRPr lang="cs-CZ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algn="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cs-CZ" sz="2400" kern="1200" dirty="0">
                  <a:solidFill>
                    <a:srgbClr val="000000"/>
                  </a:solidFill>
                  <a:latin typeface="Times New Roman" pitchFamily="18" charset="0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37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1538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cs-CZ"/>
              <a:t>Klepnutím lze upravit styl předlohy podnadpisů.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A347E44-1AAC-420B-AB32-12DDDBCDE885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C8C8903D-23E7-46FD-A74A-6DF06809A117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6A0C1FC-A554-491D-A23A-A703A9D524E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D00DF35-2688-4F44-9F8C-2107F806ADC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9145DC76-6872-4DF4-9E14-3C9F149DB05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6387A52-E705-490A-838D-8B1C5ED7F7CC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3CCA7D36-5D0B-46DA-8B86-93CC4534874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27CE658-0EE9-48FF-B2F3-346B209313CA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6FC0A10C-74C9-4EDA-8B18-281A1C85680F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9F259AA-69C5-45ED-B1EF-90BAC46572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4A972A3D-E40E-44AE-8599-5054B70DFC1D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1D2316D-E476-4C1C-97C5-38113797E089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B126D77-9135-4E47-A5DC-34E5006577A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57E249D1-C02F-4E77-A829-446A2E49D60E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BC81E695-55B3-4878-8A1B-BFF729C1E317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 dirty="0"/>
              <a:t>Klepnutím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4D96806B-82A5-4237-952D-C352BA9CEF6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5C5BDBD8-354C-4C33-8509-9899503E8362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2669EF09-CD29-477D-ABCE-FD6C28D05070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7743F0B-D3BD-4B64-87E9-5E7926EE0CE3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B60F7D18-8356-410F-86CC-C0A59AA6E5C2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FFF29617-F229-4AA3-AF63-629A34F9D0C9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Nadpis, 2 malé a 1 velký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half" idx="3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D4ACD1D1-1FD1-4BD2-B5AA-BAAE11F8E4F6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AD5EE032-125E-4EF1-897C-C6C132F4C071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sz="1200" kern="1200" smtClean="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EC377670-D1B4-4464-8ADD-7E5B3403F0F4}" type="slidenum">
              <a:rPr lang="cs-CZ" sz="1200" kern="1200" smtClean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1000" y="55563"/>
            <a:ext cx="7772400" cy="719137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357188" y="1412875"/>
            <a:ext cx="4125912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35500" y="1412875"/>
            <a:ext cx="4127500" cy="4970463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381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sz="1200" kern="1200" dirty="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t> </a:t>
            </a:r>
            <a:fld id="{72F054CC-169B-405A-8EFC-341DCDFEA7DC}" type="slidenum">
              <a:rPr lang="cs-CZ" sz="1200" kern="1200">
                <a:solidFill>
                  <a:srgbClr val="000000"/>
                </a:solidFill>
                <a:latin typeface="Arial" pitchFamily="34" charset="0"/>
                <a:ea typeface="+mn-ea"/>
                <a:cs typeface="+mn-cs"/>
              </a:rPr>
              <a:pPr algn="l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124200" y="61722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 algn="ctr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sz="1200" kern="1200" dirty="0">
              <a:solidFill>
                <a:srgbClr val="000000"/>
              </a:solidFill>
              <a:latin typeface="Arial" pitchFamily="34" charset="0"/>
              <a:ea typeface="+mn-ea"/>
              <a:cs typeface="+mn-cs"/>
            </a:endParaRPr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6858000" y="61722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fld id="{F1FCE2D9-6AD3-4231-B397-0257783385A2}" type="slidenum">
              <a:rPr lang="cs-CZ" sz="1200" kern="1200">
                <a:solidFill>
                  <a:srgbClr val="000000"/>
                </a:solidFill>
                <a:latin typeface="Arial Black" pitchFamily="34" charset="0"/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sz="1200" kern="1200" dirty="0">
              <a:solidFill>
                <a:srgbClr val="000000"/>
              </a:solidFill>
              <a:latin typeface="Arial Black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Arial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 Black" pitchFamily="34" charset="0"/>
              </a:defRPr>
            </a:lvl1pPr>
          </a:lstStyle>
          <a:p>
            <a:pPr rtl="0" eaLnBrk="0" fontAlgn="base" hangingPunct="0">
              <a:spcBef>
                <a:spcPct val="0"/>
              </a:spcBef>
              <a:spcAft>
                <a:spcPct val="0"/>
              </a:spcAft>
            </a:pPr>
            <a:fld id="{A24E9C55-C54B-46F2-802C-C950BBC5F97F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4341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2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3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4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5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6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6633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7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000000"/>
                </a:solidFill>
                <a:latin typeface="Times New Roman" pitchFamily="18" charset="0"/>
                <a:ea typeface="+mn-ea"/>
                <a:cs typeface="+mn-cs"/>
              </a:endParaRPr>
            </a:p>
          </p:txBody>
        </p:sp>
        <p:sp>
          <p:nvSpPr>
            <p:cNvPr id="14348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  <p:sp>
          <p:nvSpPr>
            <p:cNvPr id="14349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cs-CZ" sz="2400" kern="1200" dirty="0">
                <a:solidFill>
                  <a:srgbClr val="CC6600"/>
                </a:solidFill>
                <a:latin typeface="Arial" pitchFamily="34" charset="0"/>
                <a:ea typeface="+mn-ea"/>
                <a:cs typeface="+mn-cs"/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 předlohy nadpisů.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1435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pitchFamily="34" charset="0"/>
              </a:defRPr>
            </a:lvl1pPr>
          </a:lstStyle>
          <a:p>
            <a:pPr algn="r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cs-CZ" kern="1200" dirty="0">
                <a:solidFill>
                  <a:srgbClr val="000000"/>
                </a:solidFill>
                <a:ea typeface="+mn-ea"/>
                <a:cs typeface="+mn-cs"/>
              </a:rPr>
              <a:t> </a:t>
            </a:r>
            <a:fld id="{EC377670-D1B4-4464-8ADD-7E5B3403F0F4}" type="slidenum">
              <a:rPr lang="cs-CZ" kern="1200">
                <a:solidFill>
                  <a:srgbClr val="000000"/>
                </a:solidFill>
                <a:ea typeface="+mn-ea"/>
                <a:cs typeface="+mn-cs"/>
              </a:rPr>
              <a:pPr algn="r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cs-CZ" kern="1200" dirty="0">
              <a:solidFill>
                <a:srgbClr val="000000"/>
              </a:solidFill>
              <a:ea typeface="+mn-ea"/>
              <a:cs typeface="+mn-cs"/>
            </a:endParaRPr>
          </a:p>
        </p:txBody>
      </p:sp>
      <p:sp>
        <p:nvSpPr>
          <p:cNvPr id="17" name="Text Box 8"/>
          <p:cNvSpPr txBox="1">
            <a:spLocks noChangeArrowheads="1"/>
          </p:cNvSpPr>
          <p:nvPr userDrawn="1"/>
        </p:nvSpPr>
        <p:spPr bwMode="auto">
          <a:xfrm>
            <a:off x="8172450" y="692150"/>
            <a:ext cx="792163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endParaRPr lang="cs-CZ" sz="2400" kern="1200" dirty="0">
              <a:solidFill>
                <a:srgbClr val="000000"/>
              </a:solidFill>
              <a:latin typeface="Times New Roman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slide" Target="slide48.xml"/><Relationship Id="rId4" Type="http://schemas.openxmlformats.org/officeDocument/2006/relationships/slide" Target="slide1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mikrocontroller.net/" TargetMode="External"/><Relationship Id="rId3" Type="http://schemas.openxmlformats.org/officeDocument/2006/relationships/slide" Target="slide3.xml"/><Relationship Id="rId7" Type="http://schemas.openxmlformats.org/officeDocument/2006/relationships/hyperlink" Target="http://forum.mcontrollers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ebastlirna.cz/" TargetMode="External"/><Relationship Id="rId5" Type="http://schemas.openxmlformats.org/officeDocument/2006/relationships/hyperlink" Target="http://www.tajned.cz/" TargetMode="External"/><Relationship Id="rId4" Type="http://schemas.openxmlformats.org/officeDocument/2006/relationships/hyperlink" Target="http://www.avrfreaks.net/" TargetMode="External"/><Relationship Id="rId9" Type="http://schemas.openxmlformats.org/officeDocument/2006/relationships/hyperlink" Target="http://avr.hw.cz/architektura/arch_avr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slide" Target="slide3.xml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" Target="slide3.xml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slide" Target="slide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4" Type="http://schemas.openxmlformats.org/officeDocument/2006/relationships/slide" Target="slide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slide" Target="slide3.xml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63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63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63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" Target="slide86.xml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adpis 5"/>
          <p:cNvSpPr>
            <a:spLocks noGrp="1"/>
          </p:cNvSpPr>
          <p:nvPr>
            <p:ph type="ctrTitle"/>
          </p:nvPr>
        </p:nvSpPr>
        <p:spPr>
          <a:xfrm>
            <a:off x="2880001" y="1692000"/>
            <a:ext cx="6264000" cy="2154436"/>
          </a:xfrm>
        </p:spPr>
        <p:txBody>
          <a:bodyPr>
            <a:spAutoFit/>
          </a:bodyPr>
          <a:lstStyle/>
          <a:p>
            <a:r>
              <a:rPr lang="cs-CZ" sz="8800" b="1" dirty="0"/>
              <a:t>MIT</a:t>
            </a:r>
            <a:br>
              <a:rPr lang="cs-CZ" dirty="0"/>
            </a:br>
            <a:r>
              <a:rPr lang="cs-CZ" sz="4600" b="1" dirty="0"/>
              <a:t>AVR jazyk C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80001" y="4320006"/>
            <a:ext cx="6264000" cy="1323439"/>
          </a:xfrm>
        </p:spPr>
        <p:txBody>
          <a:bodyPr wrap="square">
            <a:spAutoFit/>
          </a:bodyPr>
          <a:lstStyle/>
          <a:p>
            <a:pPr eaLnBrk="1" hangingPunct="1"/>
            <a:r>
              <a:rPr lang="cs-CZ" sz="8000" b="1" dirty="0">
                <a:solidFill>
                  <a:schemeClr val="accent5">
                    <a:lumMod val="25000"/>
                  </a:schemeClr>
                </a:solidFill>
              </a:rPr>
              <a:t>Díl IX</a:t>
            </a:r>
          </a:p>
        </p:txBody>
      </p:sp>
      <p:pic>
        <p:nvPicPr>
          <p:cNvPr id="9" name="Picture 7" descr="D:\lj\prezentace\MIT\obr\logo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000" y="2160010"/>
            <a:ext cx="14400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360000" y="1440001"/>
            <a:ext cx="8784000" cy="2862322"/>
          </a:xfrm>
          <a:noFill/>
          <a:ln/>
        </p:spPr>
        <p:txBody>
          <a:bodyPr>
            <a:spAutoFit/>
          </a:bodyPr>
          <a:lstStyle/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>
                <a:latin typeface="Arial" charset="0"/>
              </a:rPr>
              <a:t>Téma	</a:t>
            </a:r>
            <a:r>
              <a:rPr lang="cs-CZ" b="1" dirty="0"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AVR jazyk C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Předmět</a:t>
            </a:r>
            <a:r>
              <a:rPr lang="cs-CZ" dirty="0"/>
              <a:t> 	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MIT</a:t>
            </a:r>
            <a:endParaRPr lang="cs-CZ" b="1" dirty="0"/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Ročník</a:t>
            </a:r>
            <a:r>
              <a:rPr lang="cs-CZ" dirty="0"/>
              <a:t> 	</a:t>
            </a:r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3</a:t>
            </a:r>
            <a:endParaRPr lang="cs-CZ" sz="32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Autor </a:t>
            </a:r>
            <a:r>
              <a:rPr lang="cs-CZ" sz="1400" dirty="0"/>
              <a:t>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Ing. Leoš Juránek </a:t>
            </a:r>
          </a:p>
          <a:p>
            <a:pPr marL="360000" indent="-360000">
              <a:spcBef>
                <a:spcPts val="0"/>
              </a:spcBef>
              <a:spcAft>
                <a:spcPts val="600"/>
              </a:spcAft>
              <a:buSzPct val="100000"/>
            </a:pPr>
            <a:r>
              <a:rPr lang="cs-CZ" sz="2400" dirty="0"/>
              <a:t>Datum</a:t>
            </a:r>
            <a:r>
              <a:rPr lang="cs-CZ" sz="1400" dirty="0"/>
              <a:t>	</a:t>
            </a:r>
            <a:r>
              <a:rPr lang="cs-CZ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rPr>
              <a:t>září 2020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Mikroprocesorová technika</a:t>
            </a:r>
          </a:p>
        </p:txBody>
      </p:sp>
    </p:spTree>
    <p:extLst>
      <p:ext uri="{BB962C8B-B14F-4D97-AF65-F5344CB8AC3E}">
        <p14:creationId xmlns:p14="http://schemas.microsoft.com/office/powerpoint/2010/main" val="3950258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88000"/>
            <a:ext cx="7772400" cy="720000"/>
          </a:xfrm>
          <a:noFill/>
          <a:ln/>
        </p:spPr>
        <p:txBody>
          <a:bodyPr/>
          <a:lstStyle/>
          <a:p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Index</a:t>
            </a:r>
          </a:p>
        </p:txBody>
      </p:sp>
      <p:sp>
        <p:nvSpPr>
          <p:cNvPr id="1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2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" name="Obdélník 2">
            <a:hlinkClick r:id="rId3" action="ppaction://hlinksldjump"/>
          </p:cNvPr>
          <p:cNvSpPr/>
          <p:nvPr/>
        </p:nvSpPr>
        <p:spPr>
          <a:xfrm>
            <a:off x="540000" y="108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lvl="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Uložení čísel v paměti</a:t>
            </a:r>
          </a:p>
        </p:txBody>
      </p:sp>
      <p:sp>
        <p:nvSpPr>
          <p:cNvPr id="11" name="Obdélník 10">
            <a:hlinkClick r:id="rId4" action="ppaction://hlinksldjump"/>
          </p:cNvPr>
          <p:cNvSpPr/>
          <p:nvPr/>
        </p:nvSpPr>
        <p:spPr>
          <a:xfrm>
            <a:off x="540000" y="144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Datový typy</a:t>
            </a:r>
          </a:p>
        </p:txBody>
      </p:sp>
      <p:sp>
        <p:nvSpPr>
          <p:cNvPr id="12" name="Obdélník 11">
            <a:hlinkClick r:id="rId5" action="ppaction://hlinksldjump"/>
          </p:cNvPr>
          <p:cNvSpPr/>
          <p:nvPr/>
        </p:nvSpPr>
        <p:spPr>
          <a:xfrm>
            <a:off x="540000" y="180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Bitové operátory</a:t>
            </a:r>
          </a:p>
        </p:txBody>
      </p:sp>
      <p:sp>
        <p:nvSpPr>
          <p:cNvPr id="13" name="Obdélník 12">
            <a:hlinkClick r:id="" action="ppaction://noaction"/>
          </p:cNvPr>
          <p:cNvSpPr/>
          <p:nvPr/>
        </p:nvSpPr>
        <p:spPr>
          <a:xfrm>
            <a:off x="540000" y="216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…</a:t>
            </a:r>
          </a:p>
        </p:txBody>
      </p:sp>
      <p:sp>
        <p:nvSpPr>
          <p:cNvPr id="14" name="Obdélník 13">
            <a:hlinkClick r:id="" action="ppaction://noaction"/>
          </p:cNvPr>
          <p:cNvSpPr/>
          <p:nvPr/>
        </p:nvSpPr>
        <p:spPr>
          <a:xfrm>
            <a:off x="540000" y="252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….</a:t>
            </a:r>
          </a:p>
        </p:txBody>
      </p:sp>
      <p:sp>
        <p:nvSpPr>
          <p:cNvPr id="15" name="Obdélník 14">
            <a:hlinkClick r:id="" action="ppaction://noaction"/>
          </p:cNvPr>
          <p:cNvSpPr/>
          <p:nvPr/>
        </p:nvSpPr>
        <p:spPr>
          <a:xfrm>
            <a:off x="540000" y="288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n"/>
            </a:pP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83326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104183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Zdroje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Obdélník 13">
            <a:hlinkClick r:id="rId4"/>
          </p:cNvPr>
          <p:cNvSpPr/>
          <p:nvPr/>
        </p:nvSpPr>
        <p:spPr>
          <a:xfrm>
            <a:off x="540000" y="108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www.avrfreaks.net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5" name="Obdélník 14">
            <a:hlinkClick r:id="rId5"/>
          </p:cNvPr>
          <p:cNvSpPr/>
          <p:nvPr/>
        </p:nvSpPr>
        <p:spPr>
          <a:xfrm>
            <a:off x="539552" y="144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www.tajned.cz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6" name="Obdélník 15">
            <a:hlinkClick r:id="rId6"/>
          </p:cNvPr>
          <p:cNvSpPr/>
          <p:nvPr/>
        </p:nvSpPr>
        <p:spPr>
          <a:xfrm>
            <a:off x="539552" y="180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www.ebastlirna.cz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7" name="Obdélník 16">
            <a:hlinkClick r:id="rId7"/>
          </p:cNvPr>
          <p:cNvSpPr/>
          <p:nvPr/>
        </p:nvSpPr>
        <p:spPr>
          <a:xfrm>
            <a:off x="540000" y="2160000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forum.mcontrollers.com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8" name="Obdélník 17">
            <a:hlinkClick r:id="rId8"/>
          </p:cNvPr>
          <p:cNvSpPr/>
          <p:nvPr/>
        </p:nvSpPr>
        <p:spPr>
          <a:xfrm>
            <a:off x="539552" y="2539141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www.mikrocontroller.net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9" name="Obdélník 18">
            <a:hlinkClick r:id="rId9"/>
          </p:cNvPr>
          <p:cNvSpPr/>
          <p:nvPr/>
        </p:nvSpPr>
        <p:spPr>
          <a:xfrm>
            <a:off x="539552" y="2899141"/>
            <a:ext cx="8280000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pPr marL="360000" indent="-360000" eaLnBrk="1" hangingPunct="1">
              <a:spcBef>
                <a:spcPts val="0"/>
              </a:spcBef>
              <a:spcAft>
                <a:spcPts val="600"/>
              </a:spcAft>
              <a:buClr>
                <a:srgbClr val="00007D"/>
              </a:buClr>
              <a:buSzPct val="75000"/>
              <a:buFont typeface="Wingdings" pitchFamily="2" charset="2"/>
              <a:buChar char="q"/>
            </a:pPr>
            <a:r>
              <a:rPr lang="cs-CZ" sz="200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Aplikace ATmega644 v jazyce C</a:t>
            </a:r>
            <a:r>
              <a:rPr lang="cs-CZ" sz="2000" b="0" kern="0" dirty="0">
                <a:solidFill>
                  <a:srgbClr val="00007D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, KE 1/2011</a:t>
            </a:r>
            <a:endParaRPr lang="en-US" sz="2000" b="0" kern="0" dirty="0">
              <a:solidFill>
                <a:srgbClr val="00007D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777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034936"/>
            <a:ext cx="9144000" cy="2554545"/>
          </a:xfrm>
          <a:noFill/>
          <a:ln/>
        </p:spPr>
        <p:txBody>
          <a:bodyPr>
            <a:spAutoFit/>
          </a:bodyPr>
          <a:lstStyle/>
          <a:p>
            <a:pPr algn="ctr">
              <a:defRPr/>
            </a:pPr>
            <a:r>
              <a:rPr lang="cs-CZ" sz="8000" dirty="0">
                <a:latin typeface="Arial Black" pitchFamily="34" charset="0"/>
              </a:rPr>
              <a:t>AVR</a:t>
            </a:r>
            <a:br>
              <a:rPr lang="cs-CZ" sz="8000" dirty="0">
                <a:latin typeface="Arial Black" pitchFamily="34" charset="0"/>
              </a:rPr>
            </a:br>
            <a:r>
              <a:rPr lang="cs-CZ" sz="8000" dirty="0">
                <a:latin typeface="Arial Black" pitchFamily="34" charset="0"/>
              </a:rPr>
              <a:t>Jazyk C</a:t>
            </a: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 dirty="0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Rectangle 17"/>
          <p:cNvSpPr>
            <a:spLocks noChangeArrowheads="1"/>
          </p:cNvSpPr>
          <p:nvPr/>
        </p:nvSpPr>
        <p:spPr bwMode="auto">
          <a:xfrm>
            <a:off x="720000" y="72000"/>
            <a:ext cx="2776392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buClr>
                <a:srgbClr val="006600"/>
              </a:buClr>
              <a:buFont typeface="Wingdings" pitchFamily="2" charset="2"/>
              <a:buNone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Nová kapitola </a:t>
            </a:r>
          </a:p>
        </p:txBody>
      </p:sp>
    </p:spTree>
    <p:extLst>
      <p:ext uri="{BB962C8B-B14F-4D97-AF65-F5344CB8AC3E}">
        <p14:creationId xmlns:p14="http://schemas.microsoft.com/office/powerpoint/2010/main" val="1380762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0" y="2147372"/>
            <a:ext cx="9144000" cy="1569660"/>
          </a:xfrm>
        </p:spPr>
        <p:txBody>
          <a:bodyPr wrap="square">
            <a:spAutoFit/>
          </a:bodyPr>
          <a:lstStyle/>
          <a:p>
            <a:pPr marL="0" indent="0" algn="ctr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sz="4800" b="1" dirty="0">
                <a:latin typeface="Verdana" pitchFamily="34" charset="0"/>
              </a:rPr>
              <a:t>Jaké množiny čísel existují?</a:t>
            </a:r>
          </a:p>
        </p:txBody>
      </p:sp>
    </p:spTree>
    <p:extLst>
      <p:ext uri="{BB962C8B-B14F-4D97-AF65-F5344CB8AC3E}">
        <p14:creationId xmlns:p14="http://schemas.microsoft.com/office/powerpoint/2010/main" val="2191300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88496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Uložení čísel v paměti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3512114908"/>
              </p:ext>
            </p:extLst>
          </p:nvPr>
        </p:nvGraphicFramePr>
        <p:xfrm>
          <a:off x="409558" y="1268760"/>
          <a:ext cx="8338905" cy="4803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9768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2774CD4-63B4-40B0-A100-9666C52ECD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32774CD4-63B4-40B0-A100-9666C52ECD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1AC2A13-10CD-4CE6-97A6-F2208703A7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F1AC2A13-10CD-4CE6-97A6-F2208703A7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874FD92-6C17-4049-9CB9-7DD55FD4DD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8874FD92-6C17-4049-9CB9-7DD55FD4DD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BA31B79-5AB6-4570-AE2E-0F26753534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graphicEl>
                                              <a:dgm id="{0BA31B79-5AB6-4570-AE2E-0F26753534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CAE0476-79A8-4191-8DCD-6026A7D05F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6CAE0476-79A8-4191-8DCD-6026A7D05F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648B4F3-BF0B-4162-8796-B288049E8D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graphicEl>
                                              <a:dgm id="{3648B4F3-BF0B-4162-8796-B288049E8D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9609B4D-23C7-44A0-9655-D6F4D09A91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graphicEl>
                                              <a:dgm id="{69609B4D-23C7-44A0-9655-D6F4D09A919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CD93F45-31AE-4271-86A7-992F54AF6B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graphicEl>
                                              <a:dgm id="{ACD93F45-31AE-4271-86A7-992F54AF6B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9C5AE8E-4DB9-43C2-97C7-4567178A35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graphicEl>
                                              <a:dgm id="{49C5AE8E-4DB9-43C2-97C7-4567178A35C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6AB2CF7-D266-455E-BD45-141E610563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graphicEl>
                                              <a:dgm id="{26AB2CF7-D266-455E-BD45-141E610563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7DE5B69-DE6C-438C-91E6-E6AE18AB66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graphicEl>
                                              <a:dgm id="{57DE5B69-DE6C-438C-91E6-E6AE18AB661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A2136AF-B91C-4CC3-93FA-9C367151F8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graphicEl>
                                              <a:dgm id="{CA2136AF-B91C-4CC3-93FA-9C367151F89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1AE0ED9-C81B-4BDA-B6AC-5A55C764D6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graphicEl>
                                              <a:dgm id="{61AE0ED9-C81B-4BDA-B6AC-5A55C764D6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Graphic spid="3" grpId="0">
        <p:bldSub>
          <a:bldDgm bld="lvl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88496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Uložení celých čísel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0" y="1080000"/>
            <a:ext cx="8858280" cy="584775"/>
          </a:xfrm>
        </p:spPr>
        <p:txBody>
          <a:bodyPr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3200" b="1" dirty="0">
                <a:latin typeface="Verdana" pitchFamily="34" charset="0"/>
              </a:rPr>
              <a:t>Dvojkově-desítkový tvar </a:t>
            </a:r>
            <a:r>
              <a:rPr lang="cs-CZ" b="1" dirty="0">
                <a:latin typeface="Verdana" pitchFamily="34" charset="0"/>
              </a:rPr>
              <a:t>(BCD)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2" name="Tabulk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746951"/>
              </p:ext>
            </p:extLst>
          </p:nvPr>
        </p:nvGraphicFramePr>
        <p:xfrm>
          <a:off x="720000" y="2340000"/>
          <a:ext cx="1664553" cy="396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4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8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8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2000" b="1" dirty="0"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000" b="1" dirty="0"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000" b="1" dirty="0"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ulk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060628"/>
              </p:ext>
            </p:extLst>
          </p:nvPr>
        </p:nvGraphicFramePr>
        <p:xfrm>
          <a:off x="720000" y="3060000"/>
          <a:ext cx="6129048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43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3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3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cs-CZ" sz="2000" b="1" dirty="0"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000" b="1" dirty="0"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000" b="1" dirty="0"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2000" b="1" dirty="0"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0000 1001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cs-CZ" sz="2000" b="1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0000 0010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cs-CZ" sz="2000" b="1" kern="1200" dirty="0">
                          <a:solidFill>
                            <a:schemeClr val="tx1"/>
                          </a:solidFill>
                          <a:latin typeface="Verdana" pitchFamily="34" charset="0"/>
                          <a:ea typeface="Verdana" pitchFamily="34" charset="0"/>
                          <a:cs typeface="Verdana" pitchFamily="34" charset="0"/>
                        </a:rPr>
                        <a:t> 0000 0001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798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0" y="1080000"/>
            <a:ext cx="8858280" cy="1169551"/>
          </a:xfrm>
        </p:spPr>
        <p:txBody>
          <a:bodyPr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3200" b="1" dirty="0">
                <a:latin typeface="Verdana" pitchFamily="34" charset="0"/>
              </a:rPr>
              <a:t>Přímý kód</a:t>
            </a:r>
          </a:p>
          <a:p>
            <a:pPr marL="50400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b="1" dirty="0">
                <a:latin typeface="Verdana" pitchFamily="34" charset="0"/>
              </a:rPr>
              <a:t>Zobrazení pouze kladných čísel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Uložení celých čísel</a:t>
            </a:r>
          </a:p>
        </p:txBody>
      </p:sp>
      <p:sp>
        <p:nvSpPr>
          <p:cNvPr id="10" name="Obdélník 9"/>
          <p:cNvSpPr/>
          <p:nvPr/>
        </p:nvSpPr>
        <p:spPr>
          <a:xfrm>
            <a:off x="1080000" y="2520000"/>
            <a:ext cx="80283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  <a:cs typeface="Courier New" pitchFamily="49" charset="0"/>
              </a:rPr>
              <a:t>(</a:t>
            </a:r>
            <a:r>
              <a:rPr lang="cs-CZ" sz="2800" dirty="0">
                <a:latin typeface="+mj-lt"/>
                <a:cs typeface="Courier New" pitchFamily="49" charset="0"/>
              </a:rPr>
              <a:t>5)</a:t>
            </a:r>
            <a:r>
              <a:rPr lang="cs-CZ" sz="2800" baseline="-25000" dirty="0">
                <a:latin typeface="+mj-lt"/>
                <a:cs typeface="Courier New" pitchFamily="49" charset="0"/>
              </a:rPr>
              <a:t>10 </a:t>
            </a:r>
            <a:r>
              <a:rPr lang="cs-CZ" sz="2800" dirty="0">
                <a:latin typeface="+mj-lt"/>
                <a:cs typeface="Courier New" pitchFamily="49" charset="0"/>
              </a:rPr>
              <a:t>= 00000101</a:t>
            </a:r>
          </a:p>
        </p:txBody>
      </p:sp>
    </p:spTree>
    <p:extLst>
      <p:ext uri="{BB962C8B-B14F-4D97-AF65-F5344CB8AC3E}">
        <p14:creationId xmlns:p14="http://schemas.microsoft.com/office/powerpoint/2010/main" val="4247160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0" y="1080000"/>
            <a:ext cx="8784000" cy="1908215"/>
          </a:xfrm>
        </p:spPr>
        <p:txBody>
          <a:bodyPr wrap="square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SzPct val="100000"/>
            </a:pPr>
            <a:r>
              <a:rPr lang="cs-CZ" sz="3200" b="1" dirty="0">
                <a:latin typeface="Verdana" pitchFamily="34" charset="0"/>
              </a:rPr>
              <a:t>Přímý kód se znaménkovým bitem</a:t>
            </a:r>
          </a:p>
          <a:p>
            <a:pPr marL="504000" indent="0" eaLnBrk="1" hangingPunct="1">
              <a:spcBef>
                <a:spcPts val="0"/>
              </a:spcBef>
              <a:spcAft>
                <a:spcPts val="18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Číslo je zobrazeno jako </a:t>
            </a:r>
            <a:r>
              <a:rPr lang="cs-CZ" b="1" dirty="0">
                <a:latin typeface="Verdana" pitchFamily="34" charset="0"/>
              </a:rPr>
              <a:t>dvojice </a:t>
            </a:r>
          </a:p>
          <a:p>
            <a:pPr marL="50400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b="1" dirty="0">
                <a:latin typeface="Verdana" pitchFamily="34" charset="0"/>
              </a:rPr>
              <a:t>Znaménko a absolutní hodnota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" name="Obdélník 2"/>
          <p:cNvSpPr/>
          <p:nvPr/>
        </p:nvSpPr>
        <p:spPr>
          <a:xfrm>
            <a:off x="1080000" y="3780000"/>
            <a:ext cx="80283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  <a:cs typeface="Courier New" pitchFamily="49" charset="0"/>
              </a:rPr>
              <a:t>(</a:t>
            </a:r>
            <a:r>
              <a:rPr lang="cs-CZ" sz="2800" dirty="0">
                <a:latin typeface="+mj-lt"/>
                <a:cs typeface="Courier New" pitchFamily="49" charset="0"/>
              </a:rPr>
              <a:t>5)</a:t>
            </a:r>
            <a:r>
              <a:rPr lang="cs-CZ" sz="2800" baseline="-25000" dirty="0">
                <a:latin typeface="+mj-lt"/>
                <a:cs typeface="Courier New" pitchFamily="49" charset="0"/>
              </a:rPr>
              <a:t>10 </a:t>
            </a:r>
            <a:r>
              <a:rPr lang="cs-CZ" sz="2800" dirty="0">
                <a:latin typeface="+mj-lt"/>
                <a:cs typeface="Courier New" pitchFamily="49" charset="0"/>
              </a:rPr>
              <a:t>= </a:t>
            </a:r>
            <a:r>
              <a:rPr lang="cs-CZ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urier New" pitchFamily="49" charset="0"/>
              </a:rPr>
              <a:t>0</a:t>
            </a:r>
            <a:r>
              <a:rPr lang="cs-CZ" sz="2800" dirty="0">
                <a:latin typeface="Consolas" panose="020B0609020204030204" pitchFamily="49" charset="0"/>
                <a:cs typeface="Courier New" pitchFamily="49" charset="0"/>
              </a:rPr>
              <a:t>0000101 </a:t>
            </a:r>
            <a:r>
              <a:rPr lang="en-US" sz="2800" dirty="0">
                <a:latin typeface="+mj-lt"/>
                <a:cs typeface="Courier New" pitchFamily="49" charset="0"/>
              </a:rPr>
              <a:t>	</a:t>
            </a:r>
            <a:r>
              <a:rPr lang="cs-CZ" sz="2800" dirty="0">
                <a:latin typeface="+mj-lt"/>
                <a:cs typeface="Courier New" pitchFamily="49" charset="0"/>
              </a:rPr>
              <a:t>(-5)</a:t>
            </a:r>
            <a:r>
              <a:rPr lang="cs-CZ" sz="2800" baseline="-25000" dirty="0">
                <a:latin typeface="+mj-lt"/>
                <a:cs typeface="Courier New" pitchFamily="49" charset="0"/>
              </a:rPr>
              <a:t>10 </a:t>
            </a:r>
            <a:r>
              <a:rPr lang="cs-CZ" sz="2800" dirty="0">
                <a:latin typeface="+mj-lt"/>
                <a:cs typeface="Courier New" pitchFamily="49" charset="0"/>
              </a:rPr>
              <a:t>= </a:t>
            </a:r>
            <a:r>
              <a:rPr lang="cs-CZ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urier New" pitchFamily="49" charset="0"/>
              </a:rPr>
              <a:t>1</a:t>
            </a:r>
            <a:r>
              <a:rPr lang="cs-CZ" sz="2800" dirty="0">
                <a:latin typeface="Consolas" panose="020B0609020204030204" pitchFamily="49" charset="0"/>
                <a:cs typeface="Courier New" pitchFamily="49" charset="0"/>
              </a:rPr>
              <a:t>0000101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1835696" y="5301404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znaménkový bit</a:t>
            </a:r>
          </a:p>
        </p:txBody>
      </p:sp>
      <p:cxnSp>
        <p:nvCxnSpPr>
          <p:cNvPr id="11" name="Přímá spojnice se šipkou 10"/>
          <p:cNvCxnSpPr/>
          <p:nvPr/>
        </p:nvCxnSpPr>
        <p:spPr>
          <a:xfrm>
            <a:off x="2405832" y="4303220"/>
            <a:ext cx="792088" cy="970939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ovéPole 13"/>
          <p:cNvSpPr txBox="1"/>
          <p:nvPr/>
        </p:nvSpPr>
        <p:spPr>
          <a:xfrm>
            <a:off x="5012342" y="5301404"/>
            <a:ext cx="288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2000" dirty="0">
                <a:latin typeface="Verdana" pitchFamily="34" charset="0"/>
                <a:ea typeface="Verdana" pitchFamily="34" charset="0"/>
                <a:cs typeface="Verdana" pitchFamily="34" charset="0"/>
              </a:rPr>
              <a:t>absolutní hodnota</a:t>
            </a:r>
          </a:p>
        </p:txBody>
      </p:sp>
      <p:cxnSp>
        <p:nvCxnSpPr>
          <p:cNvPr id="15" name="Přímá spojnice se šipkou 14"/>
          <p:cNvCxnSpPr>
            <a:endCxn id="14" idx="0"/>
          </p:cNvCxnSpPr>
          <p:nvPr/>
        </p:nvCxnSpPr>
        <p:spPr>
          <a:xfrm>
            <a:off x="3275856" y="4303220"/>
            <a:ext cx="3176646" cy="998184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Uložení celých čísel</a:t>
            </a:r>
          </a:p>
        </p:txBody>
      </p:sp>
    </p:spTree>
    <p:extLst>
      <p:ext uri="{BB962C8B-B14F-4D97-AF65-F5344CB8AC3E}">
        <p14:creationId xmlns:p14="http://schemas.microsoft.com/office/powerpoint/2010/main" val="3512472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/>
      <p:bldP spid="9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0" y="1080000"/>
            <a:ext cx="8784000" cy="2185214"/>
          </a:xfrm>
        </p:spPr>
        <p:txBody>
          <a:bodyPr wrap="square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3200" b="1" dirty="0">
                <a:latin typeface="Verdana" pitchFamily="34" charset="0"/>
              </a:rPr>
              <a:t>Doplňkový kód</a:t>
            </a:r>
          </a:p>
          <a:p>
            <a:pPr marL="50400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Negují se jednotlivé bity a přičte se jednička pokud je číslo </a:t>
            </a:r>
            <a:r>
              <a:rPr lang="cs-CZ" b="1" dirty="0">
                <a:latin typeface="Verdana" pitchFamily="34" charset="0"/>
              </a:rPr>
              <a:t>záporné</a:t>
            </a:r>
          </a:p>
          <a:p>
            <a:pPr marL="50400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b="1" dirty="0">
                <a:latin typeface="Verdana" pitchFamily="34" charset="0"/>
              </a:rPr>
              <a:t>Kladné</a:t>
            </a:r>
            <a:r>
              <a:rPr lang="cs-CZ" dirty="0">
                <a:latin typeface="Verdana" pitchFamily="34" charset="0"/>
              </a:rPr>
              <a:t> číslo má stejný obraz 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Uložení celých čísel</a:t>
            </a:r>
          </a:p>
        </p:txBody>
      </p:sp>
    </p:spTree>
    <p:extLst>
      <p:ext uri="{BB962C8B-B14F-4D97-AF65-F5344CB8AC3E}">
        <p14:creationId xmlns:p14="http://schemas.microsoft.com/office/powerpoint/2010/main" val="48952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88496" cy="720000"/>
          </a:xfrm>
        </p:spPr>
        <p:txBody>
          <a:bodyPr/>
          <a:lstStyle/>
          <a:p>
            <a:pPr eaLnBrk="1" hangingPunct="1"/>
            <a:r>
              <a:rPr lang="cs-CZ" sz="32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Uložení čísel v pohyblivé řádové čárce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0" y="1080000"/>
            <a:ext cx="8784000" cy="4093428"/>
          </a:xfrm>
        </p:spPr>
        <p:txBody>
          <a:bodyPr wrap="square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3200" b="1" dirty="0">
                <a:latin typeface="Verdana" pitchFamily="34" charset="0"/>
              </a:rPr>
              <a:t>Tvar čísla</a:t>
            </a:r>
            <a:endParaRPr lang="cs-CZ" b="1" dirty="0">
              <a:latin typeface="Verdana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endParaRPr lang="cs-CZ" b="1" dirty="0">
              <a:latin typeface="Verdana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endParaRPr lang="cs-CZ" b="1" dirty="0">
              <a:latin typeface="Verdana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endParaRPr lang="cs-CZ" b="1" dirty="0">
              <a:latin typeface="Verdana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b="1" dirty="0">
                <a:latin typeface="Verdana" pitchFamily="34" charset="0"/>
              </a:rPr>
              <a:t>M 	</a:t>
            </a:r>
            <a:r>
              <a:rPr lang="cs-CZ" dirty="0">
                <a:latin typeface="Verdana" pitchFamily="34" charset="0"/>
              </a:rPr>
              <a:t>mantisa</a:t>
            </a:r>
          </a:p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b="1" dirty="0">
                <a:latin typeface="Verdana" pitchFamily="34" charset="0"/>
              </a:rPr>
              <a:t>E	</a:t>
            </a:r>
            <a:r>
              <a:rPr lang="cs-CZ" dirty="0">
                <a:latin typeface="Verdana" pitchFamily="34" charset="0"/>
              </a:rPr>
              <a:t>exponent</a:t>
            </a:r>
          </a:p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b="1" dirty="0">
                <a:latin typeface="Verdana" pitchFamily="34" charset="0"/>
              </a:rPr>
              <a:t>Z	</a:t>
            </a:r>
            <a:r>
              <a:rPr lang="cs-CZ" dirty="0">
                <a:latin typeface="Verdana" pitchFamily="34" charset="0"/>
              </a:rPr>
              <a:t>základ pro výpočet exponentové části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3" name="TextovéPole 2"/>
          <p:cNvSpPr txBox="1"/>
          <p:nvPr/>
        </p:nvSpPr>
        <p:spPr>
          <a:xfrm>
            <a:off x="2303496" y="1988840"/>
            <a:ext cx="453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5400" b="1" dirty="0">
                <a:latin typeface="Courier New" pitchFamily="49" charset="0"/>
                <a:cs typeface="Courier New" pitchFamily="49" charset="0"/>
              </a:rPr>
              <a:t>A = M.Z</a:t>
            </a:r>
            <a:r>
              <a:rPr lang="cs-CZ" sz="5400" b="1" baseline="30000" dirty="0">
                <a:latin typeface="Courier New" pitchFamily="49" charset="0"/>
                <a:cs typeface="Courier New" pitchFamily="49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28595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0" y="1080000"/>
            <a:ext cx="8784000" cy="2769989"/>
          </a:xfrm>
        </p:spPr>
        <p:txBody>
          <a:bodyPr wrap="square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3200" b="1" dirty="0">
                <a:latin typeface="Verdana" pitchFamily="34" charset="0"/>
              </a:rPr>
              <a:t>Přesnost a rozsah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cs-CZ" b="1" dirty="0">
                <a:latin typeface="Verdana" pitchFamily="34" charset="0"/>
              </a:rPr>
              <a:t>Přesnost</a:t>
            </a:r>
            <a:r>
              <a:rPr lang="cs-CZ" dirty="0">
                <a:latin typeface="Verdana" pitchFamily="34" charset="0"/>
              </a:rPr>
              <a:t> čísla závisí na počtu číslic </a:t>
            </a:r>
            <a:r>
              <a:rPr lang="cs-CZ" b="1" dirty="0">
                <a:latin typeface="Verdana" pitchFamily="34" charset="0"/>
              </a:rPr>
              <a:t>mantisy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cs-CZ" b="1" dirty="0">
                <a:latin typeface="Verdana" pitchFamily="34" charset="0"/>
              </a:rPr>
              <a:t>Rozsah</a:t>
            </a:r>
            <a:r>
              <a:rPr lang="cs-CZ" dirty="0">
                <a:latin typeface="Verdana" pitchFamily="34" charset="0"/>
              </a:rPr>
              <a:t> čísla závisí na počtu číslic </a:t>
            </a:r>
            <a:r>
              <a:rPr lang="cs-CZ" b="1" dirty="0">
                <a:latin typeface="Verdana" pitchFamily="34" charset="0"/>
              </a:rPr>
              <a:t>exponentu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Uložení čísel v pohyblivé řádové čárce</a:t>
            </a:r>
          </a:p>
        </p:txBody>
      </p:sp>
    </p:spTree>
    <p:extLst>
      <p:ext uri="{BB962C8B-B14F-4D97-AF65-F5344CB8AC3E}">
        <p14:creationId xmlns:p14="http://schemas.microsoft.com/office/powerpoint/2010/main" val="36606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0" y="1080000"/>
            <a:ext cx="8784000" cy="2031325"/>
          </a:xfrm>
        </p:spPr>
        <p:txBody>
          <a:bodyPr wrap="square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3200" b="1" dirty="0">
                <a:latin typeface="Verdana" pitchFamily="34" charset="0"/>
              </a:rPr>
              <a:t>Normovaný tvar</a:t>
            </a:r>
          </a:p>
          <a:p>
            <a:pPr marL="50400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K dosažení co </a:t>
            </a:r>
            <a:r>
              <a:rPr lang="cs-CZ" b="1" dirty="0">
                <a:latin typeface="Verdana" pitchFamily="34" charset="0"/>
              </a:rPr>
              <a:t>největší přesnosti</a:t>
            </a:r>
            <a:r>
              <a:rPr lang="cs-CZ" dirty="0">
                <a:latin typeface="Verdana" pitchFamily="34" charset="0"/>
              </a:rPr>
              <a:t> čísla se </a:t>
            </a:r>
            <a:r>
              <a:rPr lang="cs-CZ" b="1" dirty="0">
                <a:latin typeface="Verdana" pitchFamily="34" charset="0"/>
              </a:rPr>
              <a:t>mantisa</a:t>
            </a:r>
            <a:r>
              <a:rPr lang="cs-CZ" dirty="0">
                <a:latin typeface="Verdana" pitchFamily="34" charset="0"/>
              </a:rPr>
              <a:t> upravuje na tzv. </a:t>
            </a:r>
            <a:r>
              <a:rPr lang="cs-CZ" b="1" dirty="0">
                <a:latin typeface="Verdana" pitchFamily="34" charset="0"/>
              </a:rPr>
              <a:t>normovaný</a:t>
            </a:r>
            <a:r>
              <a:rPr lang="cs-CZ" dirty="0">
                <a:latin typeface="Verdana" pitchFamily="34" charset="0"/>
              </a:rPr>
              <a:t> tvar pro který platí: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TextovéPole 8"/>
          <p:cNvSpPr txBox="1"/>
          <p:nvPr/>
        </p:nvSpPr>
        <p:spPr>
          <a:xfrm>
            <a:off x="0" y="3590032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5400" b="1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5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cs-CZ" sz="5400" b="1" dirty="0">
                <a:latin typeface="Consolas" panose="020B0609020204030204" pitchFamily="49" charset="0"/>
                <a:cs typeface="Consolas" panose="020B0609020204030204" pitchFamily="49" charset="0"/>
              </a:rPr>
              <a:t>MANTISA</a:t>
            </a:r>
            <a:r>
              <a:rPr lang="en-US" sz="5400" b="1" dirty="0">
                <a:latin typeface="Consolas" panose="020B0609020204030204" pitchFamily="49" charset="0"/>
                <a:cs typeface="Consolas" panose="020B0609020204030204" pitchFamily="49" charset="0"/>
              </a:rPr>
              <a:t>&gt;-1</a:t>
            </a:r>
            <a:r>
              <a:rPr lang="cs-CZ" sz="5400" b="1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cs-CZ" sz="5400" b="1" baseline="30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Uložení čísel v pohyblivé řádové čárce</a:t>
            </a:r>
          </a:p>
        </p:txBody>
      </p:sp>
    </p:spTree>
    <p:extLst>
      <p:ext uri="{BB962C8B-B14F-4D97-AF65-F5344CB8AC3E}">
        <p14:creationId xmlns:p14="http://schemas.microsoft.com/office/powerpoint/2010/main" val="2852322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Datový typ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0" y="1080000"/>
            <a:ext cx="8784000" cy="3293209"/>
          </a:xfrm>
        </p:spPr>
        <p:txBody>
          <a:bodyPr wrap="square"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2400"/>
              </a:spcAft>
              <a:buSzPct val="100000"/>
            </a:pPr>
            <a:r>
              <a:rPr lang="cs-CZ" sz="2400" dirty="0">
                <a:latin typeface="Verdana" pitchFamily="34" charset="0"/>
              </a:rPr>
              <a:t>Určuje </a:t>
            </a:r>
            <a:r>
              <a:rPr lang="cs-CZ" sz="2400" b="1" dirty="0">
                <a:latin typeface="Verdana" pitchFamily="34" charset="0"/>
              </a:rPr>
              <a:t>množinu hodnot</a:t>
            </a:r>
            <a:r>
              <a:rPr lang="cs-CZ" sz="2400" dirty="0">
                <a:latin typeface="Verdana" pitchFamily="34" charset="0"/>
              </a:rPr>
              <a:t>, kterou může </a:t>
            </a:r>
            <a:r>
              <a:rPr lang="cs-CZ" sz="2400" b="1" dirty="0">
                <a:latin typeface="Verdana" pitchFamily="34" charset="0"/>
              </a:rPr>
              <a:t>proměnná</a:t>
            </a:r>
            <a:r>
              <a:rPr lang="cs-CZ" sz="2400" dirty="0">
                <a:latin typeface="Verdana" pitchFamily="34" charset="0"/>
              </a:rPr>
              <a:t> nabývat 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2400" b="1" dirty="0">
                <a:latin typeface="Verdana" pitchFamily="34" charset="0"/>
              </a:rPr>
              <a:t>Datový typ </a:t>
            </a:r>
            <a:r>
              <a:rPr lang="cs-CZ" sz="2400" dirty="0">
                <a:latin typeface="Verdana" pitchFamily="34" charset="0"/>
              </a:rPr>
              <a:t>volí programátor podle </a:t>
            </a:r>
            <a:r>
              <a:rPr lang="cs-CZ" sz="2400" b="1" dirty="0">
                <a:latin typeface="Verdana" pitchFamily="34" charset="0"/>
              </a:rPr>
              <a:t>charakteru veličiny</a:t>
            </a:r>
            <a:r>
              <a:rPr lang="cs-CZ" sz="2400" dirty="0">
                <a:latin typeface="Verdana" pitchFamily="34" charset="0"/>
              </a:rPr>
              <a:t>, kterou potřebuje uložit do paměti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2400" b="1" dirty="0">
                <a:latin typeface="Verdana" pitchFamily="34" charset="0"/>
              </a:rPr>
              <a:t>Datový typ</a:t>
            </a:r>
            <a:r>
              <a:rPr lang="cs-CZ" sz="2400" dirty="0">
                <a:latin typeface="Verdana" pitchFamily="34" charset="0"/>
              </a:rPr>
              <a:t> proměnné </a:t>
            </a:r>
            <a:r>
              <a:rPr lang="cs-CZ" sz="2400" b="1" dirty="0">
                <a:latin typeface="Verdana" pitchFamily="34" charset="0"/>
              </a:rPr>
              <a:t>deklarujeme</a:t>
            </a:r>
            <a:r>
              <a:rPr lang="cs-CZ" sz="2400" dirty="0">
                <a:latin typeface="Verdana" pitchFamily="34" charset="0"/>
              </a:rPr>
              <a:t> před prvním použitím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2400" dirty="0">
                <a:latin typeface="Verdana" pitchFamily="34" charset="0"/>
              </a:rPr>
              <a:t>Mohou být </a:t>
            </a:r>
            <a:r>
              <a:rPr lang="cs-CZ" sz="2400" b="1" dirty="0">
                <a:latin typeface="Verdana" pitchFamily="34" charset="0"/>
              </a:rPr>
              <a:t>jednoduché</a:t>
            </a:r>
            <a:r>
              <a:rPr lang="cs-CZ" sz="2400" dirty="0">
                <a:latin typeface="Verdana" pitchFamily="34" charset="0"/>
              </a:rPr>
              <a:t> nebo </a:t>
            </a:r>
            <a:r>
              <a:rPr lang="cs-CZ" sz="2400" b="1" dirty="0">
                <a:latin typeface="Verdana" pitchFamily="34" charset="0"/>
              </a:rPr>
              <a:t>složené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46532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  <p:bldP spid="4" grpId="0" animBg="1"/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1238489339"/>
              </p:ext>
            </p:extLst>
          </p:nvPr>
        </p:nvGraphicFramePr>
        <p:xfrm>
          <a:off x="359999" y="1080000"/>
          <a:ext cx="8280000" cy="48034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Datový typ</a:t>
            </a:r>
          </a:p>
        </p:txBody>
      </p:sp>
    </p:spTree>
    <p:extLst>
      <p:ext uri="{BB962C8B-B14F-4D97-AF65-F5344CB8AC3E}">
        <p14:creationId xmlns:p14="http://schemas.microsoft.com/office/powerpoint/2010/main" val="2272667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2774CD4-63B4-40B0-A100-9666C52ECD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32774CD4-63B4-40B0-A100-9666C52ECD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1AC2A13-10CD-4CE6-97A6-F2208703A7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graphicEl>
                                              <a:dgm id="{F1AC2A13-10CD-4CE6-97A6-F2208703A7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874FD92-6C17-4049-9CB9-7DD55FD4DD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graphicEl>
                                              <a:dgm id="{8874FD92-6C17-4049-9CB9-7DD55FD4DD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BA31B79-5AB6-4570-AE2E-0F26753534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graphicEl>
                                              <a:dgm id="{0BA31B79-5AB6-4570-AE2E-0F26753534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CAE0476-79A8-4191-8DCD-6026A7D05F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6CAE0476-79A8-4191-8DCD-6026A7D05F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648B4F3-BF0B-4162-8796-B288049E8D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graphicEl>
                                              <a:dgm id="{3648B4F3-BF0B-4162-8796-B288049E8D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9609B4D-23C7-44A0-9655-D6F4D09A91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graphicEl>
                                              <a:dgm id="{69609B4D-23C7-44A0-9655-D6F4D09A919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CD93F45-31AE-4271-86A7-992F54AF6B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graphicEl>
                                              <a:dgm id="{ACD93F45-31AE-4271-86A7-992F54AF6B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9C5AE8E-4DB9-43C2-97C7-4567178A35C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graphicEl>
                                              <a:dgm id="{49C5AE8E-4DB9-43C2-97C7-4567178A35C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568CD18-B7CB-4043-8A05-2E0722FA70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graphicEl>
                                              <a:dgm id="{B568CD18-B7CB-4043-8A05-2E0722FA70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9704E99-60A7-4965-9B63-CFAE5DBEEB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graphicEl>
                                              <a:dgm id="{B9704E99-60A7-4965-9B63-CFAE5DBEEB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C033FAC-9992-4B55-81EB-70D4F8EE99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graphicEl>
                                              <a:dgm id="{EC033FAC-9992-4B55-81EB-70D4F8EE99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AC43F52-D6C5-4DBE-ACBC-7E66602EE6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graphicEl>
                                              <a:dgm id="{AAC43F52-D6C5-4DBE-ACBC-7E66602EE6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Graphic spid="3" grpId="0">
        <p:bldSub>
          <a:bldDgm bld="lvl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5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3330118"/>
              </p:ext>
            </p:extLst>
          </p:nvPr>
        </p:nvGraphicFramePr>
        <p:xfrm>
          <a:off x="360000" y="1080000"/>
          <a:ext cx="8460000" cy="3890964"/>
        </p:xfrm>
        <a:graphic>
          <a:graphicData uri="http://schemas.openxmlformats.org/drawingml/2006/table">
            <a:tbl>
              <a:tblPr/>
              <a:tblGrid>
                <a:gridCol w="2317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3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Typ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Rozsah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cs-CZ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Počet bytů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CHAR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lang="cs-CZ" dirty="0"/>
                        <a:t>-127 až 127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UNSIGNED CHAR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 až 255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lang="cs-CZ" dirty="0"/>
                        <a:t>-32</a:t>
                      </a:r>
                      <a:r>
                        <a:rPr lang="cs-CZ" baseline="0" dirty="0"/>
                        <a:t> 767</a:t>
                      </a:r>
                      <a:r>
                        <a:rPr lang="cs-CZ" dirty="0"/>
                        <a:t> až 32 767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UNSIGNED INT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dirty="0"/>
                        <a:t>0 až 65 535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LONG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lang="cs-CZ" dirty="0"/>
                        <a:t>-2 147 483 647 až 2 147 483 647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5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UNSIGNED </a:t>
                      </a: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LONG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lang="cs-CZ" dirty="0"/>
                        <a:t>0 až 4 294 967 295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8" name="Tlačítko akce: Vlastní 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9" name="Tlačítko akce: Vlastní 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Celočíselné typy</a:t>
            </a:r>
          </a:p>
        </p:txBody>
      </p:sp>
    </p:spTree>
    <p:extLst>
      <p:ext uri="{BB962C8B-B14F-4D97-AF65-F5344CB8AC3E}">
        <p14:creationId xmlns:p14="http://schemas.microsoft.com/office/powerpoint/2010/main" val="15903758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5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8986957"/>
              </p:ext>
            </p:extLst>
          </p:nvPr>
        </p:nvGraphicFramePr>
        <p:xfrm>
          <a:off x="360000" y="1080000"/>
          <a:ext cx="8460472" cy="1779906"/>
        </p:xfrm>
        <a:graphic>
          <a:graphicData uri="http://schemas.openxmlformats.org/drawingml/2006/table">
            <a:tbl>
              <a:tblPr/>
              <a:tblGrid>
                <a:gridCol w="1656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4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48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Typ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Rozsah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cs-CZ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Přesnost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FLOAT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lang="cs-CZ" dirty="0"/>
                        <a:t>1,5x10</a:t>
                      </a:r>
                      <a:r>
                        <a:rPr lang="cs-CZ" baseline="30000" dirty="0"/>
                        <a:t>-45</a:t>
                      </a:r>
                      <a:r>
                        <a:rPr lang="cs-CZ" dirty="0"/>
                        <a:t> až 3,4x10</a:t>
                      </a:r>
                      <a:r>
                        <a:rPr lang="cs-CZ" baseline="30000" dirty="0"/>
                        <a:t>38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lang="cs-CZ" dirty="0"/>
                        <a:t>7 desetinných míst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cs-CZ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DOUBLE</a:t>
                      </a:r>
                    </a:p>
                  </a:txBody>
                  <a:tcPr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lang="cs-CZ" dirty="0"/>
                        <a:t>5x10</a:t>
                      </a:r>
                      <a:r>
                        <a:rPr lang="cs-CZ" baseline="30000" dirty="0"/>
                        <a:t>-324</a:t>
                      </a:r>
                      <a:r>
                        <a:rPr lang="cs-CZ" dirty="0"/>
                        <a:t> až 1,7x10</a:t>
                      </a:r>
                      <a:r>
                        <a:rPr lang="cs-CZ" baseline="30000" dirty="0"/>
                        <a:t>308</a:t>
                      </a:r>
                      <a:endParaRPr kumimoji="0" lang="cs-CZ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9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cs-CZ" dirty="0"/>
                        <a:t>15-16 desetinných míst</a:t>
                      </a:r>
                      <a:endParaRPr kumimoji="0" lang="cs-CZ" sz="18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8676000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cs-CZ" sz="4000" b="1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Reálné typy</a:t>
            </a:r>
          </a:p>
        </p:txBody>
      </p:sp>
    </p:spTree>
    <p:extLst>
      <p:ext uri="{BB962C8B-B14F-4D97-AF65-F5344CB8AC3E}">
        <p14:creationId xmlns:p14="http://schemas.microsoft.com/office/powerpoint/2010/main" val="3123153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Operace s různými datovými typy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0" y="1080000"/>
            <a:ext cx="8784000" cy="2985433"/>
          </a:xfrm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dirty="0">
                <a:latin typeface="Verdana" pitchFamily="34" charset="0"/>
              </a:rPr>
              <a:t>Matematické operace musíme provádět se </a:t>
            </a:r>
            <a:r>
              <a:rPr lang="cs-CZ" b="1" dirty="0">
                <a:latin typeface="Verdana" pitchFamily="34" charset="0"/>
              </a:rPr>
              <a:t>stejnými typy </a:t>
            </a:r>
            <a:r>
              <a:rPr lang="cs-CZ" dirty="0">
                <a:latin typeface="Verdana" pitchFamily="34" charset="0"/>
              </a:rPr>
              <a:t>proměnných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dirty="0">
                <a:latin typeface="Verdana" pitchFamily="34" charset="0"/>
              </a:rPr>
              <a:t>Pro převod typů používáme </a:t>
            </a:r>
            <a:r>
              <a:rPr lang="cs-CZ" b="1" dirty="0">
                <a:latin typeface="Verdana" pitchFamily="34" charset="0"/>
              </a:rPr>
              <a:t>funkce pro přetypování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dirty="0">
                <a:latin typeface="Verdana" pitchFamily="34" charset="0"/>
              </a:rPr>
              <a:t>Při přetypování můžeme </a:t>
            </a:r>
            <a:r>
              <a:rPr lang="cs-CZ" b="1" dirty="0">
                <a:latin typeface="Verdana" pitchFamily="34" charset="0"/>
              </a:rPr>
              <a:t>ztratit přesnost čísla 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99784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  <p:bldP spid="4" grpId="0" animBg="1"/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Proměnná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0" y="1080000"/>
            <a:ext cx="8784000" cy="3154710"/>
          </a:xfrm>
        </p:spPr>
        <p:txBody>
          <a:bodyPr wrap="square"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dirty="0">
                <a:latin typeface="Verdana" pitchFamily="34" charset="0"/>
              </a:rPr>
              <a:t>Proměnná</a:t>
            </a:r>
            <a:r>
              <a:rPr lang="cs-CZ" b="1" dirty="0"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určuje</a:t>
            </a:r>
            <a:r>
              <a:rPr lang="cs-CZ" b="1" dirty="0">
                <a:latin typeface="Verdana" pitchFamily="34" charset="0"/>
              </a:rPr>
              <a:t> konkrétní místo </a:t>
            </a:r>
            <a:r>
              <a:rPr lang="cs-CZ" dirty="0">
                <a:latin typeface="Verdana" pitchFamily="34" charset="0"/>
              </a:rPr>
              <a:t>v</a:t>
            </a:r>
            <a:r>
              <a:rPr lang="cs-CZ" b="1" dirty="0"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paměti, na kterém je uložena </a:t>
            </a:r>
            <a:r>
              <a:rPr lang="cs-CZ" b="1" dirty="0">
                <a:latin typeface="Verdana" pitchFamily="34" charset="0"/>
              </a:rPr>
              <a:t>hodnota</a:t>
            </a:r>
            <a:r>
              <a:rPr lang="cs-CZ" dirty="0">
                <a:latin typeface="Verdana" pitchFamily="34" charset="0"/>
              </a:rPr>
              <a:t> proměnné</a:t>
            </a:r>
          </a:p>
          <a:p>
            <a:pPr marL="504000" indent="0">
              <a:spcBef>
                <a:spcPts val="0"/>
              </a:spcBef>
              <a:spcAft>
                <a:spcPts val="3000"/>
              </a:spcAft>
              <a:buSzPct val="100000"/>
              <a:buNone/>
            </a:pPr>
            <a:r>
              <a:rPr lang="cs-CZ" sz="2400" i="1" dirty="0">
                <a:latin typeface="Verdana" pitchFamily="34" charset="0"/>
              </a:rPr>
              <a:t>např. adresa </a:t>
            </a:r>
            <a:r>
              <a:rPr lang="cs-CZ" sz="2400" b="1" dirty="0">
                <a:latin typeface="Consolas" panose="020B0609020204030204" pitchFamily="49" charset="0"/>
              </a:rPr>
              <a:t>0x0125</a:t>
            </a:r>
            <a:r>
              <a:rPr lang="cs-CZ" sz="2400" i="1" dirty="0">
                <a:latin typeface="Verdana" pitchFamily="34" charset="0"/>
              </a:rPr>
              <a:t> </a:t>
            </a:r>
            <a:r>
              <a:rPr lang="cs-CZ" sz="2400" dirty="0">
                <a:latin typeface="Verdana" pitchFamily="34" charset="0"/>
              </a:rPr>
              <a:t>– se přidělí automaticky</a:t>
            </a:r>
          </a:p>
          <a:p>
            <a:pPr marL="504000" indent="-504000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dirty="0">
                <a:latin typeface="Verdana" pitchFamily="34" charset="0"/>
              </a:rPr>
              <a:t>Proměnná</a:t>
            </a:r>
            <a:r>
              <a:rPr lang="cs-CZ" b="1" dirty="0"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je určena</a:t>
            </a:r>
            <a:r>
              <a:rPr lang="cs-CZ" b="1" dirty="0">
                <a:latin typeface="Verdana" pitchFamily="34" charset="0"/>
              </a:rPr>
              <a:t> identifikátorem</a:t>
            </a:r>
            <a:r>
              <a:rPr lang="cs-CZ" dirty="0">
                <a:latin typeface="Verdana" pitchFamily="34" charset="0"/>
              </a:rPr>
              <a:t>, což je </a:t>
            </a:r>
            <a:r>
              <a:rPr lang="cs-CZ" b="1" dirty="0">
                <a:latin typeface="Verdana" pitchFamily="34" charset="0"/>
              </a:rPr>
              <a:t>symbolické</a:t>
            </a:r>
            <a:r>
              <a:rPr lang="cs-CZ" dirty="0">
                <a:latin typeface="Verdana" pitchFamily="34" charset="0"/>
              </a:rPr>
              <a:t> </a:t>
            </a:r>
            <a:r>
              <a:rPr lang="cs-CZ" b="1" dirty="0">
                <a:latin typeface="Verdana" pitchFamily="34" charset="0"/>
              </a:rPr>
              <a:t>jméno</a:t>
            </a:r>
            <a:r>
              <a:rPr lang="cs-CZ" dirty="0">
                <a:latin typeface="Verdana" pitchFamily="34" charset="0"/>
              </a:rPr>
              <a:t> proměnné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213553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  <p:bldP spid="4" grpId="0" animBg="1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fld id="{746BE85E-3166-4972-8817-88E151AF81A2}" type="slidenum">
              <a:rPr lang="cs-CZ" sz="2000" smtClean="0">
                <a:solidFill>
                  <a:srgbClr val="000000"/>
                </a:solidFill>
                <a:latin typeface="Arial Black" pitchFamily="34" charset="0"/>
              </a:rPr>
              <a:pPr algn="ctr">
                <a:defRPr/>
              </a:pPr>
              <a:t>21</a:t>
            </a:fld>
            <a:endParaRPr lang="cs-CZ" sz="2000" dirty="0">
              <a:solidFill>
                <a:srgbClr val="000000"/>
              </a:solidFill>
              <a:latin typeface="Arial Black" pitchFamily="34" charset="0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dirty="0">
                <a:solidFill>
                  <a:srgbClr val="000000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Obdélník 11"/>
          <p:cNvSpPr/>
          <p:nvPr/>
        </p:nvSpPr>
        <p:spPr>
          <a:xfrm>
            <a:off x="467544" y="4782299"/>
            <a:ext cx="8280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kern="0" dirty="0">
                <a:solidFill>
                  <a:srgbClr val="0000FF"/>
                </a:solidFill>
                <a:latin typeface="Consolas"/>
              </a:rPr>
              <a:t>UNSIGNED INT</a:t>
            </a:r>
            <a:r>
              <a:rPr lang="cs-CZ" dirty="0">
                <a:solidFill>
                  <a:srgbClr val="000000"/>
                </a:solidFill>
                <a:latin typeface="Consolas"/>
              </a:rPr>
              <a:t> POCET;</a:t>
            </a:r>
            <a:endParaRPr lang="en-US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Proměnná</a:t>
            </a:r>
          </a:p>
        </p:txBody>
      </p:sp>
      <p:sp>
        <p:nvSpPr>
          <p:cNvPr id="1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32000" y="1080000"/>
            <a:ext cx="8280000" cy="2462213"/>
          </a:xfr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Veličina:	</a:t>
            </a:r>
            <a:r>
              <a:rPr lang="en-US" dirty="0">
                <a:latin typeface="Verdana" pitchFamily="34" charset="0"/>
              </a:rPr>
              <a:t>	</a:t>
            </a:r>
            <a:r>
              <a:rPr lang="cs-CZ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počet impulzů</a:t>
            </a:r>
          </a:p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Identifikátor:	</a:t>
            </a:r>
            <a:r>
              <a:rPr lang="cs-CZ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POCET</a:t>
            </a:r>
          </a:p>
          <a:p>
            <a:pPr marL="0" indent="0" eaLnBrk="1" hangingPunct="1"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Může nabývat těchto hodnot:</a:t>
            </a:r>
          </a:p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		</a:t>
            </a:r>
            <a:r>
              <a:rPr lang="en-US" dirty="0">
                <a:latin typeface="Verdana" pitchFamily="34" charset="0"/>
              </a:rPr>
              <a:t>	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{0,1,2,…,10000}</a:t>
            </a:r>
          </a:p>
        </p:txBody>
      </p:sp>
      <p:sp>
        <p:nvSpPr>
          <p:cNvPr id="16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32928" y="3699029"/>
            <a:ext cx="8387544" cy="954107"/>
          </a:xfrm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Zvolíme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neznaménkový celočíselný typ INT </a:t>
            </a:r>
            <a:r>
              <a:rPr lang="cs-CZ" dirty="0">
                <a:latin typeface="Verdana" pitchFamily="34" charset="0"/>
              </a:rPr>
              <a:t>(</a:t>
            </a:r>
            <a:r>
              <a:rPr lang="cs-CZ" dirty="0" err="1">
                <a:latin typeface="Verdana" pitchFamily="34" charset="0"/>
              </a:rPr>
              <a:t>max</a:t>
            </a:r>
            <a:r>
              <a:rPr lang="cs-CZ" dirty="0">
                <a:latin typeface="Verdana" pitchFamily="34" charset="0"/>
              </a:rPr>
              <a:t> 65 535)</a:t>
            </a:r>
            <a:endParaRPr lang="en-US" dirty="0">
              <a:latin typeface="Verdana" pitchFamily="34" charset="0"/>
            </a:endParaRPr>
          </a:p>
        </p:txBody>
      </p:sp>
      <p:sp>
        <p:nvSpPr>
          <p:cNvPr id="13" name="TextovéPole 12"/>
          <p:cNvSpPr txBox="1"/>
          <p:nvPr/>
        </p:nvSpPr>
        <p:spPr>
          <a:xfrm>
            <a:off x="8316416" y="44624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374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fld id="{746BE85E-3166-4972-8817-88E151AF81A2}" type="slidenum">
              <a:rPr lang="cs-CZ" sz="2000" smtClean="0">
                <a:solidFill>
                  <a:srgbClr val="000000"/>
                </a:solidFill>
                <a:latin typeface="Arial Black" pitchFamily="34" charset="0"/>
              </a:rPr>
              <a:pPr algn="ctr">
                <a:defRPr/>
              </a:pPr>
              <a:t>22</a:t>
            </a:fld>
            <a:endParaRPr lang="cs-CZ" sz="2000" dirty="0">
              <a:solidFill>
                <a:srgbClr val="000000"/>
              </a:solidFill>
              <a:latin typeface="Arial Black" pitchFamily="34" charset="0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dirty="0">
                <a:solidFill>
                  <a:srgbClr val="000000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Obdélník 11"/>
          <p:cNvSpPr/>
          <p:nvPr/>
        </p:nvSpPr>
        <p:spPr>
          <a:xfrm>
            <a:off x="467544" y="4782299"/>
            <a:ext cx="8280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kern="0" dirty="0">
                <a:solidFill>
                  <a:srgbClr val="0000FF"/>
                </a:solidFill>
                <a:latin typeface="Consolas"/>
              </a:rPr>
              <a:t>CHAR</a:t>
            </a:r>
            <a:r>
              <a:rPr lang="cs-CZ" dirty="0">
                <a:solidFill>
                  <a:srgbClr val="000000"/>
                </a:solidFill>
                <a:latin typeface="Consolas"/>
              </a:rPr>
              <a:t> I;</a:t>
            </a:r>
            <a:endParaRPr lang="en-US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Proměnná</a:t>
            </a:r>
          </a:p>
        </p:txBody>
      </p:sp>
      <p:sp>
        <p:nvSpPr>
          <p:cNvPr id="1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32000" y="1080000"/>
            <a:ext cx="8280000" cy="2385268"/>
          </a:xfr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Veličina:	</a:t>
            </a:r>
            <a:r>
              <a:rPr lang="en-US" dirty="0">
                <a:latin typeface="Verdana" pitchFamily="34" charset="0"/>
              </a:rPr>
              <a:t>	</a:t>
            </a:r>
            <a:r>
              <a:rPr lang="cs-CZ" sz="3200" b="1" dirty="0">
                <a:latin typeface="Consolas" panose="020B0609020204030204" pitchFamily="49" charset="0"/>
              </a:rPr>
              <a:t>řízení cyklu</a:t>
            </a:r>
            <a:endParaRPr lang="cs-CZ" sz="3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Identifikátor:	</a:t>
            </a:r>
            <a:r>
              <a:rPr lang="cs-CZ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</a:p>
          <a:p>
            <a:pPr marL="0" indent="0" eaLnBrk="1" hangingPunct="1"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Může nabývat těchto hodnot:</a:t>
            </a:r>
          </a:p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	</a:t>
            </a:r>
            <a:r>
              <a:rPr lang="en-US" sz="3200" b="1" dirty="0">
                <a:latin typeface="Consolas" panose="020B0609020204030204" pitchFamily="49" charset="0"/>
              </a:rPr>
              <a:t>{-5,-4,-3,0,1,2,3,4,5}</a:t>
            </a:r>
            <a:endParaRPr lang="en-US" sz="3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32928" y="3699029"/>
            <a:ext cx="8711072" cy="523220"/>
          </a:xfrm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Zvolíme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znaménkový typ CHAR</a:t>
            </a:r>
            <a:endParaRPr lang="en-US" dirty="0">
              <a:latin typeface="Verdana" pitchFamily="34" charset="0"/>
            </a:endParaRPr>
          </a:p>
        </p:txBody>
      </p:sp>
      <p:sp>
        <p:nvSpPr>
          <p:cNvPr id="11" name="TextovéPole 10"/>
          <p:cNvSpPr txBox="1"/>
          <p:nvPr/>
        </p:nvSpPr>
        <p:spPr>
          <a:xfrm>
            <a:off x="8316416" y="44624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71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fld id="{746BE85E-3166-4972-8817-88E151AF81A2}" type="slidenum">
              <a:rPr lang="cs-CZ" sz="2000" smtClean="0">
                <a:solidFill>
                  <a:srgbClr val="000000"/>
                </a:solidFill>
                <a:latin typeface="Arial Black" pitchFamily="34" charset="0"/>
              </a:rPr>
              <a:pPr algn="ctr">
                <a:defRPr/>
              </a:pPr>
              <a:t>23</a:t>
            </a:fld>
            <a:endParaRPr lang="cs-CZ" sz="2000" dirty="0">
              <a:solidFill>
                <a:srgbClr val="000000"/>
              </a:solidFill>
              <a:latin typeface="Arial Black" pitchFamily="34" charset="0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dirty="0">
                <a:solidFill>
                  <a:srgbClr val="000000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Obdélník 11"/>
          <p:cNvSpPr/>
          <p:nvPr/>
        </p:nvSpPr>
        <p:spPr>
          <a:xfrm>
            <a:off x="467544" y="4782299"/>
            <a:ext cx="8280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kern="0">
                <a:solidFill>
                  <a:srgbClr val="0000FF"/>
                </a:solidFill>
                <a:latin typeface="Consolas"/>
              </a:rPr>
              <a:t>FLOAT</a:t>
            </a:r>
            <a:r>
              <a:rPr lang="cs-CZ">
                <a:solidFill>
                  <a:srgbClr val="000000"/>
                </a:solidFill>
                <a:latin typeface="Consolas"/>
              </a:rPr>
              <a:t> UVST;</a:t>
            </a:r>
            <a:endParaRPr lang="en-US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Proměnná</a:t>
            </a:r>
          </a:p>
        </p:txBody>
      </p:sp>
      <p:sp>
        <p:nvSpPr>
          <p:cNvPr id="1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32000" y="1080000"/>
            <a:ext cx="8280000" cy="2385268"/>
          </a:xfr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Veličina:	</a:t>
            </a:r>
            <a:r>
              <a:rPr lang="en-US" dirty="0">
                <a:latin typeface="Verdana" pitchFamily="34" charset="0"/>
              </a:rPr>
              <a:t>	</a:t>
            </a:r>
            <a:r>
              <a:rPr lang="cs-CZ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napětí</a:t>
            </a:r>
          </a:p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Identifikátor:	</a:t>
            </a:r>
            <a:r>
              <a:rPr lang="cs-CZ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UVST</a:t>
            </a:r>
          </a:p>
          <a:p>
            <a:pPr marL="0" indent="0" eaLnBrk="1" hangingPunct="1">
              <a:spcBef>
                <a:spcPts val="0"/>
              </a:spcBef>
              <a:spcAft>
                <a:spcPts val="6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Může nabývat těchto hodnot:</a:t>
            </a:r>
          </a:p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	</a:t>
            </a:r>
            <a:r>
              <a:rPr lang="cs-CZ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spojité hodnoty min 0V </a:t>
            </a:r>
            <a:r>
              <a:rPr lang="cs-CZ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cs-CZ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 5V</a:t>
            </a:r>
            <a:endParaRPr lang="en-US" sz="3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32928" y="3699029"/>
            <a:ext cx="8711072" cy="954107"/>
          </a:xfrm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ts val="0"/>
              </a:spcBef>
              <a:spcAft>
                <a:spcPts val="1200"/>
              </a:spcAft>
              <a:buSzPct val="100000"/>
              <a:buNone/>
            </a:pPr>
            <a:r>
              <a:rPr lang="cs-CZ" dirty="0">
                <a:latin typeface="Verdana" pitchFamily="34" charset="0"/>
              </a:rPr>
              <a:t>Zvolíme </a:t>
            </a:r>
            <a:r>
              <a:rPr lang="cs-CZ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reálný typ FLOAT </a:t>
            </a:r>
            <a:r>
              <a:rPr lang="cs-CZ" dirty="0">
                <a:latin typeface="Verdana" pitchFamily="34" charset="0"/>
              </a:rPr>
              <a:t>(dostačující přesnost)</a:t>
            </a:r>
            <a:endParaRPr lang="en-US" dirty="0">
              <a:latin typeface="Verdana" pitchFamily="34" charset="0"/>
            </a:endParaRPr>
          </a:p>
        </p:txBody>
      </p:sp>
      <p:sp>
        <p:nvSpPr>
          <p:cNvPr id="11" name="TextovéPole 10"/>
          <p:cNvSpPr txBox="1"/>
          <p:nvPr/>
        </p:nvSpPr>
        <p:spPr>
          <a:xfrm>
            <a:off x="8316416" y="44624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462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0" y="1080000"/>
            <a:ext cx="8858280" cy="2739211"/>
          </a:xfrm>
        </p:spPr>
        <p:txBody>
          <a:bodyPr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dirty="0">
                <a:latin typeface="Verdana" pitchFamily="34" charset="0"/>
              </a:rPr>
              <a:t>Každý příkaz je </a:t>
            </a:r>
            <a:r>
              <a:rPr lang="cs-CZ" b="1" dirty="0">
                <a:latin typeface="Verdana" pitchFamily="34" charset="0"/>
              </a:rPr>
              <a:t>ukončen</a:t>
            </a:r>
            <a:r>
              <a:rPr lang="cs-CZ" dirty="0">
                <a:latin typeface="Verdana" pitchFamily="34" charset="0"/>
              </a:rPr>
              <a:t> středníkem (</a:t>
            </a:r>
            <a:r>
              <a:rPr lang="en-US" b="1" dirty="0">
                <a:latin typeface="Verdana" pitchFamily="34" charset="0"/>
              </a:rPr>
              <a:t>;</a:t>
            </a:r>
            <a:r>
              <a:rPr lang="en-US" dirty="0">
                <a:latin typeface="Verdana" pitchFamily="34" charset="0"/>
              </a:rPr>
              <a:t>)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</a:pPr>
            <a:endParaRPr lang="en-US" dirty="0">
              <a:latin typeface="Verdana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lang="en-US" sz="3200" dirty="0">
              <a:latin typeface="Verdana" pitchFamily="34" charset="0"/>
            </a:endParaRP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sz="3200" dirty="0">
                <a:latin typeface="Verdana" pitchFamily="34" charset="0"/>
              </a:rPr>
              <a:t>Sekvence příkazů </a:t>
            </a:r>
            <a:r>
              <a:rPr lang="cs-CZ" sz="3200" b="1" dirty="0">
                <a:latin typeface="Verdana" pitchFamily="34" charset="0"/>
              </a:rPr>
              <a:t>začíná</a:t>
            </a:r>
            <a:r>
              <a:rPr lang="cs-CZ" sz="3200" dirty="0">
                <a:latin typeface="Verdana" pitchFamily="34" charset="0"/>
              </a:rPr>
              <a:t> a </a:t>
            </a:r>
            <a:r>
              <a:rPr lang="cs-CZ" sz="3200" b="1" dirty="0">
                <a:latin typeface="Verdana" pitchFamily="34" charset="0"/>
              </a:rPr>
              <a:t>končí</a:t>
            </a:r>
            <a:r>
              <a:rPr lang="cs-CZ" sz="3200" dirty="0">
                <a:latin typeface="Verdana" pitchFamily="34" charset="0"/>
              </a:rPr>
              <a:t> složenou závorkou </a:t>
            </a:r>
            <a:r>
              <a:rPr lang="en-US" sz="3200" b="1" dirty="0">
                <a:latin typeface="Verdana" pitchFamily="34" charset="0"/>
              </a:rPr>
              <a:t>{}</a:t>
            </a:r>
            <a:endParaRPr lang="cs-CZ" sz="3200" b="1" dirty="0">
              <a:latin typeface="Verdana" pitchFamily="34" charset="0"/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8676000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cs-CZ" sz="4000" b="1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Pravidla zápisu</a:t>
            </a:r>
          </a:p>
        </p:txBody>
      </p:sp>
      <p:sp>
        <p:nvSpPr>
          <p:cNvPr id="12" name="Obdélník 11"/>
          <p:cNvSpPr/>
          <p:nvPr/>
        </p:nvSpPr>
        <p:spPr>
          <a:xfrm>
            <a:off x="360012" y="1700808"/>
            <a:ext cx="8460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en-US" dirty="0">
                <a:latin typeface="Consolas"/>
              </a:rPr>
              <a:t>POCET=0</a:t>
            </a:r>
            <a:r>
              <a:rPr lang="cs-CZ" dirty="0">
                <a:latin typeface="Consolas"/>
              </a:rPr>
              <a:t>;</a:t>
            </a:r>
            <a:endParaRPr lang="en-US" dirty="0">
              <a:latin typeface="Consolas"/>
            </a:endParaRPr>
          </a:p>
        </p:txBody>
      </p:sp>
      <p:sp>
        <p:nvSpPr>
          <p:cNvPr id="13" name="Obdélník 12"/>
          <p:cNvSpPr/>
          <p:nvPr/>
        </p:nvSpPr>
        <p:spPr>
          <a:xfrm>
            <a:off x="360000" y="4005064"/>
            <a:ext cx="8460000" cy="205895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en-US" dirty="0">
                <a:latin typeface="Consolas"/>
              </a:rPr>
              <a:t>{</a:t>
            </a:r>
          </a:p>
          <a:p>
            <a:r>
              <a:rPr lang="en-US" dirty="0">
                <a:latin typeface="Consolas"/>
              </a:rPr>
              <a:t>POCET</a:t>
            </a:r>
            <a:r>
              <a:rPr lang="cs-CZ" dirty="0">
                <a:latin typeface="Consolas"/>
              </a:rPr>
              <a:t>1</a:t>
            </a:r>
            <a:r>
              <a:rPr lang="en-US" dirty="0">
                <a:latin typeface="Consolas"/>
              </a:rPr>
              <a:t>=0</a:t>
            </a:r>
            <a:r>
              <a:rPr lang="cs-CZ" dirty="0">
                <a:latin typeface="Consolas"/>
              </a:rPr>
              <a:t>;</a:t>
            </a:r>
            <a:endParaRPr lang="en-US" dirty="0">
              <a:latin typeface="Consolas"/>
            </a:endParaRPr>
          </a:p>
          <a:p>
            <a:r>
              <a:rPr lang="en-US" dirty="0">
                <a:latin typeface="Consolas"/>
              </a:rPr>
              <a:t>POCET=POCET+</a:t>
            </a:r>
            <a:r>
              <a:rPr lang="cs-CZ" dirty="0">
                <a:latin typeface="Consolas"/>
              </a:rPr>
              <a:t>POCET1;</a:t>
            </a:r>
            <a:endParaRPr lang="en-US" dirty="0">
              <a:latin typeface="Consolas"/>
            </a:endParaRPr>
          </a:p>
          <a:p>
            <a:r>
              <a:rPr lang="en-US" dirty="0"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6478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Programové struktury</a:t>
            </a:r>
          </a:p>
        </p:txBody>
      </p:sp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770075241"/>
              </p:ext>
            </p:extLst>
          </p:nvPr>
        </p:nvGraphicFramePr>
        <p:xfrm>
          <a:off x="540000" y="1080000"/>
          <a:ext cx="8100000" cy="493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1" name="Tlačítko akce: Vlastní 2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2" name="Tlačítko akce: Vlastní 21">
            <a:hlinkClick r:id="rId8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5701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2220FF7-3D96-490B-B522-7A0DE4AABE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graphicEl>
                                              <a:dgm id="{F2220FF7-3D96-490B-B522-7A0DE4AABE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AB6F5ED-0D40-48C3-B701-B2249C4F0B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graphicEl>
                                              <a:dgm id="{6AB6F5ED-0D40-48C3-B701-B2249C4F0B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CAF2ED2D-3563-479B-ACAC-A29FF290E6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>
                                            <p:graphicEl>
                                              <a:dgm id="{CAF2ED2D-3563-479B-ACAC-A29FF290E6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590E84C-9885-4CFB-860F-862EB9409A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graphicEl>
                                              <a:dgm id="{8590E84C-9885-4CFB-860F-862EB9409A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9B3A5BC5-E81D-4B6D-A712-A687BFE6DB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>
                                            <p:graphicEl>
                                              <a:dgm id="{9B3A5BC5-E81D-4B6D-A712-A687BFE6DB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75938E59-11F1-4EF4-A8E4-E37C909A2E1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>
                                            <p:graphicEl>
                                              <a:dgm id="{75938E59-11F1-4EF4-A8E4-E37C909A2E1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095D3F1C-9372-45C4-9C38-4BE4FAC35A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>
                                            <p:graphicEl>
                                              <a:dgm id="{095D3F1C-9372-45C4-9C38-4BE4FAC35A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42928B5E-2301-4649-BC83-B4FEEDBC34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>
                                            <p:graphicEl>
                                              <a:dgm id="{42928B5E-2301-4649-BC83-B4FEEDBC34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29B48653-A890-4A0E-8275-568968BE1F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>
                                            <p:graphicEl>
                                              <a:dgm id="{29B48653-A890-4A0E-8275-568968BE1F5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A2323A1A-4DF9-4F18-B71E-A10C1C3F72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>
                                            <p:graphicEl>
                                              <a:dgm id="{A2323A1A-4DF9-4F18-B71E-A10C1C3F72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3059DBC9-A264-4C89-9093-5F98A97860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>
                                            <p:graphicEl>
                                              <a:dgm id="{3059DBC9-A264-4C89-9093-5F98A97860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E9A406D-26AF-450C-9616-180BD447B3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>
                                            <p:graphicEl>
                                              <a:dgm id="{8E9A406D-26AF-450C-9616-180BD447B38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557B924C-313E-4A99-A516-D5611658C5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>
                                            <p:graphicEl>
                                              <a:dgm id="{557B924C-313E-4A99-A516-D5611658C53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779F47C0-2C7D-4F14-8331-D9F890C633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>
                                            <p:graphicEl>
                                              <a:dgm id="{779F47C0-2C7D-4F14-8331-D9F890C633E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88D93B9A-DFDF-46A1-93B3-03CD363EDB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>
                                            <p:graphicEl>
                                              <a:dgm id="{88D93B9A-DFDF-46A1-93B3-03CD363EDB8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3D70C17-7215-4156-9FB0-4AAB28F61B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7">
                                            <p:graphicEl>
                                              <a:dgm id="{F3D70C17-7215-4156-9FB0-4AAB28F61B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682F9636-A21A-4D80-8018-8F9CB9BB26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7">
                                            <p:graphicEl>
                                              <a:dgm id="{682F9636-A21A-4D80-8018-8F9CB9BB26E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B32457AE-9B61-43F0-8862-BCBA5BAE9A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graphicEl>
                                              <a:dgm id="{B32457AE-9B61-43F0-8862-BCBA5BAE9A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F8848214-5A91-4AEF-B461-182672F820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graphicEl>
                                              <a:dgm id="{F8848214-5A91-4AEF-B461-182672F820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Sub>
          <a:bldDgm bld="lvlOne"/>
        </p:bldSub>
      </p:bldGraphic>
      <p:bldP spid="18" grpId="0" animBg="1"/>
      <p:bldP spid="1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0" y="1080000"/>
            <a:ext cx="8784000" cy="1846659"/>
          </a:xfrm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SzPct val="100000"/>
            </a:pPr>
            <a:r>
              <a:rPr lang="cs-CZ" b="1" dirty="0">
                <a:latin typeface="Verdana" pitchFamily="34" charset="0"/>
              </a:rPr>
              <a:t>Jedna</a:t>
            </a:r>
            <a:r>
              <a:rPr lang="cs-CZ" dirty="0">
                <a:latin typeface="Verdana" pitchFamily="34" charset="0"/>
              </a:rPr>
              <a:t> cesta (IF)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SzPct val="100000"/>
            </a:pPr>
            <a:r>
              <a:rPr lang="cs-CZ" b="1" dirty="0">
                <a:latin typeface="Verdana" pitchFamily="34" charset="0"/>
              </a:rPr>
              <a:t>Dvě</a:t>
            </a:r>
            <a:r>
              <a:rPr lang="cs-CZ" dirty="0">
                <a:latin typeface="Verdana" pitchFamily="34" charset="0"/>
              </a:rPr>
              <a:t> cesty (IF-ELSE)</a:t>
            </a:r>
          </a:p>
          <a:p>
            <a:pPr marL="504000" indent="-504000">
              <a:spcBef>
                <a:spcPts val="0"/>
              </a:spcBef>
              <a:spcAft>
                <a:spcPts val="1800"/>
              </a:spcAft>
              <a:buSzPct val="100000"/>
            </a:pPr>
            <a:r>
              <a:rPr lang="cs-CZ" b="1" dirty="0">
                <a:latin typeface="Verdana" pitchFamily="34" charset="0"/>
              </a:rPr>
              <a:t>Několik</a:t>
            </a:r>
            <a:r>
              <a:rPr lang="cs-CZ" dirty="0">
                <a:latin typeface="Verdana" pitchFamily="34" charset="0"/>
              </a:rPr>
              <a:t> cest (IF-ELSE IF-ELSE)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648000" y="288000"/>
            <a:ext cx="8496000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Větvení</a:t>
            </a:r>
          </a:p>
        </p:txBody>
      </p:sp>
    </p:spTree>
    <p:extLst>
      <p:ext uri="{BB962C8B-B14F-4D97-AF65-F5344CB8AC3E}">
        <p14:creationId xmlns:p14="http://schemas.microsoft.com/office/powerpoint/2010/main" val="1477357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61" name="Text Box 33"/>
          <p:cNvSpPr txBox="1">
            <a:spLocks noChangeArrowheads="1"/>
          </p:cNvSpPr>
          <p:nvPr/>
        </p:nvSpPr>
        <p:spPr bwMode="auto">
          <a:xfrm>
            <a:off x="3600000" y="1080000"/>
            <a:ext cx="5292000" cy="193899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// </a:t>
            </a:r>
            <a:r>
              <a:rPr lang="cs-CZ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vetveni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 IF</a:t>
            </a:r>
          </a:p>
          <a:p>
            <a:pPr marL="495300" indent="-495300">
              <a:spcBef>
                <a:spcPts val="0"/>
              </a:spcBef>
              <a:buClr>
                <a:srgbClr val="3366CC"/>
              </a:buClr>
              <a:defRPr/>
            </a:pPr>
            <a:r>
              <a:rPr lang="cs-CZ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if(</a:t>
            </a:r>
            <a:r>
              <a:rPr lang="cs-CZ" b="1" i="1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km</a:t>
            </a:r>
            <a:r>
              <a:rPr lang="cs-CZ" b="1" i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==0</a:t>
            </a:r>
            <a:r>
              <a:rPr lang="cs-CZ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)</a:t>
            </a:r>
            <a:endParaRPr lang="en-US" b="1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{</a:t>
            </a:r>
            <a:endParaRPr lang="cs-CZ" b="1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952500" lvl="1" indent="-495300">
              <a:spcBef>
                <a:spcPts val="0"/>
              </a:spcBef>
              <a:buClr>
                <a:srgbClr val="3366CC"/>
              </a:buClr>
              <a:defRPr/>
            </a:pPr>
            <a:r>
              <a:rPr lang="cs-CZ" b="1" dirty="0">
                <a:solidFill>
                  <a:srgbClr val="FF0000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příkazy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1;</a:t>
            </a:r>
          </a:p>
          <a:p>
            <a:pPr marL="0" lvl="1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}</a:t>
            </a:r>
            <a:endParaRPr lang="cs-CZ" b="1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</p:txBody>
      </p:sp>
      <p:sp>
        <p:nvSpPr>
          <p:cNvPr id="150562" name="Text Box 34"/>
          <p:cNvSpPr txBox="1">
            <a:spLocks noChangeArrowheads="1"/>
          </p:cNvSpPr>
          <p:nvPr/>
        </p:nvSpPr>
        <p:spPr bwMode="auto">
          <a:xfrm>
            <a:off x="8100318" y="1101458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95300" indent="-495300" algn="r" eaLnBrk="0" hangingPunct="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buFont typeface="Monotype Sorts" pitchFamily="2" charset="2"/>
              <a:buNone/>
            </a:pPr>
            <a:r>
              <a:rPr lang="cs-CZ" sz="1000" b="1" dirty="0">
                <a:solidFill>
                  <a:srgbClr val="333333"/>
                </a:solidFill>
                <a:latin typeface="Verdana" pitchFamily="34" charset="0"/>
              </a:rPr>
              <a:t>C++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88496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Větvení IF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Čárový popisek 2 11"/>
          <p:cNvSpPr/>
          <p:nvPr/>
        </p:nvSpPr>
        <p:spPr>
          <a:xfrm>
            <a:off x="5760000" y="1763524"/>
            <a:ext cx="2880000" cy="369332"/>
          </a:xfrm>
          <a:prstGeom prst="borderCallout2">
            <a:avLst>
              <a:gd name="adj1" fmla="val 61733"/>
              <a:gd name="adj2" fmla="val -6790"/>
              <a:gd name="adj3" fmla="val 62716"/>
              <a:gd name="adj4" fmla="val -16888"/>
              <a:gd name="adj5" fmla="val 18987"/>
              <a:gd name="adj6" fmla="val -37659"/>
            </a:avLst>
          </a:prstGeom>
          <a:solidFill>
            <a:srgbClr val="FFFF66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1800" b="1" dirty="0">
                <a:solidFill>
                  <a:schemeClr val="tx1"/>
                </a:solidFill>
              </a:rPr>
              <a:t>logický </a:t>
            </a:r>
            <a:r>
              <a:rPr lang="cs-CZ" sz="1800" dirty="0">
                <a:solidFill>
                  <a:schemeClr val="tx1"/>
                </a:solidFill>
              </a:rPr>
              <a:t>výraz</a:t>
            </a:r>
          </a:p>
        </p:txBody>
      </p:sp>
      <p:sp>
        <p:nvSpPr>
          <p:cNvPr id="13" name="Čárový popisek 2 12"/>
          <p:cNvSpPr/>
          <p:nvPr/>
        </p:nvSpPr>
        <p:spPr>
          <a:xfrm>
            <a:off x="5760000" y="2361074"/>
            <a:ext cx="2880000" cy="707886"/>
          </a:xfrm>
          <a:prstGeom prst="borderCallout2">
            <a:avLst>
              <a:gd name="adj1" fmla="val 73469"/>
              <a:gd name="adj2" fmla="val -6790"/>
              <a:gd name="adj3" fmla="val 73469"/>
              <a:gd name="adj4" fmla="val -15124"/>
              <a:gd name="adj5" fmla="val 31738"/>
              <a:gd name="adj6" fmla="val -32198"/>
            </a:avLst>
          </a:prstGeom>
          <a:solidFill>
            <a:srgbClr val="FFFF66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2000" dirty="0">
                <a:solidFill>
                  <a:schemeClr val="tx1"/>
                </a:solidFill>
              </a:rPr>
              <a:t>příkazy, když </a:t>
            </a:r>
            <a:r>
              <a:rPr lang="cs-CZ" sz="2000" b="1" u="sng" dirty="0">
                <a:solidFill>
                  <a:schemeClr val="tx1"/>
                </a:solidFill>
              </a:rPr>
              <a:t>je</a:t>
            </a:r>
            <a:r>
              <a:rPr lang="cs-CZ" sz="2000" dirty="0">
                <a:solidFill>
                  <a:schemeClr val="tx1"/>
                </a:solidFill>
              </a:rPr>
              <a:t> podmínka splněna</a:t>
            </a:r>
          </a:p>
        </p:txBody>
      </p:sp>
      <p:sp>
        <p:nvSpPr>
          <p:cNvPr id="1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1026" name="Picture 2" descr="D:\lj\prezentace\ALG\obrázky\vetveni2c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0" y="1080000"/>
            <a:ext cx="1524992" cy="28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4148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0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61" grpId="0" animBg="1"/>
      <p:bldP spid="150562" grpId="0"/>
      <p:bldP spid="12" grpId="0" animBg="1"/>
      <p:bldP spid="13" grpId="0" animBg="1"/>
      <p:bldP spid="15" grpId="0" animBg="1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61" name="Text Box 33"/>
          <p:cNvSpPr txBox="1">
            <a:spLocks noChangeArrowheads="1"/>
          </p:cNvSpPr>
          <p:nvPr/>
        </p:nvSpPr>
        <p:spPr bwMode="auto">
          <a:xfrm>
            <a:off x="3600000" y="1080000"/>
            <a:ext cx="5292000" cy="341632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marL="495300" indent="-495300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// </a:t>
            </a:r>
            <a:r>
              <a:rPr lang="cs-CZ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vetveni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 IF</a:t>
            </a:r>
          </a:p>
          <a:p>
            <a:pPr marL="495300" indent="-495300">
              <a:spcBef>
                <a:spcPts val="0"/>
              </a:spcBef>
              <a:buClr>
                <a:srgbClr val="3366CC"/>
              </a:buClr>
              <a:defRPr/>
            </a:pPr>
            <a:r>
              <a:rPr lang="cs-CZ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if(</a:t>
            </a:r>
            <a:r>
              <a:rPr lang="cs-CZ" b="1" i="1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km</a:t>
            </a:r>
            <a:r>
              <a:rPr lang="cs-CZ" b="1" i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==0</a:t>
            </a:r>
            <a:r>
              <a:rPr lang="cs-CZ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)</a:t>
            </a:r>
          </a:p>
          <a:p>
            <a:pPr marL="0" lvl="1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{</a:t>
            </a:r>
            <a:endParaRPr lang="cs-CZ" b="1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952500" lvl="1" indent="-495300">
              <a:spcBef>
                <a:spcPts val="0"/>
              </a:spcBef>
              <a:buClr>
                <a:srgbClr val="3366CC"/>
              </a:buClr>
              <a:defRPr/>
            </a:pPr>
            <a:r>
              <a:rPr lang="cs-CZ" b="1" dirty="0">
                <a:solidFill>
                  <a:srgbClr val="FF0000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příkazy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1;</a:t>
            </a:r>
          </a:p>
          <a:p>
            <a:pPr marL="0" lvl="1" indent="-495300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dirty="0">
                <a:latin typeface="Consolas" panose="020B0609020204030204" pitchFamily="49" charset="0"/>
                <a:ea typeface="Tahoma" pitchFamily="34" charset="0"/>
              </a:rPr>
              <a:t>}</a:t>
            </a:r>
            <a:endParaRPr lang="cs-CZ" dirty="0">
              <a:latin typeface="Consolas" panose="020B0609020204030204" pitchFamily="49" charset="0"/>
              <a:ea typeface="Tahoma" pitchFamily="34" charset="0"/>
            </a:endParaRPr>
          </a:p>
          <a:p>
            <a:pPr marL="495300" indent="-495300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else</a:t>
            </a:r>
          </a:p>
          <a:p>
            <a:pPr marL="0" lvl="1" indent="-495300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dirty="0">
                <a:latin typeface="Consolas" panose="020B0609020204030204" pitchFamily="49" charset="0"/>
                <a:ea typeface="Tahoma" pitchFamily="34" charset="0"/>
              </a:rPr>
              <a:t>{</a:t>
            </a:r>
          </a:p>
          <a:p>
            <a:pPr marL="952500" lvl="1" indent="-495300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příkazy2;</a:t>
            </a:r>
          </a:p>
          <a:p>
            <a:pPr marL="0" lvl="1" indent="-495300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dirty="0">
                <a:latin typeface="Consolas" panose="020B0609020204030204" pitchFamily="49" charset="0"/>
                <a:ea typeface="Tahoma" pitchFamily="34" charset="0"/>
              </a:rPr>
              <a:t>}</a:t>
            </a:r>
          </a:p>
        </p:txBody>
      </p:sp>
      <p:sp>
        <p:nvSpPr>
          <p:cNvPr id="150562" name="Text Box 34"/>
          <p:cNvSpPr txBox="1">
            <a:spLocks noChangeArrowheads="1"/>
          </p:cNvSpPr>
          <p:nvPr/>
        </p:nvSpPr>
        <p:spPr bwMode="auto">
          <a:xfrm>
            <a:off x="8100318" y="1101458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95300" indent="-495300" algn="r" eaLnBrk="0" hangingPunct="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buFont typeface="Monotype Sorts" pitchFamily="2" charset="2"/>
              <a:buNone/>
            </a:pPr>
            <a:r>
              <a:rPr lang="cs-CZ" sz="1000" b="1" dirty="0">
                <a:solidFill>
                  <a:srgbClr val="333333"/>
                </a:solidFill>
                <a:latin typeface="Verdana" pitchFamily="34" charset="0"/>
              </a:rPr>
              <a:t>C++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88496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Větvení IF-ELSE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Čárový popisek 2 11"/>
          <p:cNvSpPr/>
          <p:nvPr/>
        </p:nvSpPr>
        <p:spPr>
          <a:xfrm>
            <a:off x="5760000" y="1763524"/>
            <a:ext cx="2880000" cy="369332"/>
          </a:xfrm>
          <a:prstGeom prst="borderCallout2">
            <a:avLst>
              <a:gd name="adj1" fmla="val 61733"/>
              <a:gd name="adj2" fmla="val -6790"/>
              <a:gd name="adj3" fmla="val 62716"/>
              <a:gd name="adj4" fmla="val -16888"/>
              <a:gd name="adj5" fmla="val 18987"/>
              <a:gd name="adj6" fmla="val -37659"/>
            </a:avLst>
          </a:prstGeom>
          <a:solidFill>
            <a:srgbClr val="FFFF66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1800" b="1" dirty="0">
                <a:solidFill>
                  <a:schemeClr val="tx1"/>
                </a:solidFill>
              </a:rPr>
              <a:t>logický </a:t>
            </a:r>
            <a:r>
              <a:rPr lang="cs-CZ" sz="1800" dirty="0">
                <a:solidFill>
                  <a:schemeClr val="tx1"/>
                </a:solidFill>
              </a:rPr>
              <a:t>výraz</a:t>
            </a:r>
          </a:p>
        </p:txBody>
      </p:sp>
      <p:sp>
        <p:nvSpPr>
          <p:cNvPr id="13" name="Čárový popisek 2 12"/>
          <p:cNvSpPr/>
          <p:nvPr/>
        </p:nvSpPr>
        <p:spPr>
          <a:xfrm>
            <a:off x="5760000" y="2361074"/>
            <a:ext cx="2880000" cy="707886"/>
          </a:xfrm>
          <a:prstGeom prst="borderCallout2">
            <a:avLst>
              <a:gd name="adj1" fmla="val 73469"/>
              <a:gd name="adj2" fmla="val -6790"/>
              <a:gd name="adj3" fmla="val 73469"/>
              <a:gd name="adj4" fmla="val -15124"/>
              <a:gd name="adj5" fmla="val 31738"/>
              <a:gd name="adj6" fmla="val -32198"/>
            </a:avLst>
          </a:prstGeom>
          <a:solidFill>
            <a:srgbClr val="FFFF66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2000" dirty="0">
                <a:solidFill>
                  <a:schemeClr val="tx1"/>
                </a:solidFill>
              </a:rPr>
              <a:t>příkazy, když </a:t>
            </a:r>
            <a:r>
              <a:rPr lang="cs-CZ" sz="2000" b="1" u="sng" dirty="0">
                <a:solidFill>
                  <a:schemeClr val="tx1"/>
                </a:solidFill>
              </a:rPr>
              <a:t>je</a:t>
            </a:r>
            <a:r>
              <a:rPr lang="cs-CZ" sz="2000" dirty="0">
                <a:solidFill>
                  <a:schemeClr val="tx1"/>
                </a:solidFill>
              </a:rPr>
              <a:t> podmínka splněna</a:t>
            </a:r>
          </a:p>
        </p:txBody>
      </p:sp>
      <p:sp>
        <p:nvSpPr>
          <p:cNvPr id="14" name="Čárový popisek 2 13"/>
          <p:cNvSpPr/>
          <p:nvPr/>
        </p:nvSpPr>
        <p:spPr>
          <a:xfrm>
            <a:off x="5760000" y="3438872"/>
            <a:ext cx="2880000" cy="707886"/>
          </a:xfrm>
          <a:prstGeom prst="borderCallout2">
            <a:avLst>
              <a:gd name="adj1" fmla="val 18750"/>
              <a:gd name="adj2" fmla="val -6349"/>
              <a:gd name="adj3" fmla="val 18750"/>
              <a:gd name="adj4" fmla="val -16667"/>
              <a:gd name="adj5" fmla="val 46501"/>
              <a:gd name="adj6" fmla="val -26005"/>
            </a:avLst>
          </a:prstGeom>
          <a:solidFill>
            <a:srgbClr val="FFFF66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2000" dirty="0">
                <a:solidFill>
                  <a:schemeClr val="tx1"/>
                </a:solidFill>
              </a:rPr>
              <a:t>příkazy, když </a:t>
            </a:r>
            <a:r>
              <a:rPr lang="cs-CZ" sz="2000" b="1" u="sng" dirty="0">
                <a:solidFill>
                  <a:schemeClr val="tx1"/>
                </a:solidFill>
              </a:rPr>
              <a:t>není</a:t>
            </a:r>
            <a:r>
              <a:rPr lang="cs-CZ" sz="2000" dirty="0">
                <a:solidFill>
                  <a:schemeClr val="tx1"/>
                </a:solidFill>
              </a:rPr>
              <a:t> podmínka splněna</a:t>
            </a:r>
          </a:p>
        </p:txBody>
      </p:sp>
      <p:sp>
        <p:nvSpPr>
          <p:cNvPr id="1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01" y="1080000"/>
            <a:ext cx="2490128" cy="2771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02065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0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61" grpId="0" animBg="1"/>
      <p:bldP spid="150562" grpId="0"/>
      <p:bldP spid="12" grpId="0" animBg="1"/>
      <p:bldP spid="13" grpId="0" animBg="1"/>
      <p:bldP spid="14" grpId="0" animBg="1"/>
      <p:bldP spid="15" grpId="0" animBg="1"/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20000" y="1378511"/>
            <a:ext cx="2699832" cy="317009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cs-CZ" sz="2000" b="1" kern="0" dirty="0">
                <a:solidFill>
                  <a:srgbClr val="0000FF"/>
                </a:solidFill>
                <a:latin typeface="Consolas"/>
              </a:rPr>
              <a:t>if </a:t>
            </a:r>
            <a:r>
              <a:rPr lang="cs-CZ" sz="2000" kern="0" dirty="0">
                <a:solidFill>
                  <a:prstClr val="black"/>
                </a:solidFill>
                <a:latin typeface="Consolas"/>
              </a:rPr>
              <a:t>(</a:t>
            </a:r>
            <a:r>
              <a:rPr lang="cs-CZ" sz="2000" kern="0" dirty="0">
                <a:solidFill>
                  <a:srgbClr val="FF0000"/>
                </a:solidFill>
                <a:latin typeface="Consolas"/>
              </a:rPr>
              <a:t>A</a:t>
            </a:r>
            <a:r>
              <a:rPr lang="en-US" sz="2000" kern="0" dirty="0">
                <a:solidFill>
                  <a:srgbClr val="FF0000"/>
                </a:solidFill>
                <a:latin typeface="Consolas"/>
              </a:rPr>
              <a:t>&lt;0</a:t>
            </a:r>
            <a:r>
              <a:rPr lang="cs-CZ" sz="2000" kern="0" dirty="0">
                <a:solidFill>
                  <a:prstClr val="black"/>
                </a:solidFill>
                <a:latin typeface="Consolas"/>
              </a:rPr>
              <a:t>)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cs-CZ" sz="2000" b="1" kern="0" dirty="0">
                <a:solidFill>
                  <a:prstClr val="black"/>
                </a:solidFill>
                <a:latin typeface="Consolas"/>
              </a:rPr>
              <a:t>{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cs-CZ" sz="2000" b="1" kern="0" dirty="0">
                <a:solidFill>
                  <a:srgbClr val="0000FF"/>
                </a:solidFill>
                <a:latin typeface="Consolas"/>
              </a:rPr>
              <a:t>   </a:t>
            </a:r>
            <a:r>
              <a:rPr lang="cs-CZ" sz="2000" b="1" kern="0" dirty="0">
                <a:latin typeface="Consolas"/>
              </a:rPr>
              <a:t>příkazy1;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cs-CZ" sz="2000" b="1" kern="0" dirty="0">
                <a:solidFill>
                  <a:prstClr val="black"/>
                </a:solidFill>
                <a:latin typeface="Consolas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2000" kern="0" dirty="0" err="1">
                <a:solidFill>
                  <a:srgbClr val="0000FF"/>
                </a:solidFill>
                <a:latin typeface="Consolas"/>
              </a:rPr>
              <a:t>else</a:t>
            </a:r>
            <a:endParaRPr lang="cs-CZ" sz="2000" kern="0" dirty="0">
              <a:solidFill>
                <a:srgbClr val="0000FF"/>
              </a:solidFill>
              <a:latin typeface="Consola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cs-CZ" sz="2000" kern="0" dirty="0">
                <a:solidFill>
                  <a:prstClr val="black"/>
                </a:solidFill>
                <a:latin typeface="Consolas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2000" kern="0" dirty="0">
                <a:solidFill>
                  <a:srgbClr val="0000FF"/>
                </a:solidFill>
                <a:latin typeface="Consolas"/>
              </a:rPr>
              <a:t>   </a:t>
            </a:r>
            <a:r>
              <a:rPr lang="cs-CZ" sz="2000" kern="0" dirty="0">
                <a:latin typeface="Consolas"/>
              </a:rPr>
              <a:t>příkazy2;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2000" kern="0" dirty="0">
                <a:solidFill>
                  <a:prstClr val="black"/>
                </a:solidFill>
                <a:latin typeface="Consolas"/>
              </a:rPr>
              <a:t>}</a:t>
            </a:r>
            <a:endParaRPr lang="en-US" sz="2000" kern="0" dirty="0">
              <a:solidFill>
                <a:prstClr val="black"/>
              </a:solidFill>
              <a:latin typeface="Consola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000" kern="0" dirty="0">
                <a:solidFill>
                  <a:prstClr val="black"/>
                </a:solidFill>
                <a:latin typeface="Consolas"/>
              </a:rPr>
              <a:t>…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kern="0" dirty="0">
                <a:solidFill>
                  <a:prstClr val="black"/>
                </a:solidFill>
                <a:latin typeface="Consolas"/>
              </a:rPr>
              <a:t>…</a:t>
            </a:r>
            <a:endParaRPr lang="cs-CZ" sz="2000" kern="0" dirty="0">
              <a:solidFill>
                <a:prstClr val="black"/>
              </a:solidFill>
              <a:latin typeface="Consolas"/>
            </a:endParaRPr>
          </a:p>
        </p:txBody>
      </p:sp>
      <p:sp>
        <p:nvSpPr>
          <p:cNvPr id="11" name="Tlačítko akce: Vlastní 1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2" name="Tlačítko akce: Vlastní 11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3" name="Tlačítko akce: Vlastní 12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Programové struktury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779912" y="972000"/>
            <a:ext cx="180020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000" b="1" kern="0" dirty="0">
                <a:solidFill>
                  <a:srgbClr val="0000FF"/>
                </a:solidFill>
                <a:latin typeface="Consolas"/>
              </a:rPr>
              <a:t>A=1</a:t>
            </a:r>
            <a:endParaRPr lang="cs-CZ" sz="2000" kern="0" dirty="0">
              <a:solidFill>
                <a:prstClr val="black"/>
              </a:solidFill>
              <a:latin typeface="Consolas"/>
            </a:endParaRP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5760000" y="972000"/>
            <a:ext cx="1800200" cy="40011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000" b="1" kern="0" dirty="0">
                <a:solidFill>
                  <a:srgbClr val="0000FF"/>
                </a:solidFill>
                <a:latin typeface="Consolas"/>
              </a:rPr>
              <a:t>A=-5</a:t>
            </a:r>
            <a:endParaRPr lang="cs-CZ" sz="2000" kern="0" dirty="0">
              <a:solidFill>
                <a:prstClr val="black"/>
              </a:solidFill>
              <a:latin typeface="Consolas"/>
            </a:endParaRPr>
          </a:p>
        </p:txBody>
      </p:sp>
      <p:cxnSp>
        <p:nvCxnSpPr>
          <p:cNvPr id="3" name="Přímá spojnice se šipkou 2"/>
          <p:cNvCxnSpPr/>
          <p:nvPr/>
        </p:nvCxnSpPr>
        <p:spPr>
          <a:xfrm>
            <a:off x="3960000" y="2924944"/>
            <a:ext cx="0" cy="936104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římá spojnice se šipkou 17"/>
          <p:cNvCxnSpPr/>
          <p:nvPr/>
        </p:nvCxnSpPr>
        <p:spPr>
          <a:xfrm>
            <a:off x="3960000" y="4013448"/>
            <a:ext cx="0" cy="936104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Přímá spojnice se šipkou 18"/>
          <p:cNvCxnSpPr/>
          <p:nvPr/>
        </p:nvCxnSpPr>
        <p:spPr>
          <a:xfrm>
            <a:off x="5940152" y="1556792"/>
            <a:ext cx="0" cy="936104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Přímá spojnice se šipkou 19"/>
          <p:cNvCxnSpPr/>
          <p:nvPr/>
        </p:nvCxnSpPr>
        <p:spPr>
          <a:xfrm>
            <a:off x="5940152" y="4013448"/>
            <a:ext cx="0" cy="936104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62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/>
      <p:bldP spid="10" grpId="0" animBg="1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61" name="Text Box 33"/>
          <p:cNvSpPr txBox="1">
            <a:spLocks noChangeArrowheads="1"/>
          </p:cNvSpPr>
          <p:nvPr/>
        </p:nvSpPr>
        <p:spPr bwMode="auto">
          <a:xfrm>
            <a:off x="3600000" y="1079999"/>
            <a:ext cx="5292000" cy="489364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lr>
                <a:srgbClr val="3366CC"/>
              </a:buClr>
              <a:defRPr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//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větvení ELSE IF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buClr>
                <a:srgbClr val="3366CC"/>
              </a:buClr>
              <a:defRPr/>
            </a:pPr>
            <a:r>
              <a:rPr lang="cs-CZ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if(</a:t>
            </a:r>
            <a:r>
              <a:rPr lang="cs-CZ" b="1" i="1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km</a:t>
            </a:r>
            <a:r>
              <a:rPr lang="cs-CZ" b="1" i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==0</a:t>
            </a:r>
            <a:r>
              <a:rPr lang="cs-CZ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)</a:t>
            </a:r>
            <a:endParaRPr lang="en-US" b="1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0" lvl="1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{</a:t>
            </a:r>
            <a:endParaRPr lang="cs-CZ" b="1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57200" lvl="2">
              <a:spcBef>
                <a:spcPts val="0"/>
              </a:spcBef>
              <a:buClr>
                <a:srgbClr val="3366CC"/>
              </a:buClr>
              <a:defRPr/>
            </a:pPr>
            <a:r>
              <a:rPr lang="cs-CZ" b="1" dirty="0">
                <a:solidFill>
                  <a:srgbClr val="FF0000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příkazy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1;</a:t>
            </a:r>
          </a:p>
          <a:p>
            <a:pPr marL="0" lvl="1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dirty="0">
                <a:latin typeface="Consolas" panose="020B0609020204030204" pitchFamily="49" charset="0"/>
                <a:ea typeface="Tahoma" pitchFamily="34" charset="0"/>
              </a:rPr>
              <a:t>}</a:t>
            </a:r>
            <a:endParaRPr lang="cs-CZ" dirty="0">
              <a:latin typeface="Consolas" panose="020B0609020204030204" pitchFamily="49" charset="0"/>
              <a:ea typeface="Tahoma" pitchFamily="34" charset="0"/>
            </a:endParaRPr>
          </a:p>
          <a:p>
            <a:pPr>
              <a:spcBef>
                <a:spcPts val="0"/>
              </a:spcBef>
              <a:buClr>
                <a:srgbClr val="3366CC"/>
              </a:buClr>
              <a:defRPr/>
            </a:pPr>
            <a:r>
              <a:rPr lang="en-US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else</a:t>
            </a:r>
            <a:r>
              <a:rPr lang="cs-CZ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 if(</a:t>
            </a:r>
            <a:r>
              <a:rPr lang="cs-CZ" b="1" i="1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km</a:t>
            </a:r>
            <a:r>
              <a:rPr lang="en-US" b="1" i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&gt;</a:t>
            </a:r>
            <a:r>
              <a:rPr lang="cs-CZ" b="1" i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0</a:t>
            </a:r>
            <a:r>
              <a:rPr lang="cs-CZ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)</a:t>
            </a:r>
            <a:endParaRPr lang="en-US" b="1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0" lvl="1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dirty="0">
                <a:latin typeface="Consolas" panose="020B0609020204030204" pitchFamily="49" charset="0"/>
                <a:ea typeface="Tahoma" pitchFamily="34" charset="0"/>
              </a:rPr>
              <a:t>{</a:t>
            </a:r>
          </a:p>
          <a:p>
            <a:pPr marL="457200" lvl="2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příkazy2;</a:t>
            </a:r>
          </a:p>
          <a:p>
            <a:pPr marL="0" lvl="1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dirty="0">
                <a:latin typeface="Consolas" panose="020B0609020204030204" pitchFamily="49" charset="0"/>
                <a:ea typeface="Tahoma" pitchFamily="34" charset="0"/>
              </a:rPr>
              <a:t>}</a:t>
            </a:r>
          </a:p>
          <a:p>
            <a:pPr marL="0" lvl="1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else</a:t>
            </a:r>
          </a:p>
          <a:p>
            <a:pPr marL="0" lvl="1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dirty="0">
                <a:latin typeface="Consolas" panose="020B0609020204030204" pitchFamily="49" charset="0"/>
                <a:ea typeface="Tahoma" pitchFamily="34" charset="0"/>
              </a:rPr>
              <a:t>{</a:t>
            </a:r>
          </a:p>
          <a:p>
            <a:pPr marL="457200" lvl="2">
              <a:spcBef>
                <a:spcPts val="0"/>
              </a:spcBef>
              <a:buClr>
                <a:srgbClr val="3366CC"/>
              </a:buClr>
              <a:defRPr/>
            </a:pPr>
            <a:r>
              <a:rPr lang="cs-CZ" b="1" dirty="0">
                <a:solidFill>
                  <a:srgbClr val="FF0000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příkazy3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</a:p>
          <a:p>
            <a:pPr marL="0" lvl="1">
              <a:spcBef>
                <a:spcPts val="0"/>
              </a:spcBef>
              <a:buClr>
                <a:srgbClr val="3366CC"/>
              </a:buClr>
              <a:defRPr/>
            </a:pPr>
            <a:r>
              <a:rPr lang="en-US" dirty="0">
                <a:latin typeface="Consolas" panose="020B0609020204030204" pitchFamily="49" charset="0"/>
                <a:ea typeface="Tahoma" pitchFamily="34" charset="0"/>
              </a:rPr>
              <a:t>}</a:t>
            </a:r>
          </a:p>
        </p:txBody>
      </p:sp>
      <p:sp>
        <p:nvSpPr>
          <p:cNvPr id="150562" name="Text Box 34"/>
          <p:cNvSpPr txBox="1">
            <a:spLocks noChangeArrowheads="1"/>
          </p:cNvSpPr>
          <p:nvPr/>
        </p:nvSpPr>
        <p:spPr bwMode="auto">
          <a:xfrm>
            <a:off x="8172326" y="1080000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95300" indent="-495300" algn="r" eaLnBrk="0" hangingPunct="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buFont typeface="Monotype Sorts" pitchFamily="2" charset="2"/>
              <a:buNone/>
            </a:pPr>
            <a:r>
              <a:rPr lang="cs-CZ" sz="1000" b="1" dirty="0">
                <a:solidFill>
                  <a:srgbClr val="333333"/>
                </a:solidFill>
                <a:latin typeface="Verdana" pitchFamily="34" charset="0"/>
              </a:rPr>
              <a:t>C++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88496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Vícenásobné větvení IF-ELSE IF</a:t>
            </a:r>
          </a:p>
        </p:txBody>
      </p:sp>
      <p:sp>
        <p:nvSpPr>
          <p:cNvPr id="9" name="Tlačítko akce: Vlastní 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0" name="Tlačítko akce: Vlastní 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Čárový popisek 2 11"/>
          <p:cNvSpPr/>
          <p:nvPr/>
        </p:nvSpPr>
        <p:spPr>
          <a:xfrm>
            <a:off x="5940000" y="1556792"/>
            <a:ext cx="2880080" cy="36933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62864"/>
              <a:gd name="adj6" fmla="val -24784"/>
            </a:avLst>
          </a:prstGeom>
          <a:solidFill>
            <a:srgbClr val="FFFF66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1800" b="1" dirty="0">
                <a:solidFill>
                  <a:schemeClr val="tx1"/>
                </a:solidFill>
              </a:rPr>
              <a:t>logický výraz 1</a:t>
            </a:r>
            <a:endParaRPr lang="cs-CZ" sz="1800" dirty="0">
              <a:solidFill>
                <a:schemeClr val="tx1"/>
              </a:solidFill>
            </a:endParaRPr>
          </a:p>
        </p:txBody>
      </p:sp>
      <p:sp>
        <p:nvSpPr>
          <p:cNvPr id="13" name="Čárový popisek 2 12"/>
          <p:cNvSpPr/>
          <p:nvPr/>
        </p:nvSpPr>
        <p:spPr>
          <a:xfrm>
            <a:off x="5940272" y="3275692"/>
            <a:ext cx="2880080" cy="369332"/>
          </a:xfrm>
          <a:prstGeom prst="borderCallout2">
            <a:avLst>
              <a:gd name="adj1" fmla="val 18750"/>
              <a:gd name="adj2" fmla="val -8333"/>
              <a:gd name="adj3" fmla="val 43867"/>
              <a:gd name="adj4" fmla="val -14826"/>
              <a:gd name="adj5" fmla="val 28970"/>
              <a:gd name="adj6" fmla="val -23185"/>
            </a:avLst>
          </a:prstGeom>
          <a:solidFill>
            <a:srgbClr val="FFFF66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1800" b="1" dirty="0">
                <a:solidFill>
                  <a:schemeClr val="tx1"/>
                </a:solidFill>
              </a:rPr>
              <a:t>logický výraz 2</a:t>
            </a:r>
            <a:endParaRPr lang="cs-CZ" sz="1800" dirty="0">
              <a:solidFill>
                <a:schemeClr val="tx1"/>
              </a:solidFill>
            </a:endParaRPr>
          </a:p>
        </p:txBody>
      </p:sp>
      <p:sp>
        <p:nvSpPr>
          <p:cNvPr id="14" name="Čárový popisek 2 13"/>
          <p:cNvSpPr/>
          <p:nvPr/>
        </p:nvSpPr>
        <p:spPr>
          <a:xfrm>
            <a:off x="5940488" y="4881934"/>
            <a:ext cx="2880080" cy="92333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3510"/>
              <a:gd name="adj6" fmla="val -27977"/>
            </a:avLst>
          </a:prstGeom>
          <a:solidFill>
            <a:srgbClr val="FFFF66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1800" b="1" dirty="0">
                <a:solidFill>
                  <a:schemeClr val="tx1"/>
                </a:solidFill>
              </a:rPr>
              <a:t>příkazy3</a:t>
            </a:r>
            <a:r>
              <a:rPr lang="cs-CZ" sz="1800" dirty="0">
                <a:solidFill>
                  <a:schemeClr val="tx1"/>
                </a:solidFill>
              </a:rPr>
              <a:t> se provedou, když všechny výrazy </a:t>
            </a:r>
            <a:r>
              <a:rPr lang="cs-CZ" sz="1800" b="1" dirty="0">
                <a:solidFill>
                  <a:schemeClr val="tx1"/>
                </a:solidFill>
              </a:rPr>
              <a:t>= FALSE (výraz1,vyraz2)</a:t>
            </a:r>
          </a:p>
        </p:txBody>
      </p:sp>
      <p:sp>
        <p:nvSpPr>
          <p:cNvPr id="1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02" y="1080001"/>
            <a:ext cx="3160395" cy="3270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Čárový popisek 2 16"/>
          <p:cNvSpPr/>
          <p:nvPr/>
        </p:nvSpPr>
        <p:spPr>
          <a:xfrm>
            <a:off x="5940512" y="2069728"/>
            <a:ext cx="2880080" cy="64633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2485"/>
              <a:gd name="adj6" fmla="val -37180"/>
            </a:avLst>
          </a:prstGeom>
          <a:solidFill>
            <a:srgbClr val="FFFF66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1800" b="1" dirty="0">
                <a:solidFill>
                  <a:schemeClr val="tx1"/>
                </a:solidFill>
              </a:rPr>
              <a:t>příkazy1</a:t>
            </a:r>
            <a:r>
              <a:rPr lang="cs-CZ" sz="1800" dirty="0">
                <a:solidFill>
                  <a:schemeClr val="tx1"/>
                </a:solidFill>
              </a:rPr>
              <a:t> se provedou, když je výraz 1 </a:t>
            </a:r>
            <a:r>
              <a:rPr lang="cs-CZ" sz="1800" b="1" dirty="0">
                <a:solidFill>
                  <a:schemeClr val="tx1"/>
                </a:solidFill>
              </a:rPr>
              <a:t>= TRUE</a:t>
            </a:r>
          </a:p>
        </p:txBody>
      </p:sp>
      <p:sp>
        <p:nvSpPr>
          <p:cNvPr id="18" name="Čárový popisek 2 17"/>
          <p:cNvSpPr/>
          <p:nvPr/>
        </p:nvSpPr>
        <p:spPr>
          <a:xfrm>
            <a:off x="5940272" y="4078813"/>
            <a:ext cx="2880080" cy="646331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371"/>
              <a:gd name="adj6" fmla="val -29358"/>
            </a:avLst>
          </a:prstGeom>
          <a:solidFill>
            <a:srgbClr val="FFFF66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1800" b="1" dirty="0">
                <a:solidFill>
                  <a:schemeClr val="tx1"/>
                </a:solidFill>
              </a:rPr>
              <a:t>příkazy2</a:t>
            </a:r>
            <a:r>
              <a:rPr lang="cs-CZ" sz="1800" dirty="0">
                <a:solidFill>
                  <a:schemeClr val="tx1"/>
                </a:solidFill>
              </a:rPr>
              <a:t> se provedou, když je výraz 2 </a:t>
            </a:r>
            <a:r>
              <a:rPr lang="cs-CZ" sz="1800" b="1" dirty="0">
                <a:solidFill>
                  <a:schemeClr val="tx1"/>
                </a:solidFill>
              </a:rPr>
              <a:t>= TRUE</a:t>
            </a:r>
          </a:p>
        </p:txBody>
      </p:sp>
    </p:spTree>
    <p:extLst>
      <p:ext uri="{BB962C8B-B14F-4D97-AF65-F5344CB8AC3E}">
        <p14:creationId xmlns:p14="http://schemas.microsoft.com/office/powerpoint/2010/main" val="348273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0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61" grpId="0" animBg="1"/>
      <p:bldP spid="150562" grpId="0"/>
      <p:bldP spid="12" grpId="0" animBg="1"/>
      <p:bldP spid="13" grpId="0" animBg="1"/>
      <p:bldP spid="14" grpId="0" animBg="1"/>
      <p:bldP spid="15" grpId="0" animBg="1"/>
      <p:bldP spid="16" grpId="0"/>
      <p:bldP spid="17" grpId="0" animBg="1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fld id="{746BE85E-3166-4972-8817-88E151AF81A2}" type="slidenum">
              <a:rPr lang="cs-CZ" sz="2000" smtClean="0">
                <a:solidFill>
                  <a:srgbClr val="000000"/>
                </a:solidFill>
                <a:latin typeface="Arial Black" pitchFamily="34" charset="0"/>
              </a:rPr>
              <a:pPr algn="ctr">
                <a:defRPr/>
              </a:pPr>
              <a:t>31</a:t>
            </a:fld>
            <a:endParaRPr lang="cs-CZ" sz="2000" dirty="0">
              <a:solidFill>
                <a:srgbClr val="000000"/>
              </a:solidFill>
              <a:latin typeface="Arial Black" pitchFamily="34" charset="0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dirty="0">
                <a:solidFill>
                  <a:srgbClr val="000000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Větvení</a:t>
            </a:r>
          </a:p>
        </p:txBody>
      </p:sp>
      <p:sp>
        <p:nvSpPr>
          <p:cNvPr id="1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32000" y="1080000"/>
            <a:ext cx="8280000" cy="2554545"/>
          </a:xfr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0" indent="0" eaLnBrk="1" hangingPunct="1">
              <a:spcBef>
                <a:spcPts val="0"/>
              </a:spcBef>
              <a:spcAft>
                <a:spcPts val="2400"/>
              </a:spcAft>
              <a:buSzPct val="100000"/>
              <a:buNone/>
            </a:pP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Je-li nastaven 0. bit (</a:t>
            </a:r>
            <a:r>
              <a:rPr lang="cs-CZ" sz="2000" b="1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VSTUP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) dej do proměnné </a:t>
            </a:r>
            <a:r>
              <a:rPr lang="cs-CZ" sz="2000" b="1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CISLO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cs-CZ" sz="2000" b="1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20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0" indent="0" eaLnBrk="1" hangingPunct="1">
              <a:spcBef>
                <a:spcPts val="0"/>
              </a:spcBef>
              <a:spcAft>
                <a:spcPts val="2400"/>
              </a:spcAft>
              <a:buSzPct val="100000"/>
              <a:buNone/>
            </a:pP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Je-li nastaven 1. bit přičti k proměnné </a:t>
            </a:r>
            <a:r>
              <a:rPr lang="cs-CZ" sz="2000" b="1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CISLO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cs-CZ" sz="2000" b="1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3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0" indent="0" eaLnBrk="1" hangingPunct="1">
              <a:spcBef>
                <a:spcPts val="0"/>
              </a:spcBef>
              <a:spcAft>
                <a:spcPts val="2400"/>
              </a:spcAft>
              <a:buSzPct val="100000"/>
              <a:buNone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e-</a:t>
            </a:r>
            <a:r>
              <a:rPr lang="cs-CZ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nastaven 2. bit odečti od proměnné </a:t>
            </a:r>
            <a:r>
              <a:rPr lang="cs-CZ" sz="2000" b="1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CISLO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cs-CZ" sz="2000" b="1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 eaLnBrk="1" hangingPunct="1">
              <a:spcBef>
                <a:spcPts val="0"/>
              </a:spcBef>
              <a:spcAft>
                <a:spcPts val="2400"/>
              </a:spcAft>
              <a:buSzPct val="100000"/>
              <a:buNone/>
            </a:pP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Je-li v proměnné </a:t>
            </a:r>
            <a:r>
              <a:rPr lang="cs-CZ" sz="2000" b="1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VSTUP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jiná hodnota nastav proměnnou </a:t>
            </a:r>
            <a:r>
              <a:rPr lang="cs-CZ" sz="2000" b="1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CISLO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na </a:t>
            </a:r>
            <a:r>
              <a:rPr lang="cs-CZ" sz="2000" b="1" dirty="0">
                <a:latin typeface="Consolas" panose="020B0609020204030204" pitchFamily="49" charset="0"/>
                <a:ea typeface="Verdana" panose="020B0604030504040204" pitchFamily="34" charset="0"/>
                <a:cs typeface="Verdana" panose="020B0604030504040204" pitchFamily="34" charset="0"/>
              </a:rPr>
              <a:t>0</a:t>
            </a:r>
            <a:r>
              <a:rPr lang="cs-CZ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</p:txBody>
      </p:sp>
      <p:sp>
        <p:nvSpPr>
          <p:cNvPr id="11" name="TextovéPole 10"/>
          <p:cNvSpPr txBox="1"/>
          <p:nvPr/>
        </p:nvSpPr>
        <p:spPr>
          <a:xfrm>
            <a:off x="8316416" y="44624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292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>
              <a:defRPr/>
            </a:pPr>
            <a:fld id="{746BE85E-3166-4972-8817-88E151AF81A2}" type="slidenum">
              <a:rPr lang="cs-CZ" sz="2000" smtClean="0">
                <a:solidFill>
                  <a:srgbClr val="000000"/>
                </a:solidFill>
                <a:latin typeface="Arial Black" pitchFamily="34" charset="0"/>
              </a:rPr>
              <a:pPr algn="ctr">
                <a:defRPr/>
              </a:pPr>
              <a:t>32</a:t>
            </a:fld>
            <a:endParaRPr lang="cs-CZ" sz="2000" dirty="0">
              <a:solidFill>
                <a:srgbClr val="000000"/>
              </a:solidFill>
              <a:latin typeface="Arial Black" pitchFamily="34" charset="0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dirty="0">
                <a:solidFill>
                  <a:srgbClr val="000000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dirty="0">
                <a:solidFill>
                  <a:srgbClr val="000000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Obdélník 11"/>
          <p:cNvSpPr/>
          <p:nvPr/>
        </p:nvSpPr>
        <p:spPr>
          <a:xfrm>
            <a:off x="467544" y="1080000"/>
            <a:ext cx="8280000" cy="501360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sz="1600" kern="0" dirty="0" err="1">
                <a:solidFill>
                  <a:srgbClr val="0000FF"/>
                </a:solidFill>
                <a:latin typeface="Consolas"/>
              </a:rPr>
              <a:t>char</a:t>
            </a:r>
            <a:r>
              <a:rPr lang="cs-CZ" sz="1600" dirty="0">
                <a:solidFill>
                  <a:srgbClr val="000000"/>
                </a:solidFill>
                <a:latin typeface="Consolas"/>
              </a:rPr>
              <a:t> vstup;</a:t>
            </a:r>
          </a:p>
          <a:p>
            <a:r>
              <a:rPr lang="cs-CZ" sz="1600" kern="0" dirty="0">
                <a:solidFill>
                  <a:srgbClr val="0000FF"/>
                </a:solidFill>
                <a:latin typeface="Consolas"/>
              </a:rPr>
              <a:t>int</a:t>
            </a:r>
            <a:r>
              <a:rPr lang="cs-CZ" sz="1600" dirty="0">
                <a:solidFill>
                  <a:srgbClr val="000000"/>
                </a:solidFill>
                <a:latin typeface="Consolas"/>
              </a:rPr>
              <a:t> </a:t>
            </a:r>
            <a:r>
              <a:rPr lang="cs-CZ" sz="1600" dirty="0" err="1">
                <a:solidFill>
                  <a:srgbClr val="000000"/>
                </a:solidFill>
                <a:latin typeface="Consolas"/>
              </a:rPr>
              <a:t>cislo</a:t>
            </a:r>
            <a:r>
              <a:rPr lang="cs-CZ" sz="1600" dirty="0">
                <a:solidFill>
                  <a:srgbClr val="000000"/>
                </a:solidFill>
                <a:latin typeface="Consolas"/>
              </a:rPr>
              <a:t>;</a:t>
            </a:r>
          </a:p>
          <a:p>
            <a:r>
              <a:rPr lang="cs-CZ" sz="1600" dirty="0" err="1">
                <a:solidFill>
                  <a:srgbClr val="000000"/>
                </a:solidFill>
                <a:latin typeface="Consolas"/>
              </a:rPr>
              <a:t>if</a:t>
            </a:r>
            <a:r>
              <a:rPr lang="cs-CZ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vstup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==0b00000001</a:t>
            </a:r>
            <a:r>
              <a:rPr lang="cs-CZ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cislo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=20;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else if(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vstup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==0b000000</a:t>
            </a:r>
            <a:r>
              <a:rPr lang="cs-CZ" sz="1600" dirty="0">
                <a:solidFill>
                  <a:srgbClr val="000000"/>
                </a:solidFill>
                <a:latin typeface="Consolas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cislo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=cislo+3;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else if(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vstup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==0b00000</a:t>
            </a:r>
            <a:r>
              <a:rPr lang="cs-CZ" sz="1600" dirty="0">
                <a:solidFill>
                  <a:srgbClr val="000000"/>
                </a:solidFill>
                <a:latin typeface="Consolas"/>
              </a:rPr>
              <a:t>100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cislo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=cislo-2;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else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	</a:t>
            </a:r>
            <a:r>
              <a:rPr lang="cs-CZ" sz="1600" dirty="0" err="1">
                <a:solidFill>
                  <a:srgbClr val="000000"/>
                </a:solidFill>
                <a:latin typeface="Consolas"/>
              </a:rPr>
              <a:t>ci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slo</a:t>
            </a:r>
            <a:r>
              <a:rPr lang="cs-CZ" sz="1600" dirty="0">
                <a:solidFill>
                  <a:srgbClr val="000000"/>
                </a:solidFill>
                <a:latin typeface="Consolas"/>
              </a:rPr>
              <a:t>=0;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}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Větvení</a:t>
            </a:r>
          </a:p>
        </p:txBody>
      </p:sp>
      <p:sp>
        <p:nvSpPr>
          <p:cNvPr id="11" name="TextovéPole 10"/>
          <p:cNvSpPr txBox="1"/>
          <p:nvPr/>
        </p:nvSpPr>
        <p:spPr>
          <a:xfrm>
            <a:off x="8316416" y="44624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978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0" y="1080000"/>
            <a:ext cx="8784000" cy="1615827"/>
          </a:xfrm>
        </p:spPr>
        <p:txBody>
          <a:bodyPr>
            <a:spAutoFit/>
          </a:bodyPr>
          <a:lstStyle/>
          <a:p>
            <a:pPr marL="504000" indent="-504000">
              <a:spcBef>
                <a:spcPts val="0"/>
              </a:spcBef>
              <a:spcAft>
                <a:spcPts val="1800"/>
              </a:spcAft>
              <a:buSzPct val="100000"/>
            </a:pPr>
            <a:r>
              <a:rPr lang="cs-CZ" b="1" dirty="0">
                <a:latin typeface="Verdana" pitchFamily="34" charset="0"/>
              </a:rPr>
              <a:t>Cyklus s pevným počtem opakování</a:t>
            </a:r>
            <a:r>
              <a:rPr lang="cs-CZ" dirty="0">
                <a:latin typeface="Verdana" pitchFamily="34" charset="0"/>
              </a:rPr>
              <a:t> (počítaný cyklus) (FOR)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SzPct val="100000"/>
            </a:pPr>
            <a:r>
              <a:rPr lang="cs-CZ" b="1" dirty="0">
                <a:latin typeface="Verdana" pitchFamily="34" charset="0"/>
              </a:rPr>
              <a:t>Cyklus s podmínkou na začátku </a:t>
            </a:r>
            <a:r>
              <a:rPr lang="cs-CZ" dirty="0">
                <a:latin typeface="Verdana" pitchFamily="34" charset="0"/>
              </a:rPr>
              <a:t>(WHILE)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648000" y="288000"/>
            <a:ext cx="8496000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Cyklus</a:t>
            </a:r>
          </a:p>
        </p:txBody>
      </p:sp>
    </p:spTree>
    <p:extLst>
      <p:ext uri="{BB962C8B-B14F-4D97-AF65-F5344CB8AC3E}">
        <p14:creationId xmlns:p14="http://schemas.microsoft.com/office/powerpoint/2010/main" val="407367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0" y="1080000"/>
            <a:ext cx="8784000" cy="1615827"/>
          </a:xfrm>
        </p:spPr>
        <p:txBody>
          <a:bodyPr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SzPct val="100000"/>
            </a:pPr>
            <a:r>
              <a:rPr lang="cs-CZ" dirty="0">
                <a:latin typeface="Verdana" pitchFamily="34" charset="0"/>
              </a:rPr>
              <a:t>Počet opakování je </a:t>
            </a:r>
            <a:r>
              <a:rPr lang="cs-CZ" b="1" dirty="0">
                <a:latin typeface="Verdana" pitchFamily="34" charset="0"/>
              </a:rPr>
              <a:t>dopředu</a:t>
            </a:r>
            <a:r>
              <a:rPr lang="cs-CZ" dirty="0">
                <a:latin typeface="Verdana" pitchFamily="34" charset="0"/>
              </a:rPr>
              <a:t> znám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SzPct val="100000"/>
            </a:pPr>
            <a:r>
              <a:rPr lang="cs-CZ" dirty="0">
                <a:latin typeface="Verdana" pitchFamily="34" charset="0"/>
              </a:rPr>
              <a:t>Můžeme </a:t>
            </a:r>
            <a:r>
              <a:rPr lang="cs-CZ" b="1" dirty="0">
                <a:latin typeface="Verdana" pitchFamily="34" charset="0"/>
              </a:rPr>
              <a:t>nastavit</a:t>
            </a:r>
            <a:r>
              <a:rPr lang="cs-CZ" dirty="0">
                <a:latin typeface="Verdana" pitchFamily="34" charset="0"/>
              </a:rPr>
              <a:t> parametry pro generování </a:t>
            </a:r>
            <a:r>
              <a:rPr lang="cs-CZ" b="1" dirty="0">
                <a:latin typeface="Verdana" pitchFamily="34" charset="0"/>
              </a:rPr>
              <a:t>řídící proměnné </a:t>
            </a:r>
            <a:r>
              <a:rPr lang="cs-CZ" dirty="0">
                <a:latin typeface="Verdana" pitchFamily="34" charset="0"/>
              </a:rPr>
              <a:t>cyklu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648000" y="288000"/>
            <a:ext cx="8496000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Cyklus s pevným počtem opakování</a:t>
            </a:r>
          </a:p>
        </p:txBody>
      </p:sp>
    </p:spTree>
    <p:extLst>
      <p:ext uri="{BB962C8B-B14F-4D97-AF65-F5344CB8AC3E}">
        <p14:creationId xmlns:p14="http://schemas.microsoft.com/office/powerpoint/2010/main" val="298384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lj\prezentace\ALG\obrázky\cyklus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000" y="1080000"/>
            <a:ext cx="3331009" cy="470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Čárový popisek 2 2"/>
          <p:cNvSpPr/>
          <p:nvPr/>
        </p:nvSpPr>
        <p:spPr>
          <a:xfrm>
            <a:off x="5436096" y="1052736"/>
            <a:ext cx="2880080" cy="1800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5655"/>
              <a:gd name="adj6" fmla="val -64476"/>
            </a:avLst>
          </a:prstGeom>
          <a:solidFill>
            <a:srgbClr val="FFFF99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2000" b="1" dirty="0">
                <a:solidFill>
                  <a:schemeClr val="tx1"/>
                </a:solidFill>
              </a:rPr>
              <a:t>Parametry cyklu  </a:t>
            </a:r>
            <a:r>
              <a:rPr lang="cs-CZ" sz="2000" dirty="0">
                <a:solidFill>
                  <a:schemeClr val="tx1"/>
                </a:solidFill>
              </a:rPr>
              <a:t>určují pravidla generování </a:t>
            </a:r>
            <a:r>
              <a:rPr lang="cs-CZ" sz="2000" b="1" dirty="0">
                <a:solidFill>
                  <a:schemeClr val="tx1"/>
                </a:solidFill>
              </a:rPr>
              <a:t>řídící proměnné</a:t>
            </a:r>
            <a:r>
              <a:rPr lang="cs-CZ" sz="2000" dirty="0">
                <a:solidFill>
                  <a:schemeClr val="tx1"/>
                </a:solidFill>
              </a:rPr>
              <a:t> cyklu</a:t>
            </a:r>
          </a:p>
        </p:txBody>
      </p:sp>
      <p:sp>
        <p:nvSpPr>
          <p:cNvPr id="14" name="Čárový popisek 2 13"/>
          <p:cNvSpPr/>
          <p:nvPr/>
        </p:nvSpPr>
        <p:spPr>
          <a:xfrm>
            <a:off x="5436096" y="3284984"/>
            <a:ext cx="2880080" cy="1800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7559"/>
              <a:gd name="adj6" fmla="val -56531"/>
            </a:avLst>
          </a:prstGeom>
          <a:solidFill>
            <a:srgbClr val="FFFF99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2000" b="1" dirty="0">
                <a:solidFill>
                  <a:schemeClr val="tx1"/>
                </a:solidFill>
              </a:rPr>
              <a:t>Tělo cyklu </a:t>
            </a:r>
            <a:r>
              <a:rPr lang="cs-CZ" sz="2000" dirty="0">
                <a:solidFill>
                  <a:schemeClr val="tx1"/>
                </a:solidFill>
              </a:rPr>
              <a:t>je posloupnost příkazů</a:t>
            </a:r>
          </a:p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2000" dirty="0">
                <a:solidFill>
                  <a:schemeClr val="tx1"/>
                </a:solidFill>
              </a:rPr>
              <a:t>V těle cyklu může být sekvence, větvení nebo cyklus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72000"/>
            <a:ext cx="7772400" cy="400110"/>
          </a:xfrm>
          <a:noFill/>
          <a:ln/>
        </p:spPr>
        <p:txBody>
          <a:bodyPr>
            <a:spAutoFit/>
          </a:bodyPr>
          <a:lstStyle/>
          <a:p>
            <a:r>
              <a:rPr lang="cs-CZ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Cyklus s pevným počtem opakování</a:t>
            </a:r>
          </a:p>
        </p:txBody>
      </p:sp>
    </p:spTree>
    <p:extLst>
      <p:ext uri="{BB962C8B-B14F-4D97-AF65-F5344CB8AC3E}">
        <p14:creationId xmlns:p14="http://schemas.microsoft.com/office/powerpoint/2010/main" val="397263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6" grpId="0" animBg="1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61" name="Text Box 33"/>
          <p:cNvSpPr txBox="1">
            <a:spLocks noChangeArrowheads="1"/>
          </p:cNvSpPr>
          <p:nvPr/>
        </p:nvSpPr>
        <p:spPr bwMode="auto">
          <a:xfrm>
            <a:off x="360000" y="1080000"/>
            <a:ext cx="8460000" cy="39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// </a:t>
            </a:r>
            <a:r>
              <a:rPr lang="cs-CZ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cyklus FOR</a:t>
            </a:r>
            <a:endParaRPr lang="cs-CZ" b="1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nn-NO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for(</a:t>
            </a:r>
            <a:r>
              <a:rPr lang="nn-NO" b="1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i</a:t>
            </a:r>
            <a:r>
              <a:rPr lang="nn-NO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=0</a:t>
            </a:r>
            <a:r>
              <a:rPr lang="nn-NO" b="1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;i</a:t>
            </a:r>
            <a:r>
              <a:rPr lang="nn-NO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&lt;</a:t>
            </a:r>
            <a:r>
              <a:rPr lang="cs-CZ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10</a:t>
            </a:r>
            <a:r>
              <a:rPr lang="nn-NO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r>
              <a:rPr lang="nn-NO" b="1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i</a:t>
            </a:r>
            <a:r>
              <a:rPr lang="nn-NO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++)</a:t>
            </a:r>
            <a:endParaRPr lang="cs-CZ" b="1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{</a:t>
            </a:r>
            <a:endParaRPr lang="cs-CZ" b="1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952500" lvl="2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cs-CZ" b="1" dirty="0">
                <a:solidFill>
                  <a:srgbClr val="FF0000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příkazy</a:t>
            </a:r>
            <a:r>
              <a:rPr lang="cs-CZ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endParaRPr lang="cs-CZ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lvl="2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}</a:t>
            </a:r>
            <a:endParaRPr lang="cs-CZ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</p:txBody>
      </p:sp>
      <p:sp>
        <p:nvSpPr>
          <p:cNvPr id="150562" name="Text Box 34"/>
          <p:cNvSpPr txBox="1">
            <a:spLocks noChangeArrowheads="1"/>
          </p:cNvSpPr>
          <p:nvPr/>
        </p:nvSpPr>
        <p:spPr bwMode="auto">
          <a:xfrm>
            <a:off x="8027838" y="1085943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95300" indent="-495300" algn="r" eaLnBrk="0" hangingPunct="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buFont typeface="Monotype Sorts" pitchFamily="2" charset="2"/>
              <a:buNone/>
            </a:pPr>
            <a:r>
              <a:rPr lang="cs-CZ" sz="1000" b="1" dirty="0">
                <a:solidFill>
                  <a:srgbClr val="333333"/>
                </a:solidFill>
                <a:latin typeface="Verdana" pitchFamily="34" charset="0"/>
              </a:rPr>
              <a:t>C++</a:t>
            </a:r>
          </a:p>
        </p:txBody>
      </p:sp>
      <p:sp>
        <p:nvSpPr>
          <p:cNvPr id="14" name="Čárový popisek 2 13"/>
          <p:cNvSpPr/>
          <p:nvPr/>
        </p:nvSpPr>
        <p:spPr>
          <a:xfrm>
            <a:off x="5292548" y="1641818"/>
            <a:ext cx="2880080" cy="707886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8768"/>
              <a:gd name="adj6" fmla="val -81806"/>
            </a:avLst>
          </a:prstGeom>
          <a:solidFill>
            <a:srgbClr val="FFFF99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2000" dirty="0">
                <a:solidFill>
                  <a:schemeClr val="tx1"/>
                </a:solidFill>
              </a:rPr>
              <a:t>funkce pro výpočet budoucí hodnoty</a:t>
            </a:r>
          </a:p>
        </p:txBody>
      </p:sp>
      <p:sp>
        <p:nvSpPr>
          <p:cNvPr id="16" name="Čárový popisek 2 15"/>
          <p:cNvSpPr>
            <a:spLocks/>
          </p:cNvSpPr>
          <p:nvPr/>
        </p:nvSpPr>
        <p:spPr>
          <a:xfrm>
            <a:off x="5292548" y="2637422"/>
            <a:ext cx="2880080" cy="648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06958"/>
              <a:gd name="adj6" fmla="val -108020"/>
            </a:avLst>
          </a:prstGeom>
          <a:solidFill>
            <a:srgbClr val="FFFF99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2000" dirty="0">
                <a:solidFill>
                  <a:schemeClr val="tx1"/>
                </a:solidFill>
              </a:rPr>
              <a:t>podmínka konce cyklu</a:t>
            </a:r>
          </a:p>
        </p:txBody>
      </p:sp>
      <p:sp>
        <p:nvSpPr>
          <p:cNvPr id="17" name="Čárový popisek 2 16"/>
          <p:cNvSpPr/>
          <p:nvPr/>
        </p:nvSpPr>
        <p:spPr>
          <a:xfrm>
            <a:off x="5292548" y="3479138"/>
            <a:ext cx="2880080" cy="40011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375607"/>
              <a:gd name="adj6" fmla="val -137075"/>
            </a:avLst>
          </a:prstGeom>
          <a:solidFill>
            <a:srgbClr val="FFFF99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2000" dirty="0">
                <a:solidFill>
                  <a:schemeClr val="tx1"/>
                </a:solidFill>
              </a:rPr>
              <a:t>počáteční hodnota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88496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Cyklus FOR</a:t>
            </a:r>
          </a:p>
        </p:txBody>
      </p:sp>
      <p:sp>
        <p:nvSpPr>
          <p:cNvPr id="10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1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lačítko akce: Vlastní 11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3" name="Tlačítko akce: Vlastní 1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5" name="Tlačítko akce: Vlastní 1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300620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05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05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05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05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05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  <p:bldP spid="17" grpId="0" animBg="1"/>
      <p:bldP spid="10" grpId="0" animBg="1"/>
      <p:bldP spid="1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60000" y="1080000"/>
            <a:ext cx="8784000" cy="1538883"/>
          </a:xfrm>
        </p:spPr>
        <p:txBody>
          <a:bodyPr>
            <a:spAutoFit/>
          </a:bodyPr>
          <a:lstStyle/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dirty="0">
                <a:latin typeface="Verdana" pitchFamily="34" charset="0"/>
              </a:rPr>
              <a:t>Nevíme kolikrát se bude opakovat 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</a:pPr>
            <a:r>
              <a:rPr lang="cs-CZ" dirty="0">
                <a:latin typeface="Verdana" pitchFamily="34" charset="0"/>
              </a:rPr>
              <a:t>Podmínka je na začátku, tělo cyklu se nemusí vůbec provést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648000" y="288000"/>
            <a:ext cx="8496000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504000" indent="-504000" eaLnBrk="1" hangingPunct="1">
              <a:spcBef>
                <a:spcPts val="0"/>
              </a:spcBef>
              <a:spcAft>
                <a:spcPts val="1800"/>
              </a:spcAft>
              <a:buSzPct val="100000"/>
            </a:pPr>
            <a:r>
              <a:rPr lang="cs-CZ" sz="2800" dirty="0">
                <a:latin typeface="Verdana" pitchFamily="34" charset="0"/>
              </a:rPr>
              <a:t>Cyklus s podmínkou na začátku</a:t>
            </a:r>
          </a:p>
        </p:txBody>
      </p:sp>
    </p:spTree>
    <p:extLst>
      <p:ext uri="{BB962C8B-B14F-4D97-AF65-F5344CB8AC3E}">
        <p14:creationId xmlns:p14="http://schemas.microsoft.com/office/powerpoint/2010/main" val="1069731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:\lj\prezentace\ALG\obrázky\cyklus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052736"/>
            <a:ext cx="2889511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Cyklus řízení podmínkou – podmínka na začátku</a:t>
            </a:r>
          </a:p>
        </p:txBody>
      </p:sp>
      <p:sp>
        <p:nvSpPr>
          <p:cNvPr id="3" name="Čárový popisek 2 2"/>
          <p:cNvSpPr/>
          <p:nvPr/>
        </p:nvSpPr>
        <p:spPr>
          <a:xfrm>
            <a:off x="5436096" y="1052736"/>
            <a:ext cx="2880080" cy="1800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59960"/>
              <a:gd name="adj6" fmla="val -70933"/>
            </a:avLst>
          </a:prstGeom>
          <a:solidFill>
            <a:srgbClr val="FFFF99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2000" b="1" dirty="0">
                <a:solidFill>
                  <a:schemeClr val="tx1"/>
                </a:solidFill>
              </a:rPr>
              <a:t>Je-li</a:t>
            </a:r>
            <a:r>
              <a:rPr lang="cs-CZ" sz="2000" dirty="0">
                <a:solidFill>
                  <a:schemeClr val="tx1"/>
                </a:solidFill>
              </a:rPr>
              <a:t> podmínka splněna cyklus se </a:t>
            </a:r>
            <a:r>
              <a:rPr lang="cs-CZ" sz="2000" b="1" dirty="0">
                <a:solidFill>
                  <a:schemeClr val="tx1"/>
                </a:solidFill>
              </a:rPr>
              <a:t>provede</a:t>
            </a:r>
          </a:p>
        </p:txBody>
      </p:sp>
      <p:sp>
        <p:nvSpPr>
          <p:cNvPr id="14" name="Čárový popisek 2 13"/>
          <p:cNvSpPr/>
          <p:nvPr/>
        </p:nvSpPr>
        <p:spPr>
          <a:xfrm>
            <a:off x="5436096" y="3284984"/>
            <a:ext cx="2880080" cy="1800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8239"/>
              <a:gd name="adj6" fmla="val -70020"/>
            </a:avLst>
          </a:prstGeom>
          <a:solidFill>
            <a:srgbClr val="FFFF99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2000" b="1" dirty="0">
                <a:solidFill>
                  <a:schemeClr val="tx1"/>
                </a:solidFill>
              </a:rPr>
              <a:t>Tělo cyklu </a:t>
            </a:r>
            <a:r>
              <a:rPr lang="cs-CZ" sz="2000" dirty="0">
                <a:solidFill>
                  <a:schemeClr val="tx1"/>
                </a:solidFill>
              </a:rPr>
              <a:t>je posloupnost příkazů…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1" name="Tlačítko akce: Vlastní 10">
            <a:hlinkClick r:id="rId4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09134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 animBg="1"/>
      <p:bldP spid="6" grpId="0" animBg="1"/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360012" y="2171427"/>
            <a:ext cx="8460000" cy="181273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en-US" sz="2000" noProof="1">
                <a:latin typeface="Consolas"/>
              </a:rPr>
              <a:t>for(i=10;i&gt;=-10;i=i-5)</a:t>
            </a:r>
          </a:p>
          <a:p>
            <a:pPr marL="0" lvl="1"/>
            <a:r>
              <a:rPr lang="en-US" sz="2000" noProof="1">
                <a:latin typeface="Consolas"/>
              </a:rPr>
              <a:t>{</a:t>
            </a:r>
          </a:p>
          <a:p>
            <a:pPr marL="0" lvl="1"/>
            <a:endParaRPr lang="en-US" sz="2000" noProof="1">
              <a:latin typeface="Consolas"/>
            </a:endParaRPr>
          </a:p>
          <a:p>
            <a:pPr marL="0" lvl="1"/>
            <a:r>
              <a:rPr lang="en-US" sz="2000" noProof="1">
                <a:latin typeface="Consolas"/>
              </a:rPr>
              <a:t>}</a:t>
            </a:r>
            <a:endParaRPr lang="en-US" sz="2000" dirty="0">
              <a:latin typeface="Consolas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846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Naprogramujte pomocí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cyklus, kdy bude proměnná I nabývat hodnot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{10,5,0,-5,-10}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Cyklus s podmínkou</a:t>
            </a:r>
          </a:p>
        </p:txBody>
      </p:sp>
      <p:sp>
        <p:nvSpPr>
          <p:cNvPr id="16" name="Text Box 34"/>
          <p:cNvSpPr txBox="1">
            <a:spLocks noChangeArrowheads="1"/>
          </p:cNvSpPr>
          <p:nvPr/>
        </p:nvSpPr>
        <p:spPr bwMode="auto">
          <a:xfrm>
            <a:off x="8027838" y="2204988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95300" indent="-495300" algn="r" eaLnBrk="0" hangingPunct="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buFont typeface="Monotype Sorts" pitchFamily="2" charset="2"/>
              <a:buNone/>
            </a:pPr>
            <a:r>
              <a:rPr lang="cs-CZ" sz="1000" b="1" dirty="0">
                <a:solidFill>
                  <a:srgbClr val="333333"/>
                </a:solidFill>
                <a:latin typeface="Verdana" pitchFamily="34" charset="0"/>
              </a:rPr>
              <a:t>C++</a:t>
            </a:r>
          </a:p>
        </p:txBody>
      </p:sp>
      <p:sp>
        <p:nvSpPr>
          <p:cNvPr id="17" name="TextovéPole 16"/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1" name="Tlačítko akce: Vlastní 2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2" name="Tlačítko akce: Vlastní 2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8354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6" grpId="0"/>
      <p:bldP spid="18" grpId="0" animBg="1"/>
      <p:bldP spid="1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61" name="Text Box 33"/>
          <p:cNvSpPr txBox="1">
            <a:spLocks noChangeArrowheads="1"/>
          </p:cNvSpPr>
          <p:nvPr/>
        </p:nvSpPr>
        <p:spPr bwMode="auto">
          <a:xfrm>
            <a:off x="360000" y="1080000"/>
            <a:ext cx="8460000" cy="3960000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cs-CZ" b="1" dirty="0" err="1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while</a:t>
            </a:r>
            <a:r>
              <a:rPr lang="cs-CZ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(</a:t>
            </a:r>
            <a:r>
              <a:rPr lang="cs-CZ" b="1" i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podmínka</a:t>
            </a:r>
            <a:r>
              <a:rPr lang="cs-CZ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)</a:t>
            </a:r>
            <a:endParaRPr lang="cs-CZ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en-US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{</a:t>
            </a:r>
            <a:endParaRPr lang="cs-CZ" b="1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952500" lvl="1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cs-CZ" b="1" dirty="0">
                <a:solidFill>
                  <a:srgbClr val="FF0000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příkazy</a:t>
            </a:r>
            <a:r>
              <a:rPr lang="cs-CZ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endParaRPr lang="en-US" b="1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lvl="1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}</a:t>
            </a:r>
            <a:endParaRPr lang="cs-CZ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</p:txBody>
      </p:sp>
      <p:sp>
        <p:nvSpPr>
          <p:cNvPr id="150562" name="Text Box 34"/>
          <p:cNvSpPr txBox="1">
            <a:spLocks noChangeArrowheads="1"/>
          </p:cNvSpPr>
          <p:nvPr/>
        </p:nvSpPr>
        <p:spPr bwMode="auto">
          <a:xfrm>
            <a:off x="8027838" y="1085943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95300" indent="-495300" algn="r" eaLnBrk="0" hangingPunct="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buFont typeface="Monotype Sorts" pitchFamily="2" charset="2"/>
              <a:buNone/>
            </a:pPr>
            <a:r>
              <a:rPr lang="cs-CZ" sz="1000" b="1" dirty="0">
                <a:solidFill>
                  <a:srgbClr val="333333"/>
                </a:solidFill>
                <a:latin typeface="Verdana" pitchFamily="34" charset="0"/>
              </a:rPr>
              <a:t>C++</a:t>
            </a:r>
          </a:p>
        </p:txBody>
      </p:sp>
      <p:sp>
        <p:nvSpPr>
          <p:cNvPr id="16" name="Čárový popisek 2 15"/>
          <p:cNvSpPr/>
          <p:nvPr/>
        </p:nvSpPr>
        <p:spPr>
          <a:xfrm>
            <a:off x="5292548" y="2614954"/>
            <a:ext cx="2880080" cy="108000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08205"/>
              <a:gd name="adj6" fmla="val -97410"/>
            </a:avLst>
          </a:prstGeom>
          <a:solidFill>
            <a:srgbClr val="FFFF99"/>
          </a:solidFill>
          <a:ln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000" indent="-180000">
              <a:spcAft>
                <a:spcPts val="600"/>
              </a:spcAft>
              <a:buFont typeface="Wingdings" pitchFamily="2" charset="2"/>
              <a:buChar char="§"/>
            </a:pPr>
            <a:r>
              <a:rPr lang="cs-CZ" sz="2000" dirty="0">
                <a:solidFill>
                  <a:schemeClr val="tx1"/>
                </a:solidFill>
              </a:rPr>
              <a:t>Podmínka, je-li splněna, cyklus vykoná příkazy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388496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Cyklus WHILE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038128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05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05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05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05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8" grpId="0" animBg="1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360012" y="2171427"/>
            <a:ext cx="8460000" cy="212050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en-US" sz="2000" noProof="1">
                <a:latin typeface="Consolas"/>
              </a:rPr>
              <a:t>i=10;</a:t>
            </a:r>
          </a:p>
          <a:p>
            <a:r>
              <a:rPr lang="en-US" sz="2000" noProof="1">
                <a:latin typeface="Consolas"/>
              </a:rPr>
              <a:t>while(i&gt;=-10)</a:t>
            </a:r>
          </a:p>
          <a:p>
            <a:pPr lvl="1"/>
            <a:r>
              <a:rPr lang="en-US" sz="2000" noProof="1">
                <a:latin typeface="Consolas"/>
              </a:rPr>
              <a:t>{</a:t>
            </a:r>
          </a:p>
          <a:p>
            <a:pPr lvl="1"/>
            <a:r>
              <a:rPr lang="en-US" sz="2000" noProof="1">
                <a:latin typeface="Consolas"/>
              </a:rPr>
              <a:t>i=i-5;</a:t>
            </a:r>
          </a:p>
          <a:p>
            <a:pPr lvl="1"/>
            <a:r>
              <a:rPr lang="en-US" sz="2000" noProof="1">
                <a:latin typeface="Consolas"/>
              </a:rPr>
              <a:t>}</a:t>
            </a:r>
            <a:endParaRPr lang="en-US" sz="2000" dirty="0">
              <a:latin typeface="Consolas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846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Naprogramujte pomocí WHILE cyklus, kdy bude proměnná I nabývat hodnot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{10,5,0,-5,-10}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Cyklus s podmínkou</a:t>
            </a:r>
          </a:p>
        </p:txBody>
      </p:sp>
      <p:sp>
        <p:nvSpPr>
          <p:cNvPr id="16" name="Text Box 34"/>
          <p:cNvSpPr txBox="1">
            <a:spLocks noChangeArrowheads="1"/>
          </p:cNvSpPr>
          <p:nvPr/>
        </p:nvSpPr>
        <p:spPr bwMode="auto">
          <a:xfrm>
            <a:off x="8027838" y="2204988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95300" indent="-495300" algn="r" eaLnBrk="0" hangingPunct="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buFont typeface="Monotype Sorts" pitchFamily="2" charset="2"/>
              <a:buNone/>
            </a:pPr>
            <a:r>
              <a:rPr lang="cs-CZ" sz="1000" b="1" dirty="0">
                <a:solidFill>
                  <a:srgbClr val="333333"/>
                </a:solidFill>
                <a:latin typeface="Verdana" pitchFamily="34" charset="0"/>
              </a:rPr>
              <a:t>C++</a:t>
            </a:r>
          </a:p>
        </p:txBody>
      </p:sp>
      <p:sp>
        <p:nvSpPr>
          <p:cNvPr id="17" name="TextovéPole 16"/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1" name="Tlačítko akce: Vlastní 2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2" name="Tlačítko akce: Vlastní 2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081852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6" grpId="0"/>
      <p:bldP spid="18" grpId="0" animBg="1"/>
      <p:bldP spid="1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48000" y="288000"/>
            <a:ext cx="8119784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Operátory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aphicFrame>
        <p:nvGraphicFramePr>
          <p:cNvPr id="10" name="Diagram 9"/>
          <p:cNvGraphicFramePr/>
          <p:nvPr>
            <p:extLst>
              <p:ext uri="{D42A27DB-BD31-4B8C-83A1-F6EECF244321}">
                <p14:modId xmlns:p14="http://schemas.microsoft.com/office/powerpoint/2010/main" val="4238211598"/>
              </p:ext>
            </p:extLst>
          </p:nvPr>
        </p:nvGraphicFramePr>
        <p:xfrm>
          <a:off x="359999" y="1080000"/>
          <a:ext cx="8280000" cy="486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40583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2774CD4-63B4-40B0-A100-9666C52ECD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graphicEl>
                                              <a:dgm id="{32774CD4-63B4-40B0-A100-9666C52ECD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1AC2A13-10CD-4CE6-97A6-F2208703A7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graphicEl>
                                              <a:dgm id="{F1AC2A13-10CD-4CE6-97A6-F2208703A7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874FD92-6C17-4049-9CB9-7DD55FD4DD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graphicEl>
                                              <a:dgm id="{8874FD92-6C17-4049-9CB9-7DD55FD4DD1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C4EA85C-1B90-40B2-9C71-D39D0D1D88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graphicEl>
                                              <a:dgm id="{CC4EA85C-1B90-40B2-9C71-D39D0D1D88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FE6470B-0840-4C1C-801E-B4D194CA38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graphicEl>
                                              <a:dgm id="{EFE6470B-0840-4C1C-801E-B4D194CA38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3937D7F-6DA9-4464-908E-1FB8DB7AB07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>
                                            <p:graphicEl>
                                              <a:dgm id="{F3937D7F-6DA9-4464-908E-1FB8DB7AB07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50780C4D-6F45-4B0D-9A23-E1A273D478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>
                                            <p:graphicEl>
                                              <a:dgm id="{50780C4D-6F45-4B0D-9A23-E1A273D4786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B633E17-1185-487B-84A1-51E9777CC6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graphicEl>
                                              <a:dgm id="{1B633E17-1185-487B-84A1-51E9777CC60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EBF1FB0-26DC-4AC3-88A9-AE4C81EBD9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graphicEl>
                                              <a:dgm id="{6EBF1FB0-26DC-4AC3-88A9-AE4C81EBD9B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E18940B-836C-4886-A892-24FCDE2B83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graphicEl>
                                              <a:dgm id="{CE18940B-836C-4886-A892-24FCDE2B83D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D128C1F-6474-4D5B-AF19-4A71174B52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graphicEl>
                                              <a:dgm id="{ED128C1F-6474-4D5B-AF19-4A71174B52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Graphic spid="10" grpId="0">
        <p:bldSub>
          <a:bldDgm bld="lvlOne"/>
        </p:bldSub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ulk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03410"/>
              </p:ext>
            </p:extLst>
          </p:nvPr>
        </p:nvGraphicFramePr>
        <p:xfrm>
          <a:off x="720000" y="1440000"/>
          <a:ext cx="7320000" cy="3535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Operátor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000" b="1" dirty="0"/>
                        <a:t>Typ operandu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000" b="1" dirty="0"/>
                        <a:t>Typ výsledku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sčítání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cs-CZ" sz="3200" dirty="0"/>
                        <a:t>číselný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cs-CZ" sz="3200" dirty="0"/>
                        <a:t>číselný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odečítání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násobení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dělení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cs typeface="Courier New" pitchFamily="49" charset="0"/>
                        </a:rPr>
                        <a:t>%</a:t>
                      </a:r>
                      <a:endParaRPr lang="cs-CZ" sz="2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zbytek po celočíselném dělení (modulo)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648000" y="288000"/>
            <a:ext cx="8119784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Aritmetické operátory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05599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360012" y="2171427"/>
            <a:ext cx="8460000" cy="365939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sz="2000" noProof="1">
                <a:latin typeface="Consolas"/>
              </a:rPr>
              <a:t>int</a:t>
            </a:r>
            <a:r>
              <a:rPr lang="cs-CZ" sz="2000" dirty="0">
                <a:latin typeface="Consolas"/>
              </a:rPr>
              <a:t> </a:t>
            </a:r>
            <a:r>
              <a:rPr lang="cs-CZ" sz="2000" noProof="1">
                <a:latin typeface="Consolas"/>
              </a:rPr>
              <a:t>cislo,jednotky,desitky,stovky,tisice</a:t>
            </a:r>
            <a:r>
              <a:rPr lang="en-US" sz="2000" noProof="1">
                <a:latin typeface="Consolas"/>
              </a:rPr>
              <a:t>,tmp</a:t>
            </a:r>
            <a:r>
              <a:rPr lang="cs-CZ" sz="2000" dirty="0">
                <a:latin typeface="Consolas"/>
              </a:rPr>
              <a:t>;</a:t>
            </a:r>
            <a:endParaRPr lang="en-US" sz="2000" dirty="0">
              <a:latin typeface="Consolas"/>
            </a:endParaRPr>
          </a:p>
          <a:p>
            <a:r>
              <a:rPr lang="cs-CZ" sz="2000" dirty="0">
                <a:latin typeface="Consolas"/>
              </a:rPr>
              <a:t> </a:t>
            </a:r>
          </a:p>
          <a:p>
            <a:r>
              <a:rPr lang="en-US" sz="2000" dirty="0">
                <a:latin typeface="Consolas"/>
              </a:rPr>
              <a:t>tmp=</a:t>
            </a:r>
            <a:r>
              <a:rPr lang="en-US" sz="2000" dirty="0" err="1">
                <a:latin typeface="Consolas"/>
              </a:rPr>
              <a:t>cislo</a:t>
            </a:r>
            <a:endParaRPr lang="en-US" sz="2000" dirty="0">
              <a:latin typeface="Consolas"/>
            </a:endParaRPr>
          </a:p>
          <a:p>
            <a:r>
              <a:rPr lang="en-US" sz="2000" dirty="0">
                <a:latin typeface="Consolas"/>
              </a:rPr>
              <a:t>j</a:t>
            </a:r>
            <a:r>
              <a:rPr lang="cs-CZ" sz="2000" dirty="0" err="1">
                <a:latin typeface="Consolas"/>
              </a:rPr>
              <a:t>ednotky</a:t>
            </a:r>
            <a:r>
              <a:rPr lang="cs-CZ" sz="2000" dirty="0">
                <a:latin typeface="Consolas"/>
              </a:rPr>
              <a:t>=</a:t>
            </a:r>
            <a:r>
              <a:rPr lang="en-US" sz="2000" dirty="0">
                <a:latin typeface="Consolas"/>
              </a:rPr>
              <a:t>tmp%10</a:t>
            </a:r>
            <a:r>
              <a:rPr lang="cs-CZ" sz="2000" dirty="0">
                <a:latin typeface="Consolas"/>
              </a:rPr>
              <a:t>;</a:t>
            </a:r>
            <a:endParaRPr lang="en-US" sz="2000" dirty="0">
              <a:latin typeface="Consolas"/>
            </a:endParaRPr>
          </a:p>
          <a:p>
            <a:r>
              <a:rPr lang="en-US" sz="2000" dirty="0" err="1">
                <a:latin typeface="Consolas"/>
              </a:rPr>
              <a:t>tmp</a:t>
            </a:r>
            <a:r>
              <a:rPr lang="en-US" sz="2000" dirty="0">
                <a:latin typeface="Consolas"/>
              </a:rPr>
              <a:t>=</a:t>
            </a:r>
            <a:r>
              <a:rPr lang="en-US" sz="2000" dirty="0" err="1">
                <a:latin typeface="Consolas"/>
              </a:rPr>
              <a:t>tmp</a:t>
            </a:r>
            <a:r>
              <a:rPr lang="en-US" sz="2000" dirty="0">
                <a:latin typeface="Consolas"/>
              </a:rPr>
              <a:t>/10;</a:t>
            </a:r>
            <a:endParaRPr lang="cs-CZ" sz="2000" dirty="0">
              <a:latin typeface="Consolas"/>
            </a:endParaRPr>
          </a:p>
          <a:p>
            <a:r>
              <a:rPr lang="en-US" sz="2000" dirty="0" err="1">
                <a:latin typeface="Consolas"/>
              </a:rPr>
              <a:t>desitky</a:t>
            </a:r>
            <a:r>
              <a:rPr lang="cs-CZ" sz="2000" dirty="0">
                <a:latin typeface="Consolas"/>
              </a:rPr>
              <a:t>=</a:t>
            </a:r>
            <a:r>
              <a:rPr lang="en-US" sz="2000" dirty="0">
                <a:latin typeface="Consolas"/>
              </a:rPr>
              <a:t>tmp%10</a:t>
            </a:r>
            <a:r>
              <a:rPr lang="cs-CZ" sz="2000" dirty="0">
                <a:latin typeface="Consolas"/>
              </a:rPr>
              <a:t>;</a:t>
            </a:r>
            <a:endParaRPr lang="en-US" sz="2000" dirty="0">
              <a:latin typeface="Consolas"/>
            </a:endParaRPr>
          </a:p>
          <a:p>
            <a:r>
              <a:rPr lang="en-US" sz="2000" dirty="0">
                <a:latin typeface="Consolas"/>
              </a:rPr>
              <a:t>tmp=tmp/10;</a:t>
            </a:r>
            <a:endParaRPr lang="cs-CZ" sz="2000" dirty="0">
              <a:latin typeface="Consolas"/>
            </a:endParaRPr>
          </a:p>
          <a:p>
            <a:r>
              <a:rPr lang="en-US" sz="2000" dirty="0" err="1">
                <a:latin typeface="Consolas"/>
              </a:rPr>
              <a:t>stovky</a:t>
            </a:r>
            <a:r>
              <a:rPr lang="cs-CZ" sz="2000" dirty="0">
                <a:latin typeface="Consolas"/>
              </a:rPr>
              <a:t>=</a:t>
            </a:r>
            <a:r>
              <a:rPr lang="en-US" sz="2000" dirty="0">
                <a:latin typeface="Consolas"/>
              </a:rPr>
              <a:t>tmp%10</a:t>
            </a:r>
            <a:r>
              <a:rPr lang="cs-CZ" sz="2000" dirty="0">
                <a:latin typeface="Consolas"/>
              </a:rPr>
              <a:t>;</a:t>
            </a:r>
            <a:endParaRPr lang="en-US" sz="2000" dirty="0">
              <a:latin typeface="Consolas"/>
            </a:endParaRPr>
          </a:p>
          <a:p>
            <a:r>
              <a:rPr lang="en-US" sz="2000" dirty="0">
                <a:latin typeface="Consolas"/>
              </a:rPr>
              <a:t>tmp=tmp/10;</a:t>
            </a:r>
            <a:endParaRPr lang="cs-CZ" sz="2000" dirty="0">
              <a:latin typeface="Consolas"/>
            </a:endParaRPr>
          </a:p>
          <a:p>
            <a:r>
              <a:rPr lang="en-US" sz="2000" dirty="0" err="1">
                <a:latin typeface="Consolas"/>
              </a:rPr>
              <a:t>tisice</a:t>
            </a:r>
            <a:r>
              <a:rPr lang="cs-CZ" sz="2000" dirty="0">
                <a:latin typeface="Consolas"/>
              </a:rPr>
              <a:t>=</a:t>
            </a:r>
            <a:r>
              <a:rPr lang="en-US" sz="2000" dirty="0">
                <a:latin typeface="Consolas"/>
              </a:rPr>
              <a:t>tmp%10</a:t>
            </a:r>
            <a:r>
              <a:rPr lang="cs-CZ" sz="2000" dirty="0">
                <a:latin typeface="Consolas"/>
              </a:rPr>
              <a:t>;</a:t>
            </a:r>
            <a:endParaRPr lang="en-US" sz="2000" dirty="0">
              <a:latin typeface="Consolas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846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 čísla CISLO typu INT uložte do proměnných jednotlivé řády (JEDNOTKY, DESITKY, STOVKY, TISICE)</a:t>
            </a:r>
            <a:endParaRPr lang="en-US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Aritmetické operátory</a:t>
            </a:r>
          </a:p>
        </p:txBody>
      </p:sp>
      <p:sp>
        <p:nvSpPr>
          <p:cNvPr id="16" name="Text Box 34"/>
          <p:cNvSpPr txBox="1">
            <a:spLocks noChangeArrowheads="1"/>
          </p:cNvSpPr>
          <p:nvPr/>
        </p:nvSpPr>
        <p:spPr bwMode="auto">
          <a:xfrm>
            <a:off x="8027838" y="2204988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95300" indent="-495300" algn="r" eaLnBrk="0" hangingPunct="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buFont typeface="Monotype Sorts" pitchFamily="2" charset="2"/>
              <a:buNone/>
            </a:pPr>
            <a:r>
              <a:rPr lang="cs-CZ" sz="1000" b="1" dirty="0">
                <a:solidFill>
                  <a:srgbClr val="333333"/>
                </a:solidFill>
                <a:latin typeface="Verdana" pitchFamily="34" charset="0"/>
              </a:rPr>
              <a:t>C++</a:t>
            </a:r>
          </a:p>
        </p:txBody>
      </p:sp>
      <p:sp>
        <p:nvSpPr>
          <p:cNvPr id="17" name="TextovéPole 16"/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1" name="Tlačítko akce: Vlastní 2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2" name="Tlačítko akce: Vlastní 2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001319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6" grpId="0"/>
      <p:bldP spid="18" grpId="0" animBg="1"/>
      <p:bldP spid="1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ulk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330433"/>
              </p:ext>
            </p:extLst>
          </p:nvPr>
        </p:nvGraphicFramePr>
        <p:xfrm>
          <a:off x="720000" y="1440000"/>
          <a:ext cx="7320000" cy="3870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Operátor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000" b="1" dirty="0"/>
                        <a:t>Typ operandu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000" b="1" dirty="0"/>
                        <a:t>Typ výsledku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větší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cs-CZ" sz="3200"/>
                        <a:t>číselný</a:t>
                      </a:r>
                      <a:endParaRPr lang="cs-CZ" sz="3200" dirty="0"/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lang="cs-CZ" sz="3200" dirty="0"/>
                        <a:t>logický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&gt;=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větší nebo rovno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menší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&lt;=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menší nebo rovno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==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je rovno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!=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není</a:t>
                      </a:r>
                      <a:r>
                        <a:rPr lang="cs-CZ" sz="1600" baseline="0" dirty="0"/>
                        <a:t> rovno</a:t>
                      </a:r>
                      <a:endParaRPr lang="cs-CZ" sz="16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648000" y="288000"/>
            <a:ext cx="8119784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Relační (porovnávací) operátory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4239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ulk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506200"/>
              </p:ext>
            </p:extLst>
          </p:nvPr>
        </p:nvGraphicFramePr>
        <p:xfrm>
          <a:off x="720000" y="1440000"/>
          <a:ext cx="7320000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Operátor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000" b="1" dirty="0"/>
                        <a:t>Typ operandu</a:t>
                      </a:r>
                    </a:p>
                  </a:txBody>
                  <a:tcPr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000" b="1" dirty="0"/>
                        <a:t>Typ výsledku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!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negace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cs-CZ" sz="3200" dirty="0"/>
                        <a:t>logický</a:t>
                      </a:r>
                    </a:p>
                  </a:txBody>
                  <a:tcPr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cs-CZ" sz="3200" dirty="0"/>
                        <a:t>logický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&amp;&amp;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a,</a:t>
                      </a:r>
                      <a:r>
                        <a:rPr lang="cs-CZ" sz="1600" baseline="0" dirty="0"/>
                        <a:t> současně (logický součin)</a:t>
                      </a:r>
                      <a:endParaRPr lang="cs-CZ" sz="16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||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nebo (logický součet)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cs-CZ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648000" y="288000"/>
            <a:ext cx="8119784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Logické operátory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114361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ulk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47206"/>
              </p:ext>
            </p:extLst>
          </p:nvPr>
        </p:nvGraphicFramePr>
        <p:xfrm>
          <a:off x="720000" y="1440000"/>
          <a:ext cx="3432000" cy="3870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cs-CZ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Operátor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~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bitová</a:t>
                      </a:r>
                      <a:r>
                        <a:rPr lang="cs-CZ" sz="1600" baseline="0" dirty="0"/>
                        <a:t> </a:t>
                      </a:r>
                      <a:r>
                        <a:rPr lang="cs-CZ" sz="1600" dirty="0"/>
                        <a:t>negace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&amp;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bitový</a:t>
                      </a:r>
                      <a:r>
                        <a:rPr lang="cs-CZ" sz="1600" baseline="0" dirty="0"/>
                        <a:t> AND</a:t>
                      </a:r>
                      <a:endParaRPr lang="cs-CZ" sz="16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|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dirty="0"/>
                        <a:t>bitový OR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^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6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bitový</a:t>
                      </a:r>
                      <a:r>
                        <a:rPr lang="cs-CZ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cs-CZ" sz="1600" baseline="0" dirty="0"/>
                        <a:t>XOR</a:t>
                      </a:r>
                      <a:endParaRPr lang="cs-CZ" sz="16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&gt;&gt;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posun </a:t>
                      </a:r>
                      <a:r>
                        <a:rPr lang="cs-CZ" sz="1600" noProof="0" dirty="0"/>
                        <a:t>vpravo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posun </a:t>
                      </a:r>
                      <a:r>
                        <a:rPr lang="en-US" sz="1600" noProof="0" dirty="0" err="1"/>
                        <a:t>vlevo</a:t>
                      </a:r>
                      <a:endParaRPr lang="cs-CZ" sz="1600" noProof="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648000" y="288000"/>
            <a:ext cx="8119784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Bitové operátory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494120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60000" y="1080000"/>
            <a:ext cx="878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dirty="0">
                <a:latin typeface="Verdana" pitchFamily="34" charset="0"/>
              </a:rPr>
              <a:t>Negace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~</a:t>
            </a:r>
            <a:endParaRPr lang="cs-CZ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00" y="1929026"/>
            <a:ext cx="2232000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cs-CZ" sz="4000" kern="0" dirty="0">
                <a:solidFill>
                  <a:srgbClr val="FF0000"/>
                </a:solidFill>
                <a:latin typeface="Consolas"/>
              </a:rPr>
              <a:t>b=</a:t>
            </a:r>
            <a:r>
              <a:rPr lang="en-US" sz="4000" kern="0" dirty="0">
                <a:solidFill>
                  <a:srgbClr val="FF0000"/>
                </a:solidFill>
                <a:latin typeface="Consolas"/>
              </a:rPr>
              <a:t>~a</a:t>
            </a:r>
            <a:endParaRPr lang="cs-CZ" sz="4000" kern="0" dirty="0">
              <a:solidFill>
                <a:prstClr val="black"/>
              </a:solidFill>
              <a:latin typeface="Consolas"/>
            </a:endParaRPr>
          </a:p>
        </p:txBody>
      </p: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3600000" y="1800000"/>
            <a:ext cx="4907279" cy="859883"/>
            <a:chOff x="-29" y="2839"/>
            <a:chExt cx="3132" cy="228"/>
          </a:xfrm>
          <a:solidFill>
            <a:schemeClr val="bg1"/>
          </a:solidFill>
        </p:grpSpPr>
        <p:sp>
          <p:nvSpPr>
            <p:cNvPr id="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1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Rectangle 42"/>
            <p:cNvSpPr>
              <a:spLocks noChangeArrowheads="1"/>
            </p:cNvSpPr>
            <p:nvPr/>
          </p:nvSpPr>
          <p:spPr bwMode="auto">
            <a:xfrm>
              <a:off x="-29" y="2839"/>
              <a:ext cx="337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cs-CZ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5" name="Group 41"/>
          <p:cNvGrpSpPr>
            <a:grpSpLocks/>
          </p:cNvGrpSpPr>
          <p:nvPr/>
        </p:nvGrpSpPr>
        <p:grpSpPr bwMode="auto">
          <a:xfrm>
            <a:off x="3600000" y="2880000"/>
            <a:ext cx="4907279" cy="859883"/>
            <a:chOff x="-29" y="2839"/>
            <a:chExt cx="3132" cy="228"/>
          </a:xfrm>
          <a:solidFill>
            <a:schemeClr val="bg1">
              <a:lumMod val="85000"/>
            </a:schemeClr>
          </a:solidFill>
        </p:grpSpPr>
        <p:sp>
          <p:nvSpPr>
            <p:cNvPr id="1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" name="Rectangle 42"/>
            <p:cNvSpPr>
              <a:spLocks noChangeArrowheads="1"/>
            </p:cNvSpPr>
            <p:nvPr/>
          </p:nvSpPr>
          <p:spPr bwMode="auto">
            <a:xfrm>
              <a:off x="-29" y="2839"/>
              <a:ext cx="337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8100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endParaRPr lang="cs-CZ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30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Bitové operátory</a:t>
            </a:r>
          </a:p>
        </p:txBody>
      </p:sp>
      <p:sp>
        <p:nvSpPr>
          <p:cNvPr id="2" name="TextovéPole 1"/>
          <p:cNvSpPr txBox="1"/>
          <p:nvPr/>
        </p:nvSpPr>
        <p:spPr bwMode="auto">
          <a:xfrm>
            <a:off x="6496792" y="3739883"/>
            <a:ext cx="201048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provedení příkazu</a:t>
            </a:r>
          </a:p>
        </p:txBody>
      </p:sp>
      <p:sp>
        <p:nvSpPr>
          <p:cNvPr id="3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3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33" name="Tlačítko akce: Vlastní 3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34" name="Tlačítko akce: Vlastní 3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35" name="Tlačítko akce: Vlastní 34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86697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 animBg="1"/>
      <p:bldP spid="2" grpId="0"/>
      <p:bldP spid="31" grpId="0" animBg="1"/>
      <p:bldP spid="3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360012" y="3096000"/>
            <a:ext cx="8460000" cy="168962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latin typeface="Consolas"/>
              </a:rPr>
              <a:t>PORTF=</a:t>
            </a:r>
            <a:r>
              <a:rPr lang="en-US" dirty="0">
                <a:latin typeface="Consolas"/>
              </a:rPr>
              <a:t>~PORTF</a:t>
            </a:r>
            <a:r>
              <a:rPr lang="cs-CZ" dirty="0">
                <a:latin typeface="Consolas"/>
              </a:rPr>
              <a:t>;</a:t>
            </a:r>
          </a:p>
          <a:p>
            <a:endParaRPr lang="cs-CZ" dirty="0">
              <a:latin typeface="Consolas"/>
            </a:endParaRPr>
          </a:p>
          <a:p>
            <a:r>
              <a:rPr lang="cs-CZ" dirty="0">
                <a:latin typeface="Consolas"/>
              </a:rPr>
              <a:t>PORTF=</a:t>
            </a:r>
            <a:r>
              <a:rPr lang="en-US" dirty="0">
                <a:latin typeface="Consolas"/>
              </a:rPr>
              <a:t>~P</a:t>
            </a:r>
            <a:r>
              <a:rPr lang="cs-CZ" dirty="0">
                <a:latin typeface="Consolas"/>
              </a:rPr>
              <a:t>INK;</a:t>
            </a: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8460000" cy="114143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marL="457200" indent="-457200" eaLnBrk="1" hangingPunct="1">
              <a:buFont typeface="+mj-lt"/>
              <a:buAutoNum type="alphaLcPeriod"/>
            </a:pPr>
            <a:r>
              <a:rPr lang="cs-CZ" sz="2000" u="sng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Invertuj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hodnotu výstupního registru </a:t>
            </a:r>
            <a:r>
              <a:rPr lang="cs-CZ" sz="20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portu F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cs-CZ" sz="2000" i="1" dirty="0">
                <a:latin typeface="Consolas" panose="020B0609020204030204" pitchFamily="49" charset="0"/>
                <a:cs typeface="Consolas" panose="020B0609020204030204" pitchFamily="49" charset="0"/>
              </a:rPr>
              <a:t>PORTF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en-US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indent="-457200" eaLnBrk="1" hangingPunct="1">
              <a:buFont typeface="+mj-lt"/>
              <a:buAutoNum type="alphaLcPeriod"/>
            </a:pPr>
            <a:r>
              <a:rPr lang="cs-CZ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Přenes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negovanou hodnotu vstupního registru </a:t>
            </a:r>
            <a:r>
              <a:rPr lang="cs-CZ" sz="2000" i="1" dirty="0">
                <a:latin typeface="Consolas" panose="020B0609020204030204" pitchFamily="49" charset="0"/>
                <a:cs typeface="Consolas" panose="020B0609020204030204" pitchFamily="49" charset="0"/>
              </a:rPr>
              <a:t>portu K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cs-CZ" sz="2000" i="1" dirty="0">
                <a:latin typeface="Consolas" panose="020B0609020204030204" pitchFamily="49" charset="0"/>
                <a:cs typeface="Consolas" panose="020B0609020204030204" pitchFamily="49" charset="0"/>
              </a:rPr>
              <a:t>PINK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) do výstupního registru </a:t>
            </a:r>
            <a:r>
              <a:rPr lang="cs-CZ" sz="2000" i="1" dirty="0">
                <a:latin typeface="Consolas" panose="020B0609020204030204" pitchFamily="49" charset="0"/>
                <a:cs typeface="Consolas" panose="020B0609020204030204" pitchFamily="49" charset="0"/>
              </a:rPr>
              <a:t>portu F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cs-CZ" sz="2000" i="1" dirty="0">
                <a:latin typeface="Consolas" panose="020B0609020204030204" pitchFamily="49" charset="0"/>
                <a:cs typeface="Consolas" panose="020B0609020204030204" pitchFamily="49" charset="0"/>
              </a:rPr>
              <a:t>PORTF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endParaRPr lang="cs-CZ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Bitové operátory</a:t>
            </a:r>
          </a:p>
        </p:txBody>
      </p:sp>
      <p:sp>
        <p:nvSpPr>
          <p:cNvPr id="9" name="TextovéPole 8"/>
          <p:cNvSpPr txBox="1"/>
          <p:nvPr/>
        </p:nvSpPr>
        <p:spPr bwMode="auto">
          <a:xfrm>
            <a:off x="360012" y="3096000"/>
            <a:ext cx="269626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a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" name="TextovéPole 9"/>
          <p:cNvSpPr txBox="1"/>
          <p:nvPr/>
        </p:nvSpPr>
        <p:spPr bwMode="auto">
          <a:xfrm>
            <a:off x="360000" y="3780000"/>
            <a:ext cx="279244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b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7" name="TextovéPole 16"/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20" name="Tlačítko akce: Vlastní 1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21" name="Tlačítko akce: Vlastní 2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2" name="Tlačítko akce: Vlastní 2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43944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0" grpId="0" animBg="1"/>
      <p:bldP spid="18" grpId="0" animBg="1"/>
      <p:bldP spid="1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60000" y="1080000"/>
            <a:ext cx="878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dirty="0">
                <a:latin typeface="Verdana" pitchFamily="34" charset="0"/>
              </a:rPr>
              <a:t>Bitový součet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|</a:t>
            </a:r>
            <a:endParaRPr lang="cs-CZ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00" y="1929026"/>
            <a:ext cx="2232000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kern="0" dirty="0">
                <a:solidFill>
                  <a:srgbClr val="FF0000"/>
                </a:solidFill>
                <a:latin typeface="Consolas"/>
              </a:rPr>
              <a:t>c</a:t>
            </a:r>
            <a:r>
              <a:rPr lang="cs-CZ" sz="4000" kern="0" dirty="0">
                <a:solidFill>
                  <a:srgbClr val="FF0000"/>
                </a:solidFill>
                <a:latin typeface="Consolas"/>
              </a:rPr>
              <a:t>=</a:t>
            </a:r>
            <a:r>
              <a:rPr lang="en-US" sz="4000" kern="0" noProof="1">
                <a:solidFill>
                  <a:srgbClr val="FF0000"/>
                </a:solidFill>
                <a:latin typeface="Consolas"/>
              </a:rPr>
              <a:t>a|b</a:t>
            </a:r>
            <a:endParaRPr lang="en-US" sz="4000" kern="0" noProof="1">
              <a:solidFill>
                <a:prstClr val="black"/>
              </a:solidFill>
              <a:latin typeface="Consolas"/>
            </a:endParaRPr>
          </a:p>
        </p:txBody>
      </p: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3600000" y="1800000"/>
            <a:ext cx="4907279" cy="859883"/>
            <a:chOff x="-29" y="2839"/>
            <a:chExt cx="3132" cy="228"/>
          </a:xfrm>
          <a:solidFill>
            <a:schemeClr val="bg1"/>
          </a:solidFill>
        </p:grpSpPr>
        <p:sp>
          <p:nvSpPr>
            <p:cNvPr id="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1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1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Rectangle 42"/>
            <p:cNvSpPr>
              <a:spLocks noChangeArrowheads="1"/>
            </p:cNvSpPr>
            <p:nvPr/>
          </p:nvSpPr>
          <p:spPr bwMode="auto">
            <a:xfrm>
              <a:off x="-29" y="2839"/>
              <a:ext cx="337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cs-CZ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5" name="Group 41"/>
          <p:cNvGrpSpPr>
            <a:grpSpLocks/>
          </p:cNvGrpSpPr>
          <p:nvPr/>
        </p:nvGrpSpPr>
        <p:grpSpPr bwMode="auto">
          <a:xfrm>
            <a:off x="3600000" y="4009277"/>
            <a:ext cx="4907279" cy="859883"/>
            <a:chOff x="-29" y="2839"/>
            <a:chExt cx="3132" cy="228"/>
          </a:xfrm>
          <a:solidFill>
            <a:schemeClr val="bg1">
              <a:lumMod val="85000"/>
            </a:schemeClr>
          </a:solidFill>
        </p:grpSpPr>
        <p:sp>
          <p:nvSpPr>
            <p:cNvPr id="1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solidFill>
                    <a:schemeClr val="bg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2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24" name="Rectangle 42"/>
            <p:cNvSpPr>
              <a:spLocks noChangeArrowheads="1"/>
            </p:cNvSpPr>
            <p:nvPr/>
          </p:nvSpPr>
          <p:spPr bwMode="auto">
            <a:xfrm>
              <a:off x="-29" y="2839"/>
              <a:ext cx="337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8100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endParaRPr lang="cs-CZ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5" name="Group 41"/>
          <p:cNvGrpSpPr>
            <a:grpSpLocks/>
          </p:cNvGrpSpPr>
          <p:nvPr/>
        </p:nvGrpSpPr>
        <p:grpSpPr bwMode="auto">
          <a:xfrm>
            <a:off x="3600000" y="2700000"/>
            <a:ext cx="4907279" cy="859883"/>
            <a:chOff x="-29" y="2839"/>
            <a:chExt cx="3132" cy="228"/>
          </a:xfrm>
          <a:solidFill>
            <a:schemeClr val="bg1"/>
          </a:solidFill>
        </p:grpSpPr>
        <p:sp>
          <p:nvSpPr>
            <p:cNvPr id="3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4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-29" y="2839"/>
              <a:ext cx="337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endParaRPr lang="cs-CZ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cxnSp>
        <p:nvCxnSpPr>
          <p:cNvPr id="45" name="Přímá spojnice 44"/>
          <p:cNvCxnSpPr/>
          <p:nvPr/>
        </p:nvCxnSpPr>
        <p:spPr>
          <a:xfrm>
            <a:off x="3600000" y="3780000"/>
            <a:ext cx="4896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Bitové operátory</a:t>
            </a:r>
          </a:p>
        </p:txBody>
      </p:sp>
      <p:sp>
        <p:nvSpPr>
          <p:cNvPr id="47" name="TextovéPole 46"/>
          <p:cNvSpPr txBox="1"/>
          <p:nvPr/>
        </p:nvSpPr>
        <p:spPr bwMode="auto">
          <a:xfrm>
            <a:off x="360000" y="2880000"/>
            <a:ext cx="171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 = </a:t>
            </a:r>
            <a:r>
              <a:rPr lang="cs-CZ" sz="2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maska</a:t>
            </a:r>
          </a:p>
        </p:txBody>
      </p:sp>
      <p:sp>
        <p:nvSpPr>
          <p:cNvPr id="53" name="TextovéPole 52"/>
          <p:cNvSpPr txBox="1"/>
          <p:nvPr/>
        </p:nvSpPr>
        <p:spPr bwMode="auto">
          <a:xfrm>
            <a:off x="6496792" y="4869160"/>
            <a:ext cx="201048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provedení příkazu</a:t>
            </a:r>
          </a:p>
        </p:txBody>
      </p:sp>
      <p:sp>
        <p:nvSpPr>
          <p:cNvPr id="5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6" name="Tlačítko akce: Vlastní 5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7" name="Tlačítko akce: Vlastní 5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8" name="Tlačítko akce: Vlastní 5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48" name="TextovéPole 47"/>
          <p:cNvSpPr txBox="1"/>
          <p:nvPr/>
        </p:nvSpPr>
        <p:spPr bwMode="auto">
          <a:xfrm>
            <a:off x="360000" y="5112000"/>
            <a:ext cx="879993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Bitový součet používáme pro </a:t>
            </a:r>
            <a:r>
              <a:rPr lang="cs-CZ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nastavení</a:t>
            </a:r>
            <a:r>
              <a:rPr lang="cs-CZ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jednotlivých bitů, ostatní bity se nezmění</a:t>
            </a:r>
            <a:endParaRPr lang="cs-CZ" sz="2400" b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691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7" grpId="0"/>
      <p:bldP spid="53" grpId="0"/>
      <p:bldP spid="54" grpId="0" animBg="1"/>
      <p:bldP spid="55" grpId="0"/>
      <p:bldP spid="48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kupina 1"/>
          <p:cNvGrpSpPr/>
          <p:nvPr/>
        </p:nvGrpSpPr>
        <p:grpSpPr>
          <a:xfrm>
            <a:off x="360000" y="1080012"/>
            <a:ext cx="8460000" cy="833663"/>
            <a:chOff x="360000" y="1080012"/>
            <a:chExt cx="8460000" cy="833663"/>
          </a:xfrm>
        </p:grpSpPr>
        <p:sp>
          <p:nvSpPr>
            <p:cNvPr id="6" name="Obdélník 5"/>
            <p:cNvSpPr/>
            <p:nvPr/>
          </p:nvSpPr>
          <p:spPr>
            <a:xfrm>
              <a:off x="360000" y="1080012"/>
              <a:ext cx="8460000" cy="8336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lIns="288000" tIns="108000" rIns="90000" bIns="108000">
              <a:spAutoFit/>
            </a:bodyPr>
            <a:lstStyle/>
            <a:p>
              <a:pPr marL="457200" indent="-457200" eaLnBrk="1" hangingPunct="1">
                <a:buFont typeface="+mj-lt"/>
                <a:buAutoNum type="alphaLcPeriod"/>
              </a:pPr>
              <a:r>
                <a:rPr lang="cs-CZ" sz="2000" u="sng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Nastav</a:t>
              </a:r>
              <a:r>
                <a:rPr lang="cs-CZ" sz="20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2. bit </a:t>
              </a:r>
              <a:r>
                <a:rPr lang="cs-CZ" sz="20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výstupního registru </a:t>
              </a:r>
              <a:r>
                <a:rPr lang="cs-CZ" sz="20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portu F </a:t>
              </a: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cs-CZ" sz="20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PORTF</a:t>
              </a: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  <a:endParaRPr lang="en-US" sz="20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457200" indent="-457200" eaLnBrk="1" hangingPunct="1">
                <a:buFont typeface="+mj-lt"/>
                <a:buAutoNum type="alphaLcPeriod"/>
              </a:pP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Stejný úkol,</a:t>
              </a: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ale</a:t>
              </a: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masku vytvořte operátorem posun</a:t>
              </a: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u</a:t>
              </a: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&lt;&lt;</a:t>
              </a:r>
              <a:endParaRPr lang="cs-CZ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TextovéPole 6"/>
            <p:cNvSpPr txBox="1"/>
            <p:nvPr/>
          </p:nvSpPr>
          <p:spPr bwMode="auto">
            <a:xfrm>
              <a:off x="360006" y="1080012"/>
              <a:ext cx="269626" cy="276999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cs-CZ" sz="1200" dirty="0">
                  <a:solidFill>
                    <a:schemeClr val="bg1"/>
                  </a:solidFill>
                  <a:latin typeface="Arial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Bitové operátory</a:t>
            </a:r>
          </a:p>
        </p:txBody>
      </p:sp>
      <p:sp>
        <p:nvSpPr>
          <p:cNvPr id="4" name="Obdélník 3"/>
          <p:cNvSpPr/>
          <p:nvPr/>
        </p:nvSpPr>
        <p:spPr>
          <a:xfrm>
            <a:off x="360012" y="3096000"/>
            <a:ext cx="8460000" cy="242828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latin typeface="Consolas"/>
              </a:rPr>
              <a:t>PORTF</a:t>
            </a:r>
            <a:r>
              <a:rPr lang="en-US" dirty="0">
                <a:latin typeface="Consolas"/>
              </a:rPr>
              <a:t> = PORTF | 0b00000100</a:t>
            </a:r>
            <a:r>
              <a:rPr lang="cs-CZ" dirty="0">
                <a:latin typeface="Consolas"/>
              </a:rPr>
              <a:t>;</a:t>
            </a:r>
            <a:endParaRPr lang="en-US" dirty="0">
              <a:latin typeface="Consolas"/>
            </a:endParaRPr>
          </a:p>
          <a:p>
            <a:r>
              <a:rPr lang="cs-CZ" dirty="0">
                <a:latin typeface="Consolas"/>
              </a:rPr>
              <a:t>PORTF</a:t>
            </a:r>
            <a:r>
              <a:rPr lang="en-US" dirty="0">
                <a:latin typeface="Consolas"/>
              </a:rPr>
              <a:t> |= 0b00000100</a:t>
            </a:r>
            <a:r>
              <a:rPr lang="cs-CZ" dirty="0">
                <a:latin typeface="Consolas"/>
              </a:rPr>
              <a:t>;</a:t>
            </a:r>
          </a:p>
          <a:p>
            <a:endParaRPr lang="cs-CZ" dirty="0">
              <a:latin typeface="Consolas"/>
            </a:endParaRPr>
          </a:p>
          <a:p>
            <a:r>
              <a:rPr lang="cs-CZ" dirty="0">
                <a:latin typeface="Consolas"/>
              </a:rPr>
              <a:t>PORTF</a:t>
            </a:r>
            <a:r>
              <a:rPr lang="en-US" dirty="0">
                <a:latin typeface="Consolas"/>
              </a:rPr>
              <a:t> = PORTF | 1&lt;&lt;2</a:t>
            </a:r>
            <a:r>
              <a:rPr lang="cs-CZ" dirty="0">
                <a:latin typeface="Consolas"/>
              </a:rPr>
              <a:t>;</a:t>
            </a:r>
            <a:endParaRPr lang="en-US" dirty="0">
              <a:latin typeface="Consolas"/>
            </a:endParaRPr>
          </a:p>
          <a:p>
            <a:r>
              <a:rPr lang="cs-CZ" dirty="0">
                <a:latin typeface="Consolas"/>
              </a:rPr>
              <a:t>PORTF</a:t>
            </a:r>
            <a:r>
              <a:rPr lang="en-US" dirty="0">
                <a:latin typeface="Consolas"/>
              </a:rPr>
              <a:t> |= 1&lt;&lt;2</a:t>
            </a:r>
            <a:r>
              <a:rPr lang="cs-CZ" dirty="0">
                <a:latin typeface="Consolas"/>
              </a:rPr>
              <a:t>;</a:t>
            </a:r>
          </a:p>
        </p:txBody>
      </p:sp>
      <p:sp>
        <p:nvSpPr>
          <p:cNvPr id="9" name="TextovéPole 8"/>
          <p:cNvSpPr txBox="1"/>
          <p:nvPr/>
        </p:nvSpPr>
        <p:spPr bwMode="auto">
          <a:xfrm>
            <a:off x="360012" y="3096000"/>
            <a:ext cx="269626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a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" name="TextovéPole 9"/>
          <p:cNvSpPr txBox="1"/>
          <p:nvPr/>
        </p:nvSpPr>
        <p:spPr bwMode="auto">
          <a:xfrm>
            <a:off x="360000" y="4149080"/>
            <a:ext cx="279244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b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" name="TextovéPole 15"/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2" name="Obdélník 11"/>
          <p:cNvSpPr/>
          <p:nvPr/>
        </p:nvSpPr>
        <p:spPr>
          <a:xfrm>
            <a:off x="360012" y="2016000"/>
            <a:ext cx="846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Určitý bit 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nastavíme na 1</a:t>
            </a: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pomocí 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logického součt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u</a:t>
            </a:r>
            <a:br>
              <a:rPr lang="en-US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(OR</a:t>
            </a:r>
            <a:r>
              <a:rPr lang="en-US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operátor </a:t>
            </a:r>
            <a:r>
              <a:rPr lang="en-US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 Odpovídající bit v 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masce</a:t>
            </a: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nastavíme na 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endParaRPr lang="cs-CZ" sz="2000" b="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7" name="Tlačítko akce: Vlastní 16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8" name="Tlačítko akce: Vlastní 17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9" name="Tlačítko akce: Vlastní 18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341204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2" grpId="0" animBg="1"/>
      <p:bldP spid="14" grpId="0" animBg="1"/>
      <p:bldP spid="1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60000" y="1080000"/>
            <a:ext cx="878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dirty="0">
                <a:latin typeface="Verdana" pitchFamily="34" charset="0"/>
              </a:rPr>
              <a:t>Bitový součin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&amp;</a:t>
            </a:r>
            <a:endParaRPr lang="cs-CZ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00" y="1929026"/>
            <a:ext cx="2232000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kern="0" dirty="0">
                <a:solidFill>
                  <a:srgbClr val="FF0000"/>
                </a:solidFill>
                <a:latin typeface="Consolas"/>
              </a:rPr>
              <a:t>c</a:t>
            </a:r>
            <a:r>
              <a:rPr lang="cs-CZ" sz="4000" kern="0" dirty="0">
                <a:solidFill>
                  <a:srgbClr val="FF0000"/>
                </a:solidFill>
                <a:latin typeface="Consolas"/>
              </a:rPr>
              <a:t>=</a:t>
            </a:r>
            <a:r>
              <a:rPr lang="cs-CZ" sz="4000" kern="0" noProof="1">
                <a:solidFill>
                  <a:srgbClr val="FF0000"/>
                </a:solidFill>
                <a:latin typeface="Consolas"/>
              </a:rPr>
              <a:t>a&amp;b</a:t>
            </a:r>
            <a:endParaRPr lang="cs-CZ" sz="4000" kern="0" noProof="1">
              <a:solidFill>
                <a:prstClr val="black"/>
              </a:solidFill>
              <a:latin typeface="Consolas"/>
            </a:endParaRPr>
          </a:p>
        </p:txBody>
      </p: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3600000" y="1800000"/>
            <a:ext cx="4907279" cy="859883"/>
            <a:chOff x="-29" y="2839"/>
            <a:chExt cx="3132" cy="228"/>
          </a:xfrm>
          <a:solidFill>
            <a:schemeClr val="bg1"/>
          </a:solidFill>
        </p:grpSpPr>
        <p:sp>
          <p:nvSpPr>
            <p:cNvPr id="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1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1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Rectangle 42"/>
            <p:cNvSpPr>
              <a:spLocks noChangeArrowheads="1"/>
            </p:cNvSpPr>
            <p:nvPr/>
          </p:nvSpPr>
          <p:spPr bwMode="auto">
            <a:xfrm>
              <a:off x="-29" y="2839"/>
              <a:ext cx="337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cs-CZ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5" name="Group 41"/>
          <p:cNvGrpSpPr>
            <a:grpSpLocks/>
          </p:cNvGrpSpPr>
          <p:nvPr/>
        </p:nvGrpSpPr>
        <p:grpSpPr bwMode="auto">
          <a:xfrm>
            <a:off x="3600000" y="4009277"/>
            <a:ext cx="4907279" cy="859883"/>
            <a:chOff x="-29" y="2839"/>
            <a:chExt cx="3132" cy="228"/>
          </a:xfrm>
          <a:solidFill>
            <a:schemeClr val="bg1">
              <a:lumMod val="85000"/>
            </a:schemeClr>
          </a:solidFill>
        </p:grpSpPr>
        <p:sp>
          <p:nvSpPr>
            <p:cNvPr id="1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2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solidFill>
                    <a:schemeClr val="bg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" name="Rectangle 42"/>
            <p:cNvSpPr>
              <a:spLocks noChangeArrowheads="1"/>
            </p:cNvSpPr>
            <p:nvPr/>
          </p:nvSpPr>
          <p:spPr bwMode="auto">
            <a:xfrm>
              <a:off x="-29" y="2839"/>
              <a:ext cx="337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8100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endParaRPr lang="cs-CZ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5" name="Group 41"/>
          <p:cNvGrpSpPr>
            <a:grpSpLocks/>
          </p:cNvGrpSpPr>
          <p:nvPr/>
        </p:nvGrpSpPr>
        <p:grpSpPr bwMode="auto">
          <a:xfrm>
            <a:off x="3600000" y="2700000"/>
            <a:ext cx="4907279" cy="859883"/>
            <a:chOff x="-29" y="2839"/>
            <a:chExt cx="3132" cy="228"/>
          </a:xfrm>
          <a:solidFill>
            <a:schemeClr val="bg1"/>
          </a:solidFill>
        </p:grpSpPr>
        <p:sp>
          <p:nvSpPr>
            <p:cNvPr id="3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4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-29" y="2839"/>
              <a:ext cx="337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endParaRPr lang="cs-CZ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cxnSp>
        <p:nvCxnSpPr>
          <p:cNvPr id="45" name="Přímá spojnice 44"/>
          <p:cNvCxnSpPr/>
          <p:nvPr/>
        </p:nvCxnSpPr>
        <p:spPr>
          <a:xfrm>
            <a:off x="3600000" y="3780000"/>
            <a:ext cx="4896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Bitové operátory</a:t>
            </a:r>
          </a:p>
        </p:txBody>
      </p:sp>
      <p:sp>
        <p:nvSpPr>
          <p:cNvPr id="52" name="TextovéPole 51"/>
          <p:cNvSpPr txBox="1"/>
          <p:nvPr/>
        </p:nvSpPr>
        <p:spPr bwMode="auto">
          <a:xfrm>
            <a:off x="360000" y="2880000"/>
            <a:ext cx="171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 = </a:t>
            </a:r>
            <a:r>
              <a:rPr lang="cs-CZ" sz="2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maska</a:t>
            </a:r>
          </a:p>
        </p:txBody>
      </p:sp>
      <p:sp>
        <p:nvSpPr>
          <p:cNvPr id="47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48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9" name="Tlačítko akce: Vlastní 48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0" name="Tlačítko akce: Vlastní 49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1" name="Tlačítko akce: Vlastní 50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53" name="TextovéPole 52"/>
          <p:cNvSpPr txBox="1"/>
          <p:nvPr/>
        </p:nvSpPr>
        <p:spPr bwMode="auto">
          <a:xfrm>
            <a:off x="6496792" y="4869160"/>
            <a:ext cx="201048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provedení příkazu</a:t>
            </a:r>
          </a:p>
        </p:txBody>
      </p:sp>
      <p:sp>
        <p:nvSpPr>
          <p:cNvPr id="54" name="TextovéPole 53"/>
          <p:cNvSpPr txBox="1"/>
          <p:nvPr/>
        </p:nvSpPr>
        <p:spPr bwMode="auto">
          <a:xfrm>
            <a:off x="360000" y="5112000"/>
            <a:ext cx="879993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Bitový součin používáme pro </a:t>
            </a:r>
            <a:r>
              <a:rPr lang="cs-CZ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nulování </a:t>
            </a:r>
            <a:r>
              <a:rPr lang="cs-CZ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jednotlivých bitů, ostatní bity se nezmění</a:t>
            </a:r>
            <a:endParaRPr lang="cs-CZ" sz="2400" b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78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2" grpId="0"/>
      <p:bldP spid="47" grpId="0" animBg="1"/>
      <p:bldP spid="48" grpId="0"/>
      <p:bldP spid="53" grpId="0"/>
      <p:bldP spid="5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kupina 1"/>
          <p:cNvGrpSpPr/>
          <p:nvPr/>
        </p:nvGrpSpPr>
        <p:grpSpPr>
          <a:xfrm>
            <a:off x="360000" y="1080012"/>
            <a:ext cx="8460000" cy="833663"/>
            <a:chOff x="360000" y="1080012"/>
            <a:chExt cx="8460000" cy="833663"/>
          </a:xfrm>
        </p:grpSpPr>
        <p:sp>
          <p:nvSpPr>
            <p:cNvPr id="6" name="Obdélník 5"/>
            <p:cNvSpPr/>
            <p:nvPr/>
          </p:nvSpPr>
          <p:spPr>
            <a:xfrm>
              <a:off x="360000" y="1080012"/>
              <a:ext cx="8460000" cy="8336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lIns="288000" tIns="108000" rIns="90000" bIns="108000">
              <a:spAutoFit/>
            </a:bodyPr>
            <a:lstStyle/>
            <a:p>
              <a:pPr marL="457200" indent="-457200" eaLnBrk="1" hangingPunct="1">
                <a:buFont typeface="+mj-lt"/>
                <a:buAutoNum type="alphaLcPeriod"/>
              </a:pPr>
              <a:r>
                <a:rPr lang="cs-CZ" sz="2000" u="sng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Nuluj</a:t>
              </a:r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. bit </a:t>
              </a:r>
              <a:r>
                <a:rPr lang="cs-CZ" sz="20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výstupního registru </a:t>
              </a:r>
              <a:r>
                <a:rPr lang="cs-CZ" sz="20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portu F </a:t>
              </a: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cs-CZ" sz="20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PORTF</a:t>
              </a: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  <a:endParaRPr lang="en-US" sz="20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457200" indent="-457200" eaLnBrk="1" hangingPunct="1">
                <a:buFont typeface="+mj-lt"/>
                <a:buAutoNum type="alphaLcPeriod"/>
              </a:pP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Stejný úkol,</a:t>
              </a: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ale</a:t>
              </a: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masku vytvořte operátorem posun</a:t>
              </a: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u</a:t>
              </a: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&lt;&lt;</a:t>
              </a:r>
              <a:endParaRPr lang="cs-CZ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TextovéPole 6"/>
            <p:cNvSpPr txBox="1"/>
            <p:nvPr/>
          </p:nvSpPr>
          <p:spPr bwMode="auto">
            <a:xfrm>
              <a:off x="360005" y="1080012"/>
              <a:ext cx="269626" cy="276999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bg1"/>
                  </a:solidFill>
                  <a:latin typeface="Arial"/>
                </a:rPr>
                <a:t>3</a:t>
              </a:r>
              <a:endPara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Bitové operátory</a:t>
            </a:r>
          </a:p>
        </p:txBody>
      </p:sp>
      <p:sp>
        <p:nvSpPr>
          <p:cNvPr id="4" name="Obdélník 3"/>
          <p:cNvSpPr/>
          <p:nvPr/>
        </p:nvSpPr>
        <p:spPr>
          <a:xfrm>
            <a:off x="360012" y="3304972"/>
            <a:ext cx="8460000" cy="242828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latin typeface="Consolas"/>
              </a:rPr>
              <a:t>PORTF</a:t>
            </a:r>
            <a:r>
              <a:rPr lang="en-US" dirty="0">
                <a:latin typeface="Consolas"/>
              </a:rPr>
              <a:t> = PORTF &amp; 0b01111111</a:t>
            </a:r>
            <a:r>
              <a:rPr lang="cs-CZ" dirty="0">
                <a:latin typeface="Consolas"/>
              </a:rPr>
              <a:t>;</a:t>
            </a:r>
            <a:endParaRPr lang="en-US" dirty="0">
              <a:latin typeface="Consolas"/>
            </a:endParaRPr>
          </a:p>
          <a:p>
            <a:r>
              <a:rPr lang="cs-CZ" dirty="0">
                <a:latin typeface="Consolas"/>
              </a:rPr>
              <a:t>PORTF</a:t>
            </a:r>
            <a:r>
              <a:rPr lang="en-US" dirty="0">
                <a:latin typeface="Consolas"/>
              </a:rPr>
              <a:t> &amp;= 0b01111111</a:t>
            </a:r>
            <a:r>
              <a:rPr lang="cs-CZ" dirty="0">
                <a:latin typeface="Consolas"/>
              </a:rPr>
              <a:t>;</a:t>
            </a:r>
          </a:p>
          <a:p>
            <a:endParaRPr lang="cs-CZ" dirty="0">
              <a:latin typeface="Consolas"/>
            </a:endParaRPr>
          </a:p>
          <a:p>
            <a:r>
              <a:rPr lang="cs-CZ" dirty="0">
                <a:latin typeface="Consolas"/>
              </a:rPr>
              <a:t>PORTF</a:t>
            </a:r>
            <a:r>
              <a:rPr lang="en-US" dirty="0">
                <a:latin typeface="Consolas"/>
              </a:rPr>
              <a:t> = PORTF &amp; ~(1&lt;&lt;7)</a:t>
            </a:r>
            <a:r>
              <a:rPr lang="cs-CZ" dirty="0">
                <a:latin typeface="Consolas"/>
              </a:rPr>
              <a:t>;</a:t>
            </a:r>
            <a:endParaRPr lang="en-US" dirty="0">
              <a:latin typeface="Consolas"/>
            </a:endParaRPr>
          </a:p>
          <a:p>
            <a:r>
              <a:rPr lang="cs-CZ" dirty="0">
                <a:latin typeface="Consolas"/>
              </a:rPr>
              <a:t>PORTF</a:t>
            </a:r>
            <a:r>
              <a:rPr lang="en-US" dirty="0">
                <a:latin typeface="Consolas"/>
              </a:rPr>
              <a:t> &amp;= ~(1&lt;&lt;7)</a:t>
            </a:r>
            <a:r>
              <a:rPr lang="cs-CZ" dirty="0">
                <a:latin typeface="Consolas"/>
              </a:rPr>
              <a:t>;</a:t>
            </a:r>
          </a:p>
        </p:txBody>
      </p:sp>
      <p:sp>
        <p:nvSpPr>
          <p:cNvPr id="9" name="TextovéPole 8"/>
          <p:cNvSpPr txBox="1"/>
          <p:nvPr/>
        </p:nvSpPr>
        <p:spPr bwMode="auto">
          <a:xfrm>
            <a:off x="360012" y="3304972"/>
            <a:ext cx="269626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a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" name="TextovéPole 9"/>
          <p:cNvSpPr txBox="1"/>
          <p:nvPr/>
        </p:nvSpPr>
        <p:spPr bwMode="auto">
          <a:xfrm>
            <a:off x="360000" y="4358052"/>
            <a:ext cx="279244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b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1" name="Obdélník 10"/>
          <p:cNvSpPr/>
          <p:nvPr/>
        </p:nvSpPr>
        <p:spPr>
          <a:xfrm>
            <a:off x="360012" y="2016000"/>
            <a:ext cx="8460000" cy="114143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Určitý bit 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nulujeme </a:t>
            </a: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pomocí 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logického součinu</a:t>
            </a:r>
            <a:br>
              <a:rPr lang="en-US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(AND operátor </a:t>
            </a:r>
            <a:r>
              <a:rPr lang="en-US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 Odpovídající bit v 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masce</a:t>
            </a: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nastavíme na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endParaRPr lang="cs-CZ" sz="2000" b="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7" name="TextovéPole 16"/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801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60000" y="1080000"/>
            <a:ext cx="878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dirty="0">
                <a:latin typeface="Verdana" pitchFamily="34" charset="0"/>
              </a:rPr>
              <a:t>Výlučný bitový součet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^</a:t>
            </a:r>
            <a:endParaRPr lang="cs-CZ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00" y="1929026"/>
            <a:ext cx="2232000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kern="0" dirty="0">
                <a:solidFill>
                  <a:srgbClr val="FF0000"/>
                </a:solidFill>
                <a:latin typeface="Consolas"/>
              </a:rPr>
              <a:t>c</a:t>
            </a:r>
            <a:r>
              <a:rPr lang="cs-CZ" sz="4000" kern="0" dirty="0">
                <a:solidFill>
                  <a:srgbClr val="FF0000"/>
                </a:solidFill>
                <a:latin typeface="Consolas"/>
              </a:rPr>
              <a:t>=</a:t>
            </a:r>
            <a:r>
              <a:rPr lang="cs-CZ" sz="4000" kern="0" noProof="1">
                <a:solidFill>
                  <a:srgbClr val="FF0000"/>
                </a:solidFill>
                <a:latin typeface="Consolas"/>
              </a:rPr>
              <a:t>a^b</a:t>
            </a:r>
            <a:endParaRPr lang="cs-CZ" sz="4000" kern="0" noProof="1">
              <a:solidFill>
                <a:prstClr val="black"/>
              </a:solidFill>
              <a:latin typeface="Consolas"/>
            </a:endParaRPr>
          </a:p>
        </p:txBody>
      </p: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3600000" y="1800000"/>
            <a:ext cx="4907279" cy="859883"/>
            <a:chOff x="-29" y="2839"/>
            <a:chExt cx="3132" cy="228"/>
          </a:xfrm>
          <a:solidFill>
            <a:schemeClr val="bg1"/>
          </a:solidFill>
        </p:grpSpPr>
        <p:sp>
          <p:nvSpPr>
            <p:cNvPr id="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1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1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Rectangle 42"/>
            <p:cNvSpPr>
              <a:spLocks noChangeArrowheads="1"/>
            </p:cNvSpPr>
            <p:nvPr/>
          </p:nvSpPr>
          <p:spPr bwMode="auto">
            <a:xfrm>
              <a:off x="-29" y="2839"/>
              <a:ext cx="337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cs-CZ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5" name="Group 41"/>
          <p:cNvGrpSpPr>
            <a:grpSpLocks/>
          </p:cNvGrpSpPr>
          <p:nvPr/>
        </p:nvGrpSpPr>
        <p:grpSpPr bwMode="auto">
          <a:xfrm>
            <a:off x="3600000" y="4009277"/>
            <a:ext cx="4907279" cy="859883"/>
            <a:chOff x="-29" y="2839"/>
            <a:chExt cx="3132" cy="228"/>
          </a:xfrm>
          <a:solidFill>
            <a:schemeClr val="bg1">
              <a:lumMod val="85000"/>
            </a:schemeClr>
          </a:solidFill>
        </p:grpSpPr>
        <p:sp>
          <p:nvSpPr>
            <p:cNvPr id="1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solidFill>
                    <a:schemeClr val="bg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" name="Rectangle 42"/>
            <p:cNvSpPr>
              <a:spLocks noChangeArrowheads="1"/>
            </p:cNvSpPr>
            <p:nvPr/>
          </p:nvSpPr>
          <p:spPr bwMode="auto">
            <a:xfrm>
              <a:off x="-29" y="2839"/>
              <a:ext cx="337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8100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endParaRPr lang="cs-CZ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5" name="Group 41"/>
          <p:cNvGrpSpPr>
            <a:grpSpLocks/>
          </p:cNvGrpSpPr>
          <p:nvPr/>
        </p:nvGrpSpPr>
        <p:grpSpPr bwMode="auto">
          <a:xfrm>
            <a:off x="3600000" y="2700000"/>
            <a:ext cx="4907279" cy="859883"/>
            <a:chOff x="-29" y="2839"/>
            <a:chExt cx="3132" cy="228"/>
          </a:xfrm>
          <a:solidFill>
            <a:schemeClr val="bg1"/>
          </a:solidFill>
        </p:grpSpPr>
        <p:sp>
          <p:nvSpPr>
            <p:cNvPr id="3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4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-29" y="2839"/>
              <a:ext cx="337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endParaRPr lang="cs-CZ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cxnSp>
        <p:nvCxnSpPr>
          <p:cNvPr id="45" name="Přímá spojnice 44"/>
          <p:cNvCxnSpPr/>
          <p:nvPr/>
        </p:nvCxnSpPr>
        <p:spPr>
          <a:xfrm>
            <a:off x="3600000" y="3780000"/>
            <a:ext cx="48960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Bitové operátory</a:t>
            </a:r>
          </a:p>
        </p:txBody>
      </p:sp>
      <p:sp>
        <p:nvSpPr>
          <p:cNvPr id="52" name="TextovéPole 51"/>
          <p:cNvSpPr txBox="1"/>
          <p:nvPr/>
        </p:nvSpPr>
        <p:spPr bwMode="auto">
          <a:xfrm>
            <a:off x="360000" y="2926859"/>
            <a:ext cx="171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 = </a:t>
            </a:r>
            <a:r>
              <a:rPr lang="cs-CZ" sz="2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maska</a:t>
            </a:r>
          </a:p>
        </p:txBody>
      </p:sp>
      <p:sp>
        <p:nvSpPr>
          <p:cNvPr id="47" name="TextovéPole 46"/>
          <p:cNvSpPr txBox="1"/>
          <p:nvPr/>
        </p:nvSpPr>
        <p:spPr bwMode="auto">
          <a:xfrm>
            <a:off x="6496792" y="4869160"/>
            <a:ext cx="201048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b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 provedení příkazu</a:t>
            </a:r>
          </a:p>
        </p:txBody>
      </p:sp>
      <p:sp>
        <p:nvSpPr>
          <p:cNvPr id="48" name="TextovéPole 47"/>
          <p:cNvSpPr txBox="1"/>
          <p:nvPr/>
        </p:nvSpPr>
        <p:spPr bwMode="auto">
          <a:xfrm>
            <a:off x="360000" y="5112000"/>
            <a:ext cx="879993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Výlučný bitový součet používáme pro </a:t>
            </a:r>
            <a:r>
              <a:rPr lang="cs-CZ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inverzi </a:t>
            </a:r>
            <a:r>
              <a:rPr lang="cs-CZ" b="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jednotlivých bitů, ostatní bity se nezmění</a:t>
            </a:r>
            <a:endParaRPr lang="cs-CZ" sz="2400" b="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9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0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1" name="Tlačítko akce: Vlastní 50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53" name="Tlačítko akce: Vlastní 52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54" name="Tlačítko akce: Vlastní 53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66107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2" grpId="0"/>
      <p:bldP spid="47" grpId="0"/>
      <p:bldP spid="48" grpId="0"/>
      <p:bldP spid="49" grpId="0" animBg="1"/>
      <p:bldP spid="5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Skupina 1"/>
          <p:cNvGrpSpPr/>
          <p:nvPr/>
        </p:nvGrpSpPr>
        <p:grpSpPr>
          <a:xfrm>
            <a:off x="360000" y="1080012"/>
            <a:ext cx="8460000" cy="833663"/>
            <a:chOff x="360000" y="1080012"/>
            <a:chExt cx="8460000" cy="833663"/>
          </a:xfrm>
        </p:grpSpPr>
        <p:sp>
          <p:nvSpPr>
            <p:cNvPr id="6" name="Obdélník 5"/>
            <p:cNvSpPr/>
            <p:nvPr/>
          </p:nvSpPr>
          <p:spPr>
            <a:xfrm>
              <a:off x="360000" y="1080012"/>
              <a:ext cx="8460000" cy="83366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lIns="288000" tIns="108000" rIns="90000" bIns="108000">
              <a:spAutoFit/>
            </a:bodyPr>
            <a:lstStyle/>
            <a:p>
              <a:pPr marL="457200" indent="-457200" eaLnBrk="1" hangingPunct="1">
                <a:buFont typeface="+mj-lt"/>
                <a:buAutoNum type="alphaLcPeriod"/>
              </a:pPr>
              <a:r>
                <a:rPr lang="cs-CZ" sz="2000" u="sng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Invertuj</a:t>
              </a:r>
              <a:r>
                <a:rPr lang="en-US" sz="20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4</a:t>
              </a: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. bit </a:t>
              </a:r>
              <a:r>
                <a:rPr lang="cs-CZ" sz="20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výstupního registru </a:t>
              </a:r>
              <a:r>
                <a:rPr lang="cs-CZ" sz="2000" i="1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portu F </a:t>
              </a: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cs-CZ" sz="2000" i="1" dirty="0">
                  <a:latin typeface="Consolas" panose="020B0609020204030204" pitchFamily="49" charset="0"/>
                  <a:cs typeface="Consolas" panose="020B0609020204030204" pitchFamily="49" charset="0"/>
                </a:rPr>
                <a:t>PORTF</a:t>
              </a: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)</a:t>
              </a:r>
              <a:endParaRPr lang="en-US" sz="20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pPr marL="457200" indent="-457200" eaLnBrk="1" hangingPunct="1">
                <a:buFont typeface="+mj-lt"/>
                <a:buAutoNum type="alphaLcPeriod"/>
              </a:pP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Stejný úkol,</a:t>
              </a: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ale</a:t>
              </a:r>
              <a:r>
                <a:rPr lang="cs-CZ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masku vytvořte operátorem posunu </a:t>
              </a:r>
              <a:r>
                <a:rPr lang="en-US" sz="20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cs typeface="Consolas" panose="020B0609020204030204" pitchFamily="49" charset="0"/>
                </a:rPr>
                <a:t>&lt;&lt;</a:t>
              </a:r>
              <a:endParaRPr lang="cs-CZ" sz="2000" i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TextovéPole 6"/>
            <p:cNvSpPr txBox="1"/>
            <p:nvPr/>
          </p:nvSpPr>
          <p:spPr bwMode="auto">
            <a:xfrm>
              <a:off x="360005" y="1080012"/>
              <a:ext cx="269626" cy="276999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dirty="0">
                  <a:solidFill>
                    <a:schemeClr val="bg1"/>
                  </a:solidFill>
                  <a:latin typeface="Arial"/>
                </a:rPr>
                <a:t>4</a:t>
              </a:r>
              <a:endPara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Bitové operátory</a:t>
            </a:r>
          </a:p>
        </p:txBody>
      </p:sp>
      <p:sp>
        <p:nvSpPr>
          <p:cNvPr id="4" name="Obdélník 3"/>
          <p:cNvSpPr/>
          <p:nvPr/>
        </p:nvSpPr>
        <p:spPr>
          <a:xfrm>
            <a:off x="360012" y="3356992"/>
            <a:ext cx="8460000" cy="242828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latin typeface="Consolas"/>
              </a:rPr>
              <a:t>PORTF</a:t>
            </a:r>
            <a:r>
              <a:rPr lang="en-US" dirty="0">
                <a:latin typeface="Consolas"/>
              </a:rPr>
              <a:t> = PORTF ^ 0b00010000</a:t>
            </a:r>
            <a:r>
              <a:rPr lang="cs-CZ" dirty="0">
                <a:latin typeface="Consolas"/>
              </a:rPr>
              <a:t>;</a:t>
            </a:r>
            <a:endParaRPr lang="en-US" dirty="0">
              <a:latin typeface="Consolas"/>
            </a:endParaRPr>
          </a:p>
          <a:p>
            <a:r>
              <a:rPr lang="cs-CZ" dirty="0">
                <a:latin typeface="Consolas"/>
              </a:rPr>
              <a:t>PORTF</a:t>
            </a:r>
            <a:r>
              <a:rPr lang="en-US" dirty="0">
                <a:latin typeface="Consolas"/>
              </a:rPr>
              <a:t> ^= 0b00010000</a:t>
            </a:r>
            <a:r>
              <a:rPr lang="cs-CZ" dirty="0">
                <a:latin typeface="Consolas"/>
              </a:rPr>
              <a:t>;</a:t>
            </a:r>
          </a:p>
          <a:p>
            <a:endParaRPr lang="cs-CZ" dirty="0">
              <a:latin typeface="Consolas"/>
            </a:endParaRPr>
          </a:p>
          <a:p>
            <a:r>
              <a:rPr lang="cs-CZ" dirty="0">
                <a:latin typeface="Consolas"/>
              </a:rPr>
              <a:t>PORTF</a:t>
            </a:r>
            <a:r>
              <a:rPr lang="en-US" dirty="0">
                <a:latin typeface="Consolas"/>
              </a:rPr>
              <a:t> = PORTF ^ 1&lt;&lt;4</a:t>
            </a:r>
            <a:r>
              <a:rPr lang="cs-CZ" dirty="0">
                <a:latin typeface="Consolas"/>
              </a:rPr>
              <a:t>;</a:t>
            </a:r>
            <a:endParaRPr lang="en-US" dirty="0">
              <a:latin typeface="Consolas"/>
            </a:endParaRPr>
          </a:p>
          <a:p>
            <a:r>
              <a:rPr lang="cs-CZ" dirty="0">
                <a:latin typeface="Consolas"/>
              </a:rPr>
              <a:t>PORTF</a:t>
            </a:r>
            <a:r>
              <a:rPr lang="en-US" dirty="0">
                <a:latin typeface="Consolas"/>
              </a:rPr>
              <a:t> ^= 1&lt;&lt;4</a:t>
            </a:r>
            <a:r>
              <a:rPr lang="cs-CZ" dirty="0">
                <a:latin typeface="Consolas"/>
              </a:rPr>
              <a:t>;</a:t>
            </a:r>
          </a:p>
        </p:txBody>
      </p:sp>
      <p:sp>
        <p:nvSpPr>
          <p:cNvPr id="9" name="TextovéPole 8"/>
          <p:cNvSpPr txBox="1"/>
          <p:nvPr/>
        </p:nvSpPr>
        <p:spPr bwMode="auto">
          <a:xfrm>
            <a:off x="360012" y="3356992"/>
            <a:ext cx="269626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a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0" name="TextovéPole 9"/>
          <p:cNvSpPr txBox="1"/>
          <p:nvPr/>
        </p:nvSpPr>
        <p:spPr bwMode="auto">
          <a:xfrm>
            <a:off x="360000" y="4410072"/>
            <a:ext cx="279244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b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1" name="Obdélník 10"/>
          <p:cNvSpPr/>
          <p:nvPr/>
        </p:nvSpPr>
        <p:spPr>
          <a:xfrm>
            <a:off x="360012" y="2016000"/>
            <a:ext cx="8460000" cy="114143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Určitý bit 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invertujeme </a:t>
            </a: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pomocí 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exkluzivního</a:t>
            </a: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logického součinu </a:t>
            </a: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(operátor </a:t>
            </a:r>
            <a:r>
              <a:rPr lang="en-US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^</a:t>
            </a: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 Odpovídající bit v 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masce</a:t>
            </a: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nastavíme na 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20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endParaRPr lang="cs-CZ" sz="2000" b="0" i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3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4" name="Tlačítko akce: Vlastní 13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5" name="Tlačítko akce: Vlastní 14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6" name="Tlačítko akce: Vlastní 15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9D9328EB-8242-4DA3-BDF2-1A5B7D89B68F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931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60000" y="1080000"/>
            <a:ext cx="878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dirty="0">
                <a:latin typeface="Verdana" pitchFamily="34" charset="0"/>
              </a:rPr>
              <a:t>Posun</a:t>
            </a:r>
            <a:r>
              <a:rPr lang="en-US" dirty="0"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vlevo</a:t>
            </a:r>
            <a:r>
              <a:rPr lang="en-US" dirty="0">
                <a:latin typeface="Verdana" pitchFamily="34" charset="0"/>
              </a:rPr>
              <a:t> &lt;&lt;</a:t>
            </a:r>
            <a:endParaRPr lang="cs-CZ" dirty="0">
              <a:latin typeface="Verdana" pitchFamily="3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00" y="1929026"/>
            <a:ext cx="2232000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kern="0" dirty="0">
                <a:solidFill>
                  <a:srgbClr val="FF0000"/>
                </a:solidFill>
                <a:latin typeface="Consolas"/>
              </a:rPr>
              <a:t>c</a:t>
            </a:r>
            <a:r>
              <a:rPr lang="cs-CZ" sz="4000" kern="0" dirty="0">
                <a:solidFill>
                  <a:srgbClr val="FF0000"/>
                </a:solidFill>
                <a:latin typeface="Consolas"/>
              </a:rPr>
              <a:t>=</a:t>
            </a:r>
            <a:r>
              <a:rPr lang="en-US" sz="4000" kern="0" dirty="0">
                <a:solidFill>
                  <a:srgbClr val="FF0000"/>
                </a:solidFill>
                <a:latin typeface="Consolas"/>
              </a:rPr>
              <a:t>a&lt;&lt;b</a:t>
            </a:r>
            <a:endParaRPr lang="cs-CZ" sz="4000" kern="0" dirty="0">
              <a:solidFill>
                <a:prstClr val="black"/>
              </a:solidFill>
              <a:latin typeface="Consolas"/>
            </a:endParaRPr>
          </a:p>
        </p:txBody>
      </p: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3600000" y="1800000"/>
            <a:ext cx="4907279" cy="859883"/>
            <a:chOff x="-29" y="2839"/>
            <a:chExt cx="3132" cy="228"/>
          </a:xfrm>
          <a:solidFill>
            <a:schemeClr val="bg1"/>
          </a:solidFill>
        </p:grpSpPr>
        <p:sp>
          <p:nvSpPr>
            <p:cNvPr id="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1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Rectangle 42"/>
            <p:cNvSpPr>
              <a:spLocks noChangeArrowheads="1"/>
            </p:cNvSpPr>
            <p:nvPr/>
          </p:nvSpPr>
          <p:spPr bwMode="auto">
            <a:xfrm>
              <a:off x="-29" y="2839"/>
              <a:ext cx="337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cs-CZ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5" name="Group 41"/>
          <p:cNvGrpSpPr>
            <a:grpSpLocks/>
          </p:cNvGrpSpPr>
          <p:nvPr/>
        </p:nvGrpSpPr>
        <p:grpSpPr bwMode="auto">
          <a:xfrm>
            <a:off x="2387277" y="4009277"/>
            <a:ext cx="6120002" cy="859883"/>
            <a:chOff x="-803" y="2839"/>
            <a:chExt cx="3906" cy="228"/>
          </a:xfrm>
          <a:solidFill>
            <a:schemeClr val="bg1">
              <a:lumMod val="85000"/>
            </a:schemeClr>
          </a:solidFill>
        </p:grpSpPr>
        <p:sp>
          <p:nvSpPr>
            <p:cNvPr id="1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" name="Rectangle 42"/>
            <p:cNvSpPr>
              <a:spLocks noChangeArrowheads="1"/>
            </p:cNvSpPr>
            <p:nvPr/>
          </p:nvSpPr>
          <p:spPr bwMode="auto">
            <a:xfrm>
              <a:off x="-803" y="2839"/>
              <a:ext cx="337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8100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endParaRPr lang="cs-CZ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2"/>
            <p:cNvSpPr>
              <a:spLocks noChangeArrowheads="1"/>
            </p:cNvSpPr>
            <p:nvPr/>
          </p:nvSpPr>
          <p:spPr bwMode="auto">
            <a:xfrm>
              <a:off x="-29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2"/>
            <p:cNvSpPr>
              <a:spLocks noChangeArrowheads="1"/>
            </p:cNvSpPr>
            <p:nvPr/>
          </p:nvSpPr>
          <p:spPr bwMode="auto">
            <a:xfrm>
              <a:off x="-367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" name="Skupina 1"/>
          <p:cNvGrpSpPr/>
          <p:nvPr/>
        </p:nvGrpSpPr>
        <p:grpSpPr>
          <a:xfrm>
            <a:off x="3334420" y="2659883"/>
            <a:ext cx="4908850" cy="1349394"/>
            <a:chOff x="3334420" y="2659883"/>
            <a:chExt cx="4908850" cy="1349394"/>
          </a:xfrm>
        </p:grpSpPr>
        <p:cxnSp>
          <p:nvCxnSpPr>
            <p:cNvPr id="25" name="Přímá spojnice se šipkou 24"/>
            <p:cNvCxnSpPr>
              <a:stCxn id="13" idx="2"/>
              <a:endCxn id="21" idx="0"/>
            </p:cNvCxnSpPr>
            <p:nvPr/>
          </p:nvCxnSpPr>
          <p:spPr>
            <a:xfrm flipH="1">
              <a:off x="7187233" y="2659883"/>
              <a:ext cx="1056037" cy="134939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Přímá spojnice se šipkou 47"/>
            <p:cNvCxnSpPr>
              <a:stCxn id="12" idx="2"/>
              <a:endCxn id="20" idx="0"/>
            </p:cNvCxnSpPr>
            <p:nvPr/>
          </p:nvCxnSpPr>
          <p:spPr>
            <a:xfrm flipH="1">
              <a:off x="6659214" y="2659883"/>
              <a:ext cx="1056038" cy="134939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Přímá spojnice se šipkou 48"/>
            <p:cNvCxnSpPr>
              <a:stCxn id="11" idx="2"/>
              <a:endCxn id="19" idx="0"/>
            </p:cNvCxnSpPr>
            <p:nvPr/>
          </p:nvCxnSpPr>
          <p:spPr>
            <a:xfrm flipH="1">
              <a:off x="6131196" y="2659883"/>
              <a:ext cx="1056037" cy="134939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Přímá spojnice se šipkou 49"/>
            <p:cNvCxnSpPr>
              <a:stCxn id="10" idx="2"/>
              <a:endCxn id="18" idx="0"/>
            </p:cNvCxnSpPr>
            <p:nvPr/>
          </p:nvCxnSpPr>
          <p:spPr>
            <a:xfrm flipH="1">
              <a:off x="5603177" y="2659883"/>
              <a:ext cx="1056038" cy="134939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Přímá spojnice se šipkou 50"/>
            <p:cNvCxnSpPr>
              <a:stCxn id="9" idx="2"/>
              <a:endCxn id="17" idx="0"/>
            </p:cNvCxnSpPr>
            <p:nvPr/>
          </p:nvCxnSpPr>
          <p:spPr>
            <a:xfrm flipH="1">
              <a:off x="5075158" y="2659883"/>
              <a:ext cx="1056039" cy="134939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Přímá spojnice se šipkou 51"/>
            <p:cNvCxnSpPr>
              <a:stCxn id="8" idx="2"/>
              <a:endCxn id="16" idx="0"/>
            </p:cNvCxnSpPr>
            <p:nvPr/>
          </p:nvCxnSpPr>
          <p:spPr>
            <a:xfrm flipH="1">
              <a:off x="4547139" y="2659883"/>
              <a:ext cx="1056040" cy="134939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Přímá spojnice se šipkou 52"/>
            <p:cNvCxnSpPr>
              <a:stCxn id="7" idx="2"/>
              <a:endCxn id="46" idx="0"/>
            </p:cNvCxnSpPr>
            <p:nvPr/>
          </p:nvCxnSpPr>
          <p:spPr>
            <a:xfrm flipH="1">
              <a:off x="3864005" y="2659883"/>
              <a:ext cx="1211156" cy="134939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Přímá spojnice se šipkou 53"/>
            <p:cNvCxnSpPr>
              <a:stCxn id="6" idx="2"/>
              <a:endCxn id="47" idx="0"/>
            </p:cNvCxnSpPr>
            <p:nvPr/>
          </p:nvCxnSpPr>
          <p:spPr>
            <a:xfrm flipH="1">
              <a:off x="3334420" y="2659883"/>
              <a:ext cx="1212722" cy="1349394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Přímá spojnice se šipkou 60"/>
          <p:cNvCxnSpPr/>
          <p:nvPr/>
        </p:nvCxnSpPr>
        <p:spPr>
          <a:xfrm flipH="1">
            <a:off x="7451242" y="5157192"/>
            <a:ext cx="1056040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ovéPole 64"/>
          <p:cNvSpPr txBox="1"/>
          <p:nvPr/>
        </p:nvSpPr>
        <p:spPr bwMode="auto">
          <a:xfrm>
            <a:off x="5943757" y="5445224"/>
            <a:ext cx="25635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doplnění nulou</a:t>
            </a:r>
            <a:endParaRPr lang="cs-CZ" sz="2400" b="1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Bitové operátory</a:t>
            </a:r>
          </a:p>
        </p:txBody>
      </p:sp>
      <p:sp>
        <p:nvSpPr>
          <p:cNvPr id="43" name="TextovéPole 42"/>
          <p:cNvSpPr txBox="1"/>
          <p:nvPr/>
        </p:nvSpPr>
        <p:spPr bwMode="auto">
          <a:xfrm>
            <a:off x="1995611" y="3103747"/>
            <a:ext cx="6944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b=2</a:t>
            </a:r>
            <a:endParaRPr lang="cs-CZ" sz="2400" b="1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3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0" name="Tlačítko akce: Vlastní 3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41" name="Tlačítko akce: Vlastní 4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42" name="Tlačítko akce: Vlastní 4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415774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5" grpId="0"/>
      <p:bldP spid="43" grpId="0"/>
      <p:bldP spid="38" grpId="0" animBg="1"/>
      <p:bldP spid="3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60000" y="1080000"/>
            <a:ext cx="878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lvl="0" indent="-504000" eaLnBrk="0" hangingPunct="0">
              <a:spcBef>
                <a:spcPct val="0"/>
              </a:spcBef>
              <a:spcAft>
                <a:spcPts val="1800"/>
              </a:spcAft>
              <a:buSzPct val="100000"/>
              <a:defRPr/>
            </a:pPr>
            <a:r>
              <a:rPr lang="cs-CZ" dirty="0">
                <a:latin typeface="Verdana" pitchFamily="34" charset="0"/>
              </a:rPr>
              <a:t>Posun</a:t>
            </a:r>
            <a:r>
              <a:rPr lang="en-US" dirty="0">
                <a:latin typeface="Verdana" pitchFamily="34" charset="0"/>
              </a:rPr>
              <a:t> </a:t>
            </a:r>
            <a:r>
              <a:rPr lang="cs-CZ" dirty="0">
                <a:latin typeface="Verdana" pitchFamily="34" charset="0"/>
              </a:rPr>
              <a:t>vpravo</a:t>
            </a:r>
            <a:r>
              <a:rPr lang="en-US" dirty="0">
                <a:latin typeface="Verdana" pitchFamily="34" charset="0"/>
              </a:rPr>
              <a:t> &gt;&gt;</a:t>
            </a:r>
            <a:endParaRPr lang="cs-CZ" dirty="0">
              <a:latin typeface="Verdana" pitchFamily="34" charset="0"/>
            </a:endParaRP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360001" y="1929026"/>
            <a:ext cx="2232000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000" kern="0" dirty="0">
                <a:solidFill>
                  <a:srgbClr val="FF0000"/>
                </a:solidFill>
                <a:latin typeface="Consolas"/>
              </a:rPr>
              <a:t>c</a:t>
            </a:r>
            <a:r>
              <a:rPr lang="cs-CZ" sz="4000" kern="0" dirty="0">
                <a:solidFill>
                  <a:srgbClr val="FF0000"/>
                </a:solidFill>
                <a:latin typeface="Consolas"/>
              </a:rPr>
              <a:t>=</a:t>
            </a:r>
            <a:r>
              <a:rPr lang="en-US" sz="4000" kern="0" dirty="0">
                <a:solidFill>
                  <a:srgbClr val="FF0000"/>
                </a:solidFill>
                <a:latin typeface="Consolas"/>
              </a:rPr>
              <a:t>a&gt;&gt;b</a:t>
            </a:r>
            <a:endParaRPr lang="cs-CZ" sz="4000" kern="0" dirty="0">
              <a:solidFill>
                <a:prstClr val="black"/>
              </a:solidFill>
              <a:latin typeface="Consolas"/>
            </a:endParaRPr>
          </a:p>
        </p:txBody>
      </p: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2832395" y="1800000"/>
            <a:ext cx="4907279" cy="859883"/>
            <a:chOff x="-29" y="2839"/>
            <a:chExt cx="3132" cy="228"/>
          </a:xfrm>
          <a:solidFill>
            <a:schemeClr val="bg1"/>
          </a:solidFill>
        </p:grpSpPr>
        <p:sp>
          <p:nvSpPr>
            <p:cNvPr id="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1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Rectangle 42"/>
            <p:cNvSpPr>
              <a:spLocks noChangeArrowheads="1"/>
            </p:cNvSpPr>
            <p:nvPr/>
          </p:nvSpPr>
          <p:spPr bwMode="auto">
            <a:xfrm>
              <a:off x="-29" y="2839"/>
              <a:ext cx="337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cs-CZ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5" name="Group 41"/>
          <p:cNvGrpSpPr>
            <a:grpSpLocks/>
          </p:cNvGrpSpPr>
          <p:nvPr/>
        </p:nvGrpSpPr>
        <p:grpSpPr bwMode="auto">
          <a:xfrm>
            <a:off x="2819860" y="4009277"/>
            <a:ext cx="6096501" cy="859883"/>
            <a:chOff x="-37" y="2839"/>
            <a:chExt cx="3891" cy="228"/>
          </a:xfrm>
          <a:solidFill>
            <a:schemeClr val="bg1">
              <a:lumMod val="85000"/>
            </a:schemeClr>
          </a:solidFill>
        </p:grpSpPr>
        <p:sp>
          <p:nvSpPr>
            <p:cNvPr id="1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grpFill/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24" name="Rectangle 42"/>
            <p:cNvSpPr>
              <a:spLocks noChangeArrowheads="1"/>
            </p:cNvSpPr>
            <p:nvPr/>
          </p:nvSpPr>
          <p:spPr bwMode="auto">
            <a:xfrm>
              <a:off x="-37" y="2839"/>
              <a:ext cx="337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8100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endParaRPr lang="cs-CZ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6" name="Rectangle 42"/>
            <p:cNvSpPr>
              <a:spLocks noChangeArrowheads="1"/>
            </p:cNvSpPr>
            <p:nvPr/>
          </p:nvSpPr>
          <p:spPr bwMode="auto">
            <a:xfrm>
              <a:off x="3180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7" name="Rectangle 42"/>
            <p:cNvSpPr>
              <a:spLocks noChangeArrowheads="1"/>
            </p:cNvSpPr>
            <p:nvPr/>
          </p:nvSpPr>
          <p:spPr bwMode="auto">
            <a:xfrm>
              <a:off x="3517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</p:grpSp>
      <p:cxnSp>
        <p:nvCxnSpPr>
          <p:cNvPr id="25" name="Přímá spojnice se šipkou 24"/>
          <p:cNvCxnSpPr>
            <a:stCxn id="13" idx="2"/>
            <a:endCxn id="47" idx="0"/>
          </p:cNvCxnSpPr>
          <p:nvPr/>
        </p:nvCxnSpPr>
        <p:spPr>
          <a:xfrm>
            <a:off x="7475665" y="2659883"/>
            <a:ext cx="1176687" cy="134939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Přímá spojnice se šipkou 47"/>
          <p:cNvCxnSpPr>
            <a:stCxn id="12" idx="2"/>
            <a:endCxn id="46" idx="0"/>
          </p:cNvCxnSpPr>
          <p:nvPr/>
        </p:nvCxnSpPr>
        <p:spPr>
          <a:xfrm>
            <a:off x="6947647" y="2659883"/>
            <a:ext cx="1176686" cy="134939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Přímá spojnice se šipkou 48"/>
          <p:cNvCxnSpPr>
            <a:stCxn id="11" idx="2"/>
            <a:endCxn id="23" idx="0"/>
          </p:cNvCxnSpPr>
          <p:nvPr/>
        </p:nvCxnSpPr>
        <p:spPr>
          <a:xfrm>
            <a:off x="6419628" y="2659883"/>
            <a:ext cx="1056042" cy="134939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Přímá spojnice se šipkou 49"/>
          <p:cNvCxnSpPr>
            <a:stCxn id="10" idx="2"/>
          </p:cNvCxnSpPr>
          <p:nvPr/>
        </p:nvCxnSpPr>
        <p:spPr>
          <a:xfrm>
            <a:off x="5891610" y="2659883"/>
            <a:ext cx="1128662" cy="134939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Přímá spojnice se šipkou 50"/>
          <p:cNvCxnSpPr>
            <a:stCxn id="9" idx="2"/>
            <a:endCxn id="21" idx="0"/>
          </p:cNvCxnSpPr>
          <p:nvPr/>
        </p:nvCxnSpPr>
        <p:spPr>
          <a:xfrm>
            <a:off x="5363592" y="2659883"/>
            <a:ext cx="1056039" cy="134939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Přímá spojnice se šipkou 51"/>
          <p:cNvCxnSpPr>
            <a:stCxn id="8" idx="2"/>
            <a:endCxn id="20" idx="0"/>
          </p:cNvCxnSpPr>
          <p:nvPr/>
        </p:nvCxnSpPr>
        <p:spPr>
          <a:xfrm>
            <a:off x="4835574" y="2659883"/>
            <a:ext cx="1056038" cy="134939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Přímá spojnice se šipkou 52"/>
          <p:cNvCxnSpPr>
            <a:stCxn id="7" idx="2"/>
            <a:endCxn id="19" idx="0"/>
          </p:cNvCxnSpPr>
          <p:nvPr/>
        </p:nvCxnSpPr>
        <p:spPr>
          <a:xfrm>
            <a:off x="4307556" y="2659883"/>
            <a:ext cx="1056039" cy="134939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Přímá spojnice se šipkou 53"/>
          <p:cNvCxnSpPr>
            <a:stCxn id="6" idx="2"/>
            <a:endCxn id="18" idx="0"/>
          </p:cNvCxnSpPr>
          <p:nvPr/>
        </p:nvCxnSpPr>
        <p:spPr>
          <a:xfrm>
            <a:off x="3779537" y="2659883"/>
            <a:ext cx="1056037" cy="134939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Přímá spojnice se šipkou 60"/>
          <p:cNvCxnSpPr/>
          <p:nvPr/>
        </p:nvCxnSpPr>
        <p:spPr>
          <a:xfrm>
            <a:off x="3515960" y="5157192"/>
            <a:ext cx="1056040" cy="0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ovéPole 63"/>
          <p:cNvSpPr txBox="1"/>
          <p:nvPr/>
        </p:nvSpPr>
        <p:spPr bwMode="auto">
          <a:xfrm>
            <a:off x="1995611" y="3103747"/>
            <a:ext cx="6944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b=2</a:t>
            </a:r>
            <a:endParaRPr lang="cs-CZ" sz="2400" b="1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5" name="TextovéPole 64"/>
          <p:cNvSpPr txBox="1"/>
          <p:nvPr/>
        </p:nvSpPr>
        <p:spPr bwMode="auto">
          <a:xfrm>
            <a:off x="3563888" y="5445224"/>
            <a:ext cx="25635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rtl="0" fontAlgn="base">
              <a:spcBef>
                <a:spcPct val="0"/>
              </a:spcBef>
              <a:spcAft>
                <a:spcPct val="0"/>
              </a:spcAft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doplnění nulou</a:t>
            </a:r>
            <a:endParaRPr lang="cs-CZ" sz="2400" b="1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Bitové operátory</a:t>
            </a:r>
          </a:p>
        </p:txBody>
      </p:sp>
      <p:sp>
        <p:nvSpPr>
          <p:cNvPr id="3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3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40" name="Tlačítko akce: Vlastní 3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41" name="Tlačítko akce: Vlastní 4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42" name="Tlačítko akce: Vlastní 4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63950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1043741" y="1772816"/>
            <a:ext cx="5314652" cy="859883"/>
            <a:chOff x="-289" y="2839"/>
            <a:chExt cx="3392" cy="228"/>
          </a:xfrm>
          <a:solidFill>
            <a:schemeClr val="bg1"/>
          </a:solidFill>
        </p:grpSpPr>
        <p:sp>
          <p:nvSpPr>
            <p:cNvPr id="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1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Rectangle 42"/>
            <p:cNvSpPr>
              <a:spLocks noChangeArrowheads="1"/>
            </p:cNvSpPr>
            <p:nvPr/>
          </p:nvSpPr>
          <p:spPr bwMode="auto">
            <a:xfrm>
              <a:off x="-289" y="2839"/>
              <a:ext cx="574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1&lt;&lt;1</a:t>
              </a:r>
              <a:endParaRPr lang="cs-CZ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15" name="Group 41"/>
          <p:cNvGrpSpPr>
            <a:grpSpLocks/>
          </p:cNvGrpSpPr>
          <p:nvPr/>
        </p:nvGrpSpPr>
        <p:grpSpPr bwMode="auto">
          <a:xfrm>
            <a:off x="1043739" y="2672816"/>
            <a:ext cx="5314654" cy="859883"/>
            <a:chOff x="-289" y="2839"/>
            <a:chExt cx="3392" cy="228"/>
          </a:xfrm>
          <a:solidFill>
            <a:schemeClr val="bg1"/>
          </a:solidFill>
        </p:grpSpPr>
        <p:sp>
          <p:nvSpPr>
            <p:cNvPr id="1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2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4" name="Rectangle 42"/>
            <p:cNvSpPr>
              <a:spLocks noChangeArrowheads="1"/>
            </p:cNvSpPr>
            <p:nvPr/>
          </p:nvSpPr>
          <p:spPr bwMode="auto">
            <a:xfrm>
              <a:off x="-289" y="2839"/>
              <a:ext cx="574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1&lt;&lt;5</a:t>
              </a:r>
              <a:endParaRPr lang="cs-CZ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5" name="Group 41"/>
          <p:cNvGrpSpPr>
            <a:grpSpLocks/>
          </p:cNvGrpSpPr>
          <p:nvPr/>
        </p:nvGrpSpPr>
        <p:grpSpPr bwMode="auto">
          <a:xfrm>
            <a:off x="1043739" y="3572816"/>
            <a:ext cx="5314654" cy="859883"/>
            <a:chOff x="-289" y="2839"/>
            <a:chExt cx="3392" cy="228"/>
          </a:xfrm>
          <a:solidFill>
            <a:schemeClr val="bg1"/>
          </a:solidFill>
        </p:grpSpPr>
        <p:sp>
          <p:nvSpPr>
            <p:cNvPr id="2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3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4" name="Rectangle 42"/>
            <p:cNvSpPr>
              <a:spLocks noChangeArrowheads="1"/>
            </p:cNvSpPr>
            <p:nvPr/>
          </p:nvSpPr>
          <p:spPr bwMode="auto">
            <a:xfrm>
              <a:off x="-289" y="2839"/>
              <a:ext cx="574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1&lt;&lt;6</a:t>
              </a:r>
              <a:endParaRPr lang="cs-CZ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35" name="Group 41"/>
          <p:cNvGrpSpPr>
            <a:grpSpLocks/>
          </p:cNvGrpSpPr>
          <p:nvPr/>
        </p:nvGrpSpPr>
        <p:grpSpPr bwMode="auto">
          <a:xfrm>
            <a:off x="1043738" y="4652816"/>
            <a:ext cx="5314655" cy="859883"/>
            <a:chOff x="-289" y="2839"/>
            <a:chExt cx="3392" cy="228"/>
          </a:xfrm>
          <a:solidFill>
            <a:schemeClr val="bg1"/>
          </a:solidFill>
        </p:grpSpPr>
        <p:sp>
          <p:nvSpPr>
            <p:cNvPr id="36" name="Rectangle 42"/>
            <p:cNvSpPr>
              <a:spLocks noChangeArrowheads="1"/>
            </p:cNvSpPr>
            <p:nvPr/>
          </p:nvSpPr>
          <p:spPr bwMode="auto">
            <a:xfrm>
              <a:off x="407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7" name="Rectangle 43"/>
            <p:cNvSpPr>
              <a:spLocks noChangeArrowheads="1"/>
            </p:cNvSpPr>
            <p:nvPr/>
          </p:nvSpPr>
          <p:spPr bwMode="auto">
            <a:xfrm>
              <a:off x="744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8" name="Rectangle 44"/>
            <p:cNvSpPr>
              <a:spLocks noChangeArrowheads="1"/>
            </p:cNvSpPr>
            <p:nvPr/>
          </p:nvSpPr>
          <p:spPr bwMode="auto">
            <a:xfrm>
              <a:off x="1081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39" name="Rectangle 45"/>
            <p:cNvSpPr>
              <a:spLocks noChangeArrowheads="1"/>
            </p:cNvSpPr>
            <p:nvPr/>
          </p:nvSpPr>
          <p:spPr bwMode="auto">
            <a:xfrm>
              <a:off x="1418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1755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cs-CZ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</a:p>
          </p:txBody>
        </p:sp>
        <p:sp>
          <p:nvSpPr>
            <p:cNvPr id="41" name="Rectangle 47"/>
            <p:cNvSpPr>
              <a:spLocks noChangeArrowheads="1"/>
            </p:cNvSpPr>
            <p:nvPr/>
          </p:nvSpPr>
          <p:spPr bwMode="auto">
            <a:xfrm>
              <a:off x="2092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2" name="Rectangle 48"/>
            <p:cNvSpPr>
              <a:spLocks noChangeArrowheads="1"/>
            </p:cNvSpPr>
            <p:nvPr/>
          </p:nvSpPr>
          <p:spPr bwMode="auto">
            <a:xfrm>
              <a:off x="2429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3" name="Rectangle 49"/>
            <p:cNvSpPr>
              <a:spLocks noChangeArrowheads="1"/>
            </p:cNvSpPr>
            <p:nvPr/>
          </p:nvSpPr>
          <p:spPr bwMode="auto">
            <a:xfrm>
              <a:off x="2766" y="2839"/>
              <a:ext cx="337" cy="2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endParaRPr lang="cs-CZ" sz="40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-289" y="2839"/>
              <a:ext cx="337" cy="228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8100">
              <a:noFill/>
              <a:miter lim="800000"/>
              <a:headEnd/>
              <a:tailEnd/>
            </a:ln>
          </p:spPr>
          <p:txBody>
            <a:bodyPr vert="horz" wrap="none" lIns="90000" tIns="46800" rIns="90000" bIns="46800" anchor="ctr"/>
            <a:lstStyle/>
            <a:p>
              <a:pPr algn="ctr" eaLnBrk="1" hangingPunct="1"/>
              <a:r>
                <a:rPr lang="en-US" sz="4000" dirty="0">
                  <a:solidFill>
                    <a:schemeClr val="bg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endParaRPr lang="cs-CZ" sz="40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Bitové operátory</a:t>
            </a:r>
          </a:p>
        </p:txBody>
      </p:sp>
      <p:sp>
        <p:nvSpPr>
          <p:cNvPr id="46" name="Tlačítko akce: Vlastní 4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47" name="Tlačítko akce: Vlastní 4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48" name="Tlačítko akce: Vlastní 4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grpSp>
        <p:nvGrpSpPr>
          <p:cNvPr id="51" name="Skupina 50"/>
          <p:cNvGrpSpPr/>
          <p:nvPr/>
        </p:nvGrpSpPr>
        <p:grpSpPr>
          <a:xfrm>
            <a:off x="360000" y="1080012"/>
            <a:ext cx="8460000" cy="525886"/>
            <a:chOff x="360000" y="1080012"/>
            <a:chExt cx="8460000" cy="525886"/>
          </a:xfrm>
        </p:grpSpPr>
        <p:sp>
          <p:nvSpPr>
            <p:cNvPr id="52" name="Obdélník 51"/>
            <p:cNvSpPr/>
            <p:nvPr/>
          </p:nvSpPr>
          <p:spPr>
            <a:xfrm>
              <a:off x="360000" y="1080012"/>
              <a:ext cx="8460000" cy="52588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lIns="288000" tIns="108000" rIns="90000" bIns="108000">
              <a:spAutoFit/>
            </a:bodyPr>
            <a:lstStyle/>
            <a:p>
              <a:pPr eaLnBrk="1" hangingPunct="1"/>
              <a:r>
                <a:rPr lang="cs-CZ" sz="2000" dirty="0">
                  <a:solidFill>
                    <a:schemeClr val="tx1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Nastavte v proměnné C bit 1, 5 a 6</a:t>
              </a:r>
              <a:endParaRPr lang="en-US" sz="20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3" name="TextovéPole 52"/>
            <p:cNvSpPr txBox="1"/>
            <p:nvPr/>
          </p:nvSpPr>
          <p:spPr bwMode="auto">
            <a:xfrm>
              <a:off x="360004" y="1080012"/>
              <a:ext cx="269626" cy="276999"/>
            </a:xfrm>
            <a:prstGeom prst="rect">
              <a:avLst/>
            </a:prstGeom>
            <a:solidFill>
              <a:schemeClr val="tx1"/>
            </a:solidFill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  <a:spAutoFit/>
            </a:bodyPr>
            <a:lstStyle/>
            <a:p>
              <a:pPr algn="ctr" rt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cs-CZ" sz="1200" dirty="0">
                  <a:solidFill>
                    <a:schemeClr val="bg1"/>
                  </a:solidFill>
                  <a:latin typeface="Arial"/>
                </a:rPr>
                <a:t>5</a:t>
              </a:r>
              <a:endPara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54" name="Rectangle 2"/>
          <p:cNvSpPr txBox="1">
            <a:spLocks noChangeArrowheads="1"/>
          </p:cNvSpPr>
          <p:nvPr/>
        </p:nvSpPr>
        <p:spPr bwMode="auto">
          <a:xfrm>
            <a:off x="1043738" y="5601735"/>
            <a:ext cx="5004088" cy="64633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3600" kern="0" dirty="0">
                <a:solidFill>
                  <a:srgbClr val="FF0000"/>
                </a:solidFill>
                <a:latin typeface="Consolas"/>
              </a:rPr>
              <a:t>c</a:t>
            </a:r>
            <a:r>
              <a:rPr lang="cs-CZ" sz="3600" kern="0" dirty="0">
                <a:solidFill>
                  <a:srgbClr val="FF0000"/>
                </a:solidFill>
                <a:latin typeface="Consolas"/>
              </a:rPr>
              <a:t>=</a:t>
            </a:r>
            <a:r>
              <a:rPr lang="en-US" sz="3600" kern="0" dirty="0">
                <a:solidFill>
                  <a:srgbClr val="FF0000"/>
                </a:solidFill>
                <a:latin typeface="Consolas"/>
              </a:rPr>
              <a:t>1&lt;&lt;</a:t>
            </a:r>
            <a:r>
              <a:rPr lang="cs-CZ" sz="3600" kern="0" dirty="0">
                <a:solidFill>
                  <a:srgbClr val="FF0000"/>
                </a:solidFill>
                <a:latin typeface="Consolas"/>
              </a:rPr>
              <a:t>1</a:t>
            </a:r>
            <a:r>
              <a:rPr lang="en-US" sz="3600" kern="0" dirty="0">
                <a:solidFill>
                  <a:srgbClr val="FF0000"/>
                </a:solidFill>
                <a:latin typeface="Consolas"/>
              </a:rPr>
              <a:t>|1&lt;&lt;5|1&lt;&lt;6</a:t>
            </a:r>
            <a:endParaRPr lang="cs-CZ" sz="3600" kern="0" dirty="0">
              <a:solidFill>
                <a:prstClr val="black"/>
              </a:solidFill>
              <a:latin typeface="Consolas"/>
            </a:endParaRPr>
          </a:p>
        </p:txBody>
      </p:sp>
      <p:sp>
        <p:nvSpPr>
          <p:cNvPr id="55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6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57" name="TextovéPole 56">
            <a:extLst>
              <a:ext uri="{FF2B5EF4-FFF2-40B4-BE49-F238E27FC236}">
                <a16:creationId xmlns:a16="http://schemas.microsoft.com/office/drawing/2014/main" id="{D2A9970F-D554-4F3E-B336-3F76C96EF7F1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01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5" grpId="0" animBg="1"/>
      <p:bldP spid="5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ulk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468913"/>
              </p:ext>
            </p:extLst>
          </p:nvPr>
        </p:nvGraphicFramePr>
        <p:xfrm>
          <a:off x="720000" y="1440000"/>
          <a:ext cx="7380392" cy="2712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80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cs-CZ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Operátor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cs-CZ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=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cs-CZ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+=,</a:t>
                      </a:r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cs-CZ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-=,</a:t>
                      </a:r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cs-CZ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*=,</a:t>
                      </a:r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cs-CZ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/=, </a:t>
                      </a:r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%=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&amp;=,</a:t>
                      </a:r>
                      <a:r>
                        <a:rPr lang="en-US" sz="32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|=, ^=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&lt;&lt;=,</a:t>
                      </a:r>
                      <a:r>
                        <a:rPr lang="en-US" sz="3200" b="1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&gt;&gt;=</a:t>
                      </a:r>
                      <a:endParaRPr lang="cs-CZ" sz="32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>
          <a:xfrm>
            <a:off x="648000" y="288000"/>
            <a:ext cx="8119784" cy="720000"/>
          </a:xfrm>
        </p:spPr>
        <p:txBody>
          <a:bodyPr/>
          <a:lstStyle/>
          <a:p>
            <a:pPr eaLnBrk="1" hangingPunct="1"/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Operátory přiřazení</a:t>
            </a:r>
            <a:endParaRPr lang="cs-CZ" sz="40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6" name="Tlačítko akce: Vlastní 5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56163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360000" y="1080000"/>
            <a:ext cx="87840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defRPr/>
            </a:pPr>
            <a:r>
              <a:rPr lang="cs-CZ" dirty="0">
                <a:latin typeface="Verdana" pitchFamily="34" charset="0"/>
              </a:rPr>
              <a:t>Pole</a:t>
            </a:r>
            <a:r>
              <a:rPr lang="cs-CZ" b="0" dirty="0">
                <a:latin typeface="Verdana" pitchFamily="34" charset="0"/>
              </a:rPr>
              <a:t> je množina proměnných </a:t>
            </a:r>
            <a:r>
              <a:rPr lang="cs-CZ" dirty="0">
                <a:latin typeface="Verdana" pitchFamily="34" charset="0"/>
              </a:rPr>
              <a:t>stejného typu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buFont typeface="Wingdings" pitchFamily="2" charset="2"/>
              <a:buChar char="ü"/>
              <a:defRPr/>
            </a:pPr>
            <a:r>
              <a:rPr lang="cs-CZ" sz="2800" b="0" dirty="0">
                <a:latin typeface="Verdana" pitchFamily="34" charset="0"/>
              </a:rPr>
              <a:t>Skládá se z prvků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buFont typeface="Wingdings" pitchFamily="2" charset="2"/>
              <a:buChar char="ü"/>
              <a:defRPr/>
            </a:pPr>
            <a:r>
              <a:rPr lang="cs-CZ" sz="2800" b="0" dirty="0">
                <a:latin typeface="Verdana" pitchFamily="34" charset="0"/>
              </a:rPr>
              <a:t>Prvky jsou přístupné </a:t>
            </a:r>
            <a:r>
              <a:rPr lang="cs-CZ" sz="2800" dirty="0">
                <a:latin typeface="Verdana" pitchFamily="34" charset="0"/>
              </a:rPr>
              <a:t>identifikátorem</a:t>
            </a:r>
            <a:r>
              <a:rPr lang="cs-CZ" sz="2800" b="0" dirty="0">
                <a:latin typeface="Verdana" pitchFamily="34" charset="0"/>
              </a:rPr>
              <a:t> pole a tzv. </a:t>
            </a:r>
            <a:r>
              <a:rPr lang="cs-CZ" sz="2800" dirty="0">
                <a:latin typeface="Verdana" pitchFamily="34" charset="0"/>
              </a:rPr>
              <a:t>ukazatelem</a:t>
            </a:r>
            <a:r>
              <a:rPr lang="cs-CZ" sz="2800" b="0" dirty="0">
                <a:latin typeface="Verdana" pitchFamily="34" charset="0"/>
              </a:rPr>
              <a:t> (indexem)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468000" y="288000"/>
            <a:ext cx="8388496" cy="72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cs-CZ" sz="4000" b="1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Pole</a:t>
            </a:r>
          </a:p>
        </p:txBody>
      </p:sp>
    </p:spTree>
    <p:extLst>
      <p:ext uri="{BB962C8B-B14F-4D97-AF65-F5344CB8AC3E}">
        <p14:creationId xmlns:p14="http://schemas.microsoft.com/office/powerpoint/2010/main" val="38188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360000" y="1080000"/>
            <a:ext cx="8784000" cy="3354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defRPr/>
            </a:pPr>
            <a:r>
              <a:rPr lang="cs-CZ" b="1" dirty="0">
                <a:latin typeface="Verdana" pitchFamily="34" charset="0"/>
              </a:rPr>
              <a:t>Vlastnosti pole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buFont typeface="Wingdings" pitchFamily="2" charset="2"/>
              <a:buChar char="ü"/>
              <a:defRPr/>
            </a:pPr>
            <a:r>
              <a:rPr lang="cs-CZ" sz="2800" b="0" dirty="0">
                <a:latin typeface="Verdana" pitchFamily="34" charset="0"/>
              </a:rPr>
              <a:t>Prvky jsou určitého </a:t>
            </a:r>
            <a:r>
              <a:rPr lang="cs-CZ" sz="2800" dirty="0">
                <a:latin typeface="Verdana" pitchFamily="34" charset="0"/>
              </a:rPr>
              <a:t>typu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buFont typeface="Wingdings" pitchFamily="2" charset="2"/>
              <a:buChar char="ü"/>
              <a:defRPr/>
            </a:pPr>
            <a:r>
              <a:rPr lang="cs-CZ" sz="2800" b="0" dirty="0">
                <a:latin typeface="Verdana" pitchFamily="34" charset="0"/>
              </a:rPr>
              <a:t>Pole má určitou </a:t>
            </a:r>
            <a:r>
              <a:rPr lang="cs-CZ" sz="2800" dirty="0">
                <a:latin typeface="Verdana" pitchFamily="34" charset="0"/>
              </a:rPr>
              <a:t>dimenzi </a:t>
            </a:r>
            <a:r>
              <a:rPr lang="cs-CZ" sz="2800" b="0" dirty="0">
                <a:latin typeface="Verdana" pitchFamily="34" charset="0"/>
              </a:rPr>
              <a:t>(velikost)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buFont typeface="Wingdings" pitchFamily="2" charset="2"/>
              <a:buChar char="ü"/>
              <a:defRPr/>
            </a:pPr>
            <a:r>
              <a:rPr lang="cs-CZ" sz="2800" b="0" dirty="0">
                <a:latin typeface="Verdana" pitchFamily="34" charset="0"/>
              </a:rPr>
              <a:t>Prvky se číslují od </a:t>
            </a:r>
            <a:r>
              <a:rPr lang="cs-CZ" sz="2800" dirty="0">
                <a:latin typeface="Verdana" pitchFamily="34" charset="0"/>
              </a:rPr>
              <a:t>nuly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buFont typeface="Wingdings" pitchFamily="2" charset="2"/>
              <a:buChar char="ü"/>
              <a:defRPr/>
            </a:pPr>
            <a:r>
              <a:rPr lang="cs-CZ" sz="2800" b="0" dirty="0">
                <a:latin typeface="Verdana" pitchFamily="34" charset="0"/>
              </a:rPr>
              <a:t>Je-li </a:t>
            </a:r>
            <a:r>
              <a:rPr lang="cs-CZ" sz="2800" dirty="0">
                <a:latin typeface="Verdana" pitchFamily="34" charset="0"/>
              </a:rPr>
              <a:t>ukazatel proměnná</a:t>
            </a:r>
            <a:r>
              <a:rPr lang="cs-CZ" sz="2800" b="0" dirty="0">
                <a:latin typeface="Verdana" pitchFamily="34" charset="0"/>
              </a:rPr>
              <a:t>, musí být </a:t>
            </a:r>
            <a:r>
              <a:rPr lang="cs-CZ" sz="2800" dirty="0">
                <a:latin typeface="Verdana" pitchFamily="34" charset="0"/>
              </a:rPr>
              <a:t>celočíselný typ</a:t>
            </a: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Pole</a:t>
            </a:r>
          </a:p>
        </p:txBody>
      </p:sp>
    </p:spTree>
    <p:extLst>
      <p:ext uri="{BB962C8B-B14F-4D97-AF65-F5344CB8AC3E}">
        <p14:creationId xmlns:p14="http://schemas.microsoft.com/office/powerpoint/2010/main" val="4174259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360000" y="1080000"/>
            <a:ext cx="5796176" cy="2339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defRPr/>
            </a:pPr>
            <a:r>
              <a:rPr lang="cs-CZ" b="1" dirty="0">
                <a:latin typeface="Verdana" pitchFamily="34" charset="0"/>
              </a:rPr>
              <a:t>Příklad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buFont typeface="Wingdings" pitchFamily="2" charset="2"/>
              <a:buChar char="ü"/>
              <a:defRPr/>
            </a:pPr>
            <a:r>
              <a:rPr lang="cs-CZ" sz="2800" b="0" dirty="0">
                <a:latin typeface="Verdana" pitchFamily="34" charset="0"/>
              </a:rPr>
              <a:t>Pole celých čísel</a:t>
            </a:r>
            <a:endParaRPr lang="cs-CZ" sz="2800" dirty="0">
              <a:latin typeface="Verdana" pitchFamily="34" charset="0"/>
            </a:endParaRP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buFont typeface="Wingdings" pitchFamily="2" charset="2"/>
              <a:buChar char="ü"/>
              <a:defRPr/>
            </a:pPr>
            <a:r>
              <a:rPr lang="cs-CZ" sz="2800" b="0" dirty="0">
                <a:latin typeface="Verdana" pitchFamily="34" charset="0"/>
              </a:rPr>
              <a:t>Počet prvků 5</a:t>
            </a:r>
          </a:p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buFont typeface="Wingdings" pitchFamily="2" charset="2"/>
              <a:buChar char="ü"/>
              <a:defRPr/>
            </a:pPr>
            <a:r>
              <a:rPr lang="cs-CZ" sz="2800" b="0" dirty="0">
                <a:latin typeface="Verdana" pitchFamily="34" charset="0"/>
              </a:rPr>
              <a:t>Identifikátor pole CISLA</a:t>
            </a:r>
            <a:endParaRPr lang="cs-CZ" sz="2800" dirty="0">
              <a:latin typeface="Verdana" pitchFamily="34" charset="0"/>
            </a:endParaRPr>
          </a:p>
        </p:txBody>
      </p:sp>
      <p:sp>
        <p:nvSpPr>
          <p:cNvPr id="5" name="Tlačítko akce: Vlastní 4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6" name="Tlačítko akce: Vlastní 5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9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pic>
        <p:nvPicPr>
          <p:cNvPr id="12" name="Picture 5" descr="D:\lj\prezentace\ALG\Příklady algoritmizace\priklad31 - soucet pole b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080000"/>
            <a:ext cx="1842772" cy="4116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Pole</a:t>
            </a:r>
          </a:p>
        </p:txBody>
      </p:sp>
    </p:spTree>
    <p:extLst>
      <p:ext uri="{BB962C8B-B14F-4D97-AF65-F5344CB8AC3E}">
        <p14:creationId xmlns:p14="http://schemas.microsoft.com/office/powerpoint/2010/main" val="16162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61" name="Text Box 33"/>
          <p:cNvSpPr txBox="1">
            <a:spLocks noChangeArrowheads="1"/>
          </p:cNvSpPr>
          <p:nvPr/>
        </p:nvSpPr>
        <p:spPr bwMode="auto">
          <a:xfrm>
            <a:off x="360000" y="2880000"/>
            <a:ext cx="8460000" cy="993125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288000" tIns="108000" bIns="108000">
            <a:spAutoFit/>
          </a:bodyPr>
          <a:lstStyle/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cs-CZ" b="1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int </a:t>
            </a:r>
            <a:r>
              <a:rPr lang="cs-CZ" b="1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cisla</a:t>
            </a:r>
            <a:r>
              <a:rPr lang="en-US" b="1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[</a:t>
            </a:r>
            <a:r>
              <a:rPr lang="cs-CZ" b="1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5</a:t>
            </a:r>
            <a:r>
              <a:rPr lang="en-US" b="1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];</a:t>
            </a:r>
            <a:endParaRPr lang="cs-CZ" b="1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endParaRPr lang="nn-NO" b="1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</p:txBody>
      </p:sp>
      <p:sp>
        <p:nvSpPr>
          <p:cNvPr id="150562" name="Text Box 34"/>
          <p:cNvSpPr txBox="1">
            <a:spLocks noChangeArrowheads="1"/>
          </p:cNvSpPr>
          <p:nvPr/>
        </p:nvSpPr>
        <p:spPr bwMode="auto">
          <a:xfrm>
            <a:off x="8027838" y="2880000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95300" indent="-495300" algn="r" eaLnBrk="0" hangingPunct="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buFont typeface="Monotype Sorts" pitchFamily="2" charset="2"/>
              <a:buNone/>
            </a:pPr>
            <a:r>
              <a:rPr lang="cs-CZ" sz="1000" b="1" dirty="0">
                <a:solidFill>
                  <a:srgbClr val="333333"/>
                </a:solidFill>
                <a:latin typeface="Verdana" pitchFamily="34" charset="0"/>
              </a:rPr>
              <a:t>C++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360000" y="1080000"/>
            <a:ext cx="6480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defRPr/>
            </a:pPr>
            <a:r>
              <a:rPr lang="cs-CZ" b="1" dirty="0">
                <a:latin typeface="Verdana" pitchFamily="34" charset="0"/>
              </a:rPr>
              <a:t>Deklarace pole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Pole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360000" y="1800000"/>
            <a:ext cx="846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Deklarujte pole celých záporných čísel(CISLA), které bude mít 5 prvků</a:t>
            </a:r>
            <a:endParaRPr lang="en-US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F671FFCF-9633-4C37-B0BE-F54E6426001B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84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0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61" grpId="0" animBg="1"/>
      <p:bldP spid="150562" grpId="0"/>
      <p:bldP spid="6" grpId="0" animBg="1"/>
      <p:bldP spid="7" grpId="0"/>
      <p:bldP spid="1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61" name="Text Box 33"/>
          <p:cNvSpPr txBox="1">
            <a:spLocks noChangeArrowheads="1"/>
          </p:cNvSpPr>
          <p:nvPr/>
        </p:nvSpPr>
        <p:spPr bwMode="auto">
          <a:xfrm>
            <a:off x="360000" y="2880000"/>
            <a:ext cx="8460000" cy="95677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288000" tIns="108000" bIns="108000">
            <a:spAutoFit/>
          </a:bodyPr>
          <a:lstStyle/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cs-CZ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int</a:t>
            </a:r>
            <a:r>
              <a:rPr lang="cs-CZ" b="1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 cisla</a:t>
            </a:r>
            <a:r>
              <a:rPr lang="en-US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[]</a:t>
            </a:r>
            <a:r>
              <a:rPr lang="cs-CZ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25,14,23,1,8</a:t>
            </a:r>
            <a:r>
              <a:rPr lang="en-US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}</a:t>
            </a:r>
            <a:r>
              <a:rPr lang="en-US" b="1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;</a:t>
            </a:r>
            <a:endParaRPr lang="cs-CZ" b="1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endParaRPr lang="nn-NO" b="1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</p:txBody>
      </p:sp>
      <p:sp>
        <p:nvSpPr>
          <p:cNvPr id="150562" name="Text Box 34"/>
          <p:cNvSpPr txBox="1">
            <a:spLocks noChangeArrowheads="1"/>
          </p:cNvSpPr>
          <p:nvPr/>
        </p:nvSpPr>
        <p:spPr bwMode="auto">
          <a:xfrm>
            <a:off x="8027838" y="2880000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95300" indent="-495300" algn="r" eaLnBrk="0" hangingPunct="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buFont typeface="Monotype Sorts" pitchFamily="2" charset="2"/>
              <a:buNone/>
            </a:pPr>
            <a:r>
              <a:rPr lang="cs-CZ" sz="1000" b="1" dirty="0">
                <a:solidFill>
                  <a:srgbClr val="333333"/>
                </a:solidFill>
                <a:latin typeface="Verdana" pitchFamily="34" charset="0"/>
              </a:rPr>
              <a:t>C++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360000" y="1080000"/>
            <a:ext cx="6480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defRPr/>
            </a:pPr>
            <a:r>
              <a:rPr lang="cs-CZ" b="1" dirty="0">
                <a:latin typeface="Verdana" pitchFamily="34" charset="0"/>
              </a:rPr>
              <a:t>Inicializace pole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Pole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360000" y="1800000"/>
            <a:ext cx="8460000" cy="5258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Naplňte pole (CISLA)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prvky s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hodnotou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25,14,23,1,8</a:t>
            </a:r>
            <a:endParaRPr lang="en-US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 Box 33"/>
          <p:cNvSpPr txBox="1">
            <a:spLocks noChangeArrowheads="1"/>
          </p:cNvSpPr>
          <p:nvPr/>
        </p:nvSpPr>
        <p:spPr bwMode="auto">
          <a:xfrm>
            <a:off x="360000" y="4140000"/>
            <a:ext cx="8460000" cy="95677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288000" tIns="108000" bIns="108000">
            <a:spAutoFit/>
          </a:bodyPr>
          <a:lstStyle/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cisla</a:t>
            </a:r>
            <a:r>
              <a:rPr lang="cs-CZ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25,14,23,1,8</a:t>
            </a:r>
            <a:r>
              <a:rPr lang="en-US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}</a:t>
            </a:r>
            <a:r>
              <a:rPr lang="en-US" b="1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;</a:t>
            </a:r>
            <a:endParaRPr lang="cs-CZ" b="1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endParaRPr lang="nn-NO" b="1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</p:txBody>
      </p:sp>
      <p:sp>
        <p:nvSpPr>
          <p:cNvPr id="15" name="Text Box 34"/>
          <p:cNvSpPr txBox="1">
            <a:spLocks noChangeArrowheads="1"/>
          </p:cNvSpPr>
          <p:nvPr/>
        </p:nvSpPr>
        <p:spPr bwMode="auto">
          <a:xfrm>
            <a:off x="8027838" y="4140000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95300" indent="-495300" algn="r" eaLnBrk="0" hangingPunct="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buFont typeface="Monotype Sorts" pitchFamily="2" charset="2"/>
              <a:buNone/>
            </a:pPr>
            <a:r>
              <a:rPr lang="cs-CZ" sz="1000" b="1" dirty="0">
                <a:solidFill>
                  <a:srgbClr val="333333"/>
                </a:solidFill>
                <a:latin typeface="Verdana" pitchFamily="34" charset="0"/>
              </a:rPr>
              <a:t>C++</a:t>
            </a:r>
          </a:p>
        </p:txBody>
      </p:sp>
      <p:sp>
        <p:nvSpPr>
          <p:cNvPr id="16" name="TextovéPole 15"/>
          <p:cNvSpPr txBox="1"/>
          <p:nvPr/>
        </p:nvSpPr>
        <p:spPr bwMode="auto">
          <a:xfrm>
            <a:off x="360000" y="2880000"/>
            <a:ext cx="269626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a</a:t>
            </a:r>
          </a:p>
        </p:txBody>
      </p:sp>
      <p:sp>
        <p:nvSpPr>
          <p:cNvPr id="17" name="TextovéPole 16"/>
          <p:cNvSpPr txBox="1"/>
          <p:nvPr/>
        </p:nvSpPr>
        <p:spPr bwMode="auto">
          <a:xfrm>
            <a:off x="360000" y="4140000"/>
            <a:ext cx="279244" cy="27699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b</a:t>
            </a:r>
          </a:p>
        </p:txBody>
      </p:sp>
      <p:sp>
        <p:nvSpPr>
          <p:cNvPr id="18" name="TextovéPole 17">
            <a:extLst>
              <a:ext uri="{FF2B5EF4-FFF2-40B4-BE49-F238E27FC236}">
                <a16:creationId xmlns:a16="http://schemas.microsoft.com/office/drawing/2014/main" id="{B4E19141-1478-4584-A4CE-79BE1A0523A2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429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0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61" grpId="0" animBg="1"/>
      <p:bldP spid="150562" grpId="0"/>
      <p:bldP spid="6" grpId="0" animBg="1"/>
      <p:bldP spid="7" grpId="0"/>
      <p:bldP spid="14" grpId="0" animBg="1"/>
      <p:bldP spid="13" grpId="0" animBg="1"/>
      <p:bldP spid="15" grpId="0"/>
      <p:bldP spid="16" grpId="0" animBg="1"/>
      <p:bldP spid="1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61" name="Text Box 33"/>
          <p:cNvSpPr txBox="1">
            <a:spLocks noChangeArrowheads="1"/>
          </p:cNvSpPr>
          <p:nvPr/>
        </p:nvSpPr>
        <p:spPr bwMode="auto">
          <a:xfrm>
            <a:off x="360000" y="2880000"/>
            <a:ext cx="8460000" cy="258183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288000" tIns="108000" bIns="108000">
            <a:spAutoFit/>
          </a:bodyPr>
          <a:lstStyle/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cisla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[3]</a:t>
            </a:r>
            <a:r>
              <a:rPr lang="cs-CZ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1024;</a:t>
            </a:r>
            <a:endParaRPr lang="cs-CZ" b="1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endParaRPr lang="cs-CZ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cs-CZ" b="1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int </a:t>
            </a:r>
            <a:r>
              <a:rPr lang="cs-CZ" b="1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uk</a:t>
            </a:r>
            <a:r>
              <a:rPr lang="en-US" b="1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;</a:t>
            </a: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uk</a:t>
            </a:r>
            <a:r>
              <a:rPr lang="en-US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=3;</a:t>
            </a:r>
            <a:endParaRPr lang="cs-CZ" b="1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cisla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[</a:t>
            </a: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uk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]</a:t>
            </a:r>
            <a:r>
              <a:rPr lang="cs-CZ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1024;</a:t>
            </a:r>
            <a:endParaRPr lang="cs-CZ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endParaRPr lang="nn-NO" b="1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</p:txBody>
      </p:sp>
      <p:sp>
        <p:nvSpPr>
          <p:cNvPr id="150562" name="Text Box 34"/>
          <p:cNvSpPr txBox="1">
            <a:spLocks noChangeArrowheads="1"/>
          </p:cNvSpPr>
          <p:nvPr/>
        </p:nvSpPr>
        <p:spPr bwMode="auto">
          <a:xfrm>
            <a:off x="8027838" y="2880000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95300" indent="-495300" algn="r" eaLnBrk="0" hangingPunct="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buFont typeface="Monotype Sorts" pitchFamily="2" charset="2"/>
              <a:buNone/>
            </a:pPr>
            <a:r>
              <a:rPr lang="cs-CZ" sz="1000" b="1" dirty="0">
                <a:solidFill>
                  <a:srgbClr val="333333"/>
                </a:solidFill>
                <a:latin typeface="Verdana" pitchFamily="34" charset="0"/>
              </a:rPr>
              <a:t>C++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360000" y="1080000"/>
            <a:ext cx="6480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defRPr/>
            </a:pPr>
            <a:r>
              <a:rPr lang="cs-CZ" dirty="0">
                <a:latin typeface="Verdana" pitchFamily="34" charset="0"/>
              </a:rPr>
              <a:t>Z</a:t>
            </a:r>
            <a:r>
              <a:rPr lang="cs-CZ" b="1" dirty="0">
                <a:latin typeface="Verdana" pitchFamily="34" charset="0"/>
              </a:rPr>
              <a:t>ápis do pole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Pole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360000" y="1800000"/>
            <a:ext cx="846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Zapište do 3.prvku číslo 1024, totéž zapište při použití ukazatele</a:t>
            </a:r>
            <a:endParaRPr lang="en-US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A433D982-5084-450E-8C45-32140A387E23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54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0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61" grpId="0" animBg="1"/>
      <p:bldP spid="150562" grpId="0"/>
      <p:bldP spid="6" grpId="0" animBg="1"/>
      <p:bldP spid="7" grpId="0"/>
      <p:bldP spid="1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61" name="Text Box 33"/>
          <p:cNvSpPr txBox="1">
            <a:spLocks noChangeArrowheads="1"/>
          </p:cNvSpPr>
          <p:nvPr/>
        </p:nvSpPr>
        <p:spPr bwMode="auto">
          <a:xfrm>
            <a:off x="360000" y="2880000"/>
            <a:ext cx="8460000" cy="258183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288000" tIns="108000" bIns="108000">
            <a:spAutoFit/>
          </a:bodyPr>
          <a:lstStyle/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cisla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[</a:t>
            </a:r>
            <a:r>
              <a:rPr lang="cs-CZ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]</a:t>
            </a:r>
            <a:r>
              <a:rPr lang="cs-CZ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cisla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[</a:t>
            </a:r>
            <a:r>
              <a:rPr lang="cs-CZ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]</a:t>
            </a:r>
            <a:r>
              <a:rPr lang="cs-CZ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+</a:t>
            </a: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cisla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[</a:t>
            </a:r>
            <a:r>
              <a:rPr lang="cs-CZ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3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];</a:t>
            </a:r>
            <a:endParaRPr lang="cs-CZ" b="1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endParaRPr lang="cs-CZ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cs-CZ" b="1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int </a:t>
            </a:r>
            <a:r>
              <a:rPr lang="cs-CZ" b="1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uk</a:t>
            </a:r>
            <a:r>
              <a:rPr lang="en-US" b="1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;</a:t>
            </a: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uk</a:t>
            </a:r>
            <a:r>
              <a:rPr lang="en-US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=</a:t>
            </a:r>
            <a:r>
              <a:rPr lang="cs-CZ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0</a:t>
            </a:r>
            <a:r>
              <a:rPr lang="en-US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;</a:t>
            </a:r>
            <a:endParaRPr lang="cs-CZ" b="1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cisla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[</a:t>
            </a: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uk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]</a:t>
            </a:r>
            <a:r>
              <a:rPr lang="cs-CZ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cisla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[</a:t>
            </a: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uk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]</a:t>
            </a:r>
            <a:r>
              <a:rPr lang="cs-CZ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+</a:t>
            </a: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cisla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[</a:t>
            </a: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uk</a:t>
            </a:r>
            <a:r>
              <a:rPr lang="cs-CZ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+3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];</a:t>
            </a:r>
            <a:endParaRPr lang="cs-CZ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endParaRPr lang="nn-NO" b="1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</p:txBody>
      </p:sp>
      <p:sp>
        <p:nvSpPr>
          <p:cNvPr id="150562" name="Text Box 34"/>
          <p:cNvSpPr txBox="1">
            <a:spLocks noChangeArrowheads="1"/>
          </p:cNvSpPr>
          <p:nvPr/>
        </p:nvSpPr>
        <p:spPr bwMode="auto">
          <a:xfrm>
            <a:off x="8027838" y="2880000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95300" indent="-495300" algn="r" eaLnBrk="0" hangingPunct="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buFont typeface="Monotype Sorts" pitchFamily="2" charset="2"/>
              <a:buNone/>
            </a:pPr>
            <a:r>
              <a:rPr lang="cs-CZ" sz="1000" b="1" dirty="0">
                <a:solidFill>
                  <a:srgbClr val="333333"/>
                </a:solidFill>
                <a:latin typeface="Verdana" pitchFamily="34" charset="0"/>
              </a:rPr>
              <a:t>C++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360000" y="1080000"/>
            <a:ext cx="6480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defRPr/>
            </a:pPr>
            <a:r>
              <a:rPr lang="cs-CZ" dirty="0">
                <a:latin typeface="Verdana" pitchFamily="34" charset="0"/>
              </a:rPr>
              <a:t>Čtení</a:t>
            </a:r>
            <a:r>
              <a:rPr lang="cs-CZ" b="1" dirty="0">
                <a:latin typeface="Verdana" pitchFamily="34" charset="0"/>
              </a:rPr>
              <a:t> z pole</a:t>
            </a: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Pole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360000" y="1800000"/>
            <a:ext cx="846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Přičtěte k 0.prvku pole 3.prvek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, totéž zapište při použití ukazatele</a:t>
            </a:r>
            <a:endParaRPr lang="en-US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F723D804-DFED-4F1B-B282-848DB1D9683B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06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0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61" grpId="0" animBg="1"/>
      <p:bldP spid="150562" grpId="0"/>
      <p:bldP spid="6" grpId="0" animBg="1"/>
      <p:bldP spid="7" grpId="0"/>
      <p:bldP spid="1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61" name="Text Box 33"/>
          <p:cNvSpPr txBox="1">
            <a:spLocks noChangeArrowheads="1"/>
          </p:cNvSpPr>
          <p:nvPr/>
        </p:nvSpPr>
        <p:spPr bwMode="auto">
          <a:xfrm>
            <a:off x="360000" y="2880000"/>
            <a:ext cx="8460000" cy="298809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lIns="288000" tIns="108000" bIns="108000">
            <a:spAutoFit/>
          </a:bodyPr>
          <a:lstStyle/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cs-CZ" b="1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int </a:t>
            </a:r>
            <a:r>
              <a:rPr lang="cs-CZ" b="1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uk</a:t>
            </a:r>
            <a:r>
              <a:rPr lang="en-US" b="1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,</a:t>
            </a:r>
            <a:r>
              <a:rPr lang="en-US" b="1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soucet</a:t>
            </a:r>
            <a:r>
              <a:rPr lang="en-US" b="1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;</a:t>
            </a: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soucet</a:t>
            </a:r>
            <a:r>
              <a:rPr lang="en-US" dirty="0">
                <a:latin typeface="Consolas" panose="020B0609020204030204" pitchFamily="49" charset="0"/>
                <a:ea typeface="DejaVu Sans Light" pitchFamily="34" charset="0"/>
                <a:cs typeface="Consolas" panose="020B0609020204030204" pitchFamily="49" charset="0"/>
              </a:rPr>
              <a:t>=0;</a:t>
            </a:r>
            <a:endParaRPr lang="en-US" b="1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cs-CZ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for(</a:t>
            </a: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uk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=0;</a:t>
            </a: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uk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&lt;=4;</a:t>
            </a: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uk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++</a:t>
            </a:r>
            <a:r>
              <a:rPr lang="cs-CZ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)</a:t>
            </a:r>
          </a:p>
          <a:p>
            <a:pPr marL="952500" lvl="1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{</a:t>
            </a:r>
          </a:p>
          <a:p>
            <a:pPr marL="952500" lvl="1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soucet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soucet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+</a:t>
            </a:r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cisla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[</a:t>
            </a:r>
            <a:r>
              <a:rPr lang="en-US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uk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];</a:t>
            </a:r>
          </a:p>
          <a:p>
            <a:pPr marL="952500" lvl="1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}</a:t>
            </a:r>
            <a:endParaRPr lang="cs-CZ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indent="-49530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defRPr/>
            </a:pPr>
            <a:endParaRPr lang="nn-NO" b="1" dirty="0">
              <a:latin typeface="Consolas" panose="020B0609020204030204" pitchFamily="49" charset="0"/>
              <a:ea typeface="DejaVu Sans Light" pitchFamily="34" charset="0"/>
              <a:cs typeface="Consolas" panose="020B0609020204030204" pitchFamily="49" charset="0"/>
            </a:endParaRPr>
          </a:p>
        </p:txBody>
      </p:sp>
      <p:sp>
        <p:nvSpPr>
          <p:cNvPr id="150562" name="Text Box 34"/>
          <p:cNvSpPr txBox="1">
            <a:spLocks noChangeArrowheads="1"/>
          </p:cNvSpPr>
          <p:nvPr/>
        </p:nvSpPr>
        <p:spPr bwMode="auto">
          <a:xfrm>
            <a:off x="8027838" y="2880000"/>
            <a:ext cx="792162" cy="2159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95300" indent="-495300" algn="r" eaLnBrk="0" hangingPunct="0">
              <a:lnSpc>
                <a:spcPct val="90000"/>
              </a:lnSpc>
              <a:spcBef>
                <a:spcPct val="20000"/>
              </a:spcBef>
              <a:buClr>
                <a:srgbClr val="3366CC"/>
              </a:buClr>
              <a:buFont typeface="Monotype Sorts" pitchFamily="2" charset="2"/>
              <a:buNone/>
            </a:pPr>
            <a:r>
              <a:rPr lang="cs-CZ" sz="1000" b="1" dirty="0">
                <a:solidFill>
                  <a:srgbClr val="333333"/>
                </a:solidFill>
                <a:latin typeface="Verdana" pitchFamily="34" charset="0"/>
              </a:rPr>
              <a:t>C++</a:t>
            </a:r>
          </a:p>
        </p:txBody>
      </p:sp>
      <p:sp>
        <p:nvSpPr>
          <p:cNvPr id="6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7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360000" y="1080000"/>
            <a:ext cx="6480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04000" indent="-504000" eaLnBrk="1" hangingPunct="1">
              <a:spcBef>
                <a:spcPts val="0"/>
              </a:spcBef>
              <a:spcAft>
                <a:spcPts val="1200"/>
              </a:spcAft>
              <a:buSzPct val="100000"/>
              <a:defRPr/>
            </a:pPr>
            <a:r>
              <a:rPr lang="cs-CZ" dirty="0">
                <a:latin typeface="Verdana" pitchFamily="34" charset="0"/>
              </a:rPr>
              <a:t>Použití pole s cyklem</a:t>
            </a:r>
            <a:endParaRPr lang="cs-CZ" b="1" dirty="0">
              <a:latin typeface="Verdana" pitchFamily="34" charset="0"/>
            </a:endParaRPr>
          </a:p>
        </p:txBody>
      </p:sp>
      <p:sp>
        <p:nvSpPr>
          <p:cNvPr id="12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Pole</a:t>
            </a:r>
          </a:p>
        </p:txBody>
      </p:sp>
      <p:sp>
        <p:nvSpPr>
          <p:cNvPr id="14" name="Obdélník 13"/>
          <p:cNvSpPr/>
          <p:nvPr/>
        </p:nvSpPr>
        <p:spPr>
          <a:xfrm>
            <a:off x="360000" y="1800000"/>
            <a:ext cx="8460000" cy="5258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Sečti všechny prvky pole.</a:t>
            </a:r>
            <a:endParaRPr lang="en-US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3B63968F-3102-40BA-BB77-A4C2F5B0634B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8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0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0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61" grpId="0" animBg="1"/>
      <p:bldP spid="150562" grpId="0"/>
      <p:bldP spid="6" grpId="0" animBg="1"/>
      <p:bldP spid="7" grpId="0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360012" y="1700808"/>
            <a:ext cx="8460000" cy="293861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noAutofit/>
          </a:bodyPr>
          <a:lstStyle/>
          <a:p>
            <a:endParaRPr lang="cs-CZ" dirty="0">
              <a:solidFill>
                <a:prstClr val="black"/>
              </a:solidFill>
              <a:latin typeface="Consolas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8460000" cy="5258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u="sng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Nastav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proměnnou </a:t>
            </a:r>
            <a:r>
              <a:rPr lang="cs-CZ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vystup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tak, aby byl nastaven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2. a 7.bit</a:t>
            </a:r>
            <a:endParaRPr lang="cs-CZ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1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676000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Příklady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6B935DA6-80CD-41B5-895C-1E6CE4B33EAB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2" name="Obdélník 11"/>
          <p:cNvSpPr/>
          <p:nvPr/>
        </p:nvSpPr>
        <p:spPr>
          <a:xfrm>
            <a:off x="360000" y="4725144"/>
            <a:ext cx="8460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solidFill>
                  <a:srgbClr val="000099"/>
                </a:solidFill>
                <a:latin typeface="Consolas"/>
              </a:rPr>
              <a:t>vystup</a:t>
            </a:r>
            <a:r>
              <a:rPr lang="cs-CZ" dirty="0">
                <a:latin typeface="Consolas"/>
              </a:rPr>
              <a:t>=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1&lt;&lt;</a:t>
            </a:r>
            <a:r>
              <a:rPr lang="cs-CZ" dirty="0">
                <a:solidFill>
                  <a:srgbClr val="A000A0"/>
                </a:solidFill>
                <a:latin typeface="Consolas"/>
              </a:rPr>
              <a:t>2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|1&lt;&lt;</a:t>
            </a:r>
            <a:r>
              <a:rPr lang="cs-CZ" dirty="0">
                <a:solidFill>
                  <a:srgbClr val="A000A0"/>
                </a:solidFill>
                <a:latin typeface="Consolas"/>
              </a:rPr>
              <a:t>7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9413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/>
      <p:bldP spid="12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360012" y="4628991"/>
            <a:ext cx="8460000" cy="13202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solidFill>
                  <a:srgbClr val="000099"/>
                </a:solidFill>
                <a:latin typeface="Consolas"/>
              </a:rPr>
              <a:t>PORTF</a:t>
            </a:r>
            <a:r>
              <a:rPr lang="cs-CZ" dirty="0">
                <a:latin typeface="Consolas"/>
              </a:rPr>
              <a:t>=</a:t>
            </a:r>
            <a:r>
              <a:rPr lang="cs-CZ" dirty="0">
                <a:solidFill>
                  <a:srgbClr val="000099"/>
                </a:solidFill>
                <a:latin typeface="Consolas"/>
              </a:rPr>
              <a:t>PORTF</a:t>
            </a:r>
            <a:r>
              <a:rPr lang="cs-CZ" dirty="0">
                <a:latin typeface="Consolas"/>
              </a:rPr>
              <a:t>|(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1&lt;&lt;</a:t>
            </a:r>
            <a:r>
              <a:rPr lang="cs-CZ" dirty="0">
                <a:solidFill>
                  <a:srgbClr val="A000A0"/>
                </a:solidFill>
                <a:latin typeface="Consolas"/>
              </a:rPr>
              <a:t>1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|1&lt;&lt;</a:t>
            </a:r>
            <a:r>
              <a:rPr lang="cs-CZ" dirty="0">
                <a:solidFill>
                  <a:srgbClr val="A000A0"/>
                </a:solidFill>
                <a:latin typeface="Consolas"/>
              </a:rPr>
              <a:t>3</a:t>
            </a:r>
            <a:r>
              <a:rPr lang="cs-CZ" dirty="0">
                <a:latin typeface="Consolas"/>
              </a:rPr>
              <a:t>)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;</a:t>
            </a:r>
          </a:p>
          <a:p>
            <a:r>
              <a:rPr lang="cs-CZ" dirty="0">
                <a:solidFill>
                  <a:srgbClr val="000099"/>
                </a:solidFill>
                <a:latin typeface="Consolas"/>
              </a:rPr>
              <a:t>PORTF</a:t>
            </a:r>
            <a:r>
              <a:rPr lang="cs-CZ" dirty="0">
                <a:latin typeface="Consolas"/>
              </a:rPr>
              <a:t>=</a:t>
            </a:r>
            <a:r>
              <a:rPr lang="cs-CZ" dirty="0">
                <a:solidFill>
                  <a:srgbClr val="000099"/>
                </a:solidFill>
                <a:latin typeface="Consolas"/>
              </a:rPr>
              <a:t>PORTF</a:t>
            </a:r>
            <a:r>
              <a:rPr lang="en-US" dirty="0">
                <a:latin typeface="Consolas"/>
              </a:rPr>
              <a:t>&amp;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~</a:t>
            </a:r>
            <a:r>
              <a:rPr lang="cs-CZ" dirty="0">
                <a:solidFill>
                  <a:srgbClr val="800000"/>
                </a:solidFill>
                <a:latin typeface="Consolas"/>
              </a:rPr>
              <a:t>(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1&lt;&lt;</a:t>
            </a:r>
            <a:r>
              <a:rPr lang="cs-CZ" dirty="0">
                <a:solidFill>
                  <a:srgbClr val="A000A0"/>
                </a:solidFill>
                <a:latin typeface="Consolas"/>
              </a:rPr>
              <a:t>0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); 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846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u="sng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Nastav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1. a 3.bit</a:t>
            </a:r>
            <a:r>
              <a:rPr lang="en-US" sz="2000" i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</a:t>
            </a:r>
            <a:r>
              <a:rPr lang="en-US" sz="2000" u="sng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nuluj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0.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bit </a:t>
            </a:r>
            <a:r>
              <a:rPr lang="cs-CZ" sz="2000" u="sng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beze změny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ostatních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ů v registru </a:t>
            </a:r>
            <a:r>
              <a:rPr lang="cs-CZ" sz="2000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PORTF</a:t>
            </a: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Příklady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FB0AF33A-7715-4F66-B8DC-ECEE99E46C1F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2" name="Obdélník 11"/>
          <p:cNvSpPr/>
          <p:nvPr/>
        </p:nvSpPr>
        <p:spPr>
          <a:xfrm>
            <a:off x="360000" y="2030321"/>
            <a:ext cx="8460000" cy="24557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noAutofit/>
          </a:bodyPr>
          <a:lstStyle/>
          <a:p>
            <a:endParaRPr lang="cs-CZ" dirty="0">
              <a:solidFill>
                <a:prstClr val="black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20257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5" grpId="0"/>
      <p:bldP spid="12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360012" y="4926315"/>
            <a:ext cx="8460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solidFill>
                  <a:srgbClr val="000099"/>
                </a:solidFill>
                <a:latin typeface="Consolas"/>
              </a:rPr>
              <a:t>vystup</a:t>
            </a:r>
            <a:r>
              <a:rPr lang="cs-CZ" dirty="0">
                <a:latin typeface="Consolas"/>
              </a:rPr>
              <a:t>=</a:t>
            </a:r>
            <a:r>
              <a:rPr lang="cs-CZ" dirty="0">
                <a:solidFill>
                  <a:srgbClr val="000099"/>
                </a:solidFill>
                <a:latin typeface="Consolas"/>
              </a:rPr>
              <a:t>vystup</a:t>
            </a:r>
            <a:r>
              <a:rPr lang="en-US" dirty="0">
                <a:latin typeface="Consolas"/>
              </a:rPr>
              <a:t>^(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1&lt;&lt;</a:t>
            </a:r>
            <a:r>
              <a:rPr lang="en-US" dirty="0">
                <a:solidFill>
                  <a:srgbClr val="A000A0"/>
                </a:solidFill>
                <a:latin typeface="Consolas"/>
              </a:rPr>
              <a:t>7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|1&lt;&lt;</a:t>
            </a:r>
            <a:r>
              <a:rPr lang="en-US" dirty="0">
                <a:solidFill>
                  <a:srgbClr val="A000A0"/>
                </a:solidFill>
                <a:latin typeface="Consolas"/>
              </a:rPr>
              <a:t>6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|1&lt;&lt;</a:t>
            </a:r>
            <a:r>
              <a:rPr lang="en-US" dirty="0">
                <a:solidFill>
                  <a:srgbClr val="A000A0"/>
                </a:solidFill>
                <a:latin typeface="Consolas"/>
              </a:rPr>
              <a:t>5</a:t>
            </a:r>
            <a:r>
              <a:rPr lang="en-US" dirty="0">
                <a:latin typeface="Consolas"/>
              </a:rPr>
              <a:t>)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846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u="sng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Inver</a:t>
            </a:r>
            <a:r>
              <a:rPr lang="en-US" sz="2000" u="sng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cs-CZ" sz="2000" u="sng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uj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7., 6. a 5. bit </a:t>
            </a:r>
            <a:r>
              <a:rPr lang="cs-CZ" sz="2000" u="sng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beze změny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ostatních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ů v proměnné </a:t>
            </a:r>
            <a:r>
              <a:rPr lang="cs-CZ" sz="2000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vystup</a:t>
            </a: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Příklady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6CC4E7B8-6E01-46F8-86C6-7D7BA4E378D1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2" name="Obdélník 11"/>
          <p:cNvSpPr/>
          <p:nvPr/>
        </p:nvSpPr>
        <p:spPr>
          <a:xfrm>
            <a:off x="360000" y="2030321"/>
            <a:ext cx="8460000" cy="275311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noAutofit/>
          </a:bodyPr>
          <a:lstStyle/>
          <a:p>
            <a:endParaRPr lang="cs-CZ" dirty="0">
              <a:solidFill>
                <a:prstClr val="black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83294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/>
      <p:bldP spid="1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360012" y="4998323"/>
            <a:ext cx="8460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</a:rPr>
              <a:t>PORTF </a:t>
            </a:r>
            <a:r>
              <a:rPr lang="cs-CZ" dirty="0">
                <a:latin typeface="Consolas"/>
              </a:rPr>
              <a:t>= 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0b1011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 </a:t>
            </a:r>
            <a:r>
              <a:rPr lang="en-US" dirty="0">
                <a:latin typeface="Consolas"/>
              </a:rPr>
              <a:t>|</a:t>
            </a:r>
            <a:r>
              <a:rPr lang="cs-CZ" dirty="0">
                <a:latin typeface="Consolas"/>
              </a:rPr>
              <a:t> 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0b00001010 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= 0b0111</a:t>
            </a:r>
            <a:r>
              <a:rPr lang="cs-CZ" dirty="0">
                <a:solidFill>
                  <a:srgbClr val="00B050"/>
                </a:solidFill>
                <a:latin typeface="Consolas"/>
              </a:rPr>
              <a:t>1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0</a:t>
            </a:r>
            <a:r>
              <a:rPr lang="cs-CZ" dirty="0">
                <a:solidFill>
                  <a:srgbClr val="00B050"/>
                </a:solidFill>
                <a:latin typeface="Consolas"/>
              </a:rPr>
              <a:t>1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0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8460000" cy="157232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Obsah registru </a:t>
            </a:r>
            <a:r>
              <a:rPr lang="cs-CZ" sz="2000" i="1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PORTF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je </a:t>
            </a:r>
            <a:r>
              <a:rPr lang="cs-CZ" sz="20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0b10110000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jaká bude hodnota registru po provedení příkazu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.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Vypočítejte.</a:t>
            </a:r>
            <a:endParaRPr lang="cs-CZ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cs-CZ" sz="2800" dirty="0">
                <a:solidFill>
                  <a:srgbClr val="000099"/>
                </a:solidFill>
                <a:latin typeface="Consolas"/>
              </a:rPr>
              <a:t>PORTF</a:t>
            </a:r>
            <a:r>
              <a:rPr lang="cs-CZ" sz="2800" dirty="0">
                <a:latin typeface="Consolas"/>
              </a:rPr>
              <a:t>=</a:t>
            </a:r>
            <a:r>
              <a:rPr lang="cs-CZ" sz="2800" dirty="0">
                <a:solidFill>
                  <a:srgbClr val="000099"/>
                </a:solidFill>
                <a:latin typeface="Consolas"/>
              </a:rPr>
              <a:t>PORTF</a:t>
            </a:r>
            <a:r>
              <a:rPr lang="cs-CZ" sz="2800" dirty="0">
                <a:latin typeface="Consolas"/>
              </a:rPr>
              <a:t>|(</a:t>
            </a:r>
            <a:r>
              <a:rPr lang="cs-CZ" sz="2800" dirty="0">
                <a:solidFill>
                  <a:prstClr val="black"/>
                </a:solidFill>
                <a:latin typeface="Consolas"/>
              </a:rPr>
              <a:t>1&lt;&lt;</a:t>
            </a:r>
            <a:r>
              <a:rPr lang="cs-CZ" sz="2800" dirty="0">
                <a:solidFill>
                  <a:srgbClr val="A000A0"/>
                </a:solidFill>
                <a:latin typeface="Consolas"/>
              </a:rPr>
              <a:t>1</a:t>
            </a:r>
            <a:r>
              <a:rPr lang="cs-CZ" sz="2800" dirty="0">
                <a:solidFill>
                  <a:prstClr val="black"/>
                </a:solidFill>
                <a:latin typeface="Consolas"/>
              </a:rPr>
              <a:t>|1&lt;&lt;</a:t>
            </a:r>
            <a:r>
              <a:rPr lang="cs-CZ" sz="2800" dirty="0">
                <a:solidFill>
                  <a:srgbClr val="A000A0"/>
                </a:solidFill>
                <a:latin typeface="Consolas"/>
              </a:rPr>
              <a:t>3</a:t>
            </a:r>
            <a:r>
              <a:rPr lang="cs-CZ" sz="2800" dirty="0">
                <a:latin typeface="Consolas"/>
              </a:rPr>
              <a:t>)</a:t>
            </a:r>
            <a:r>
              <a:rPr lang="cs-CZ" sz="2800" dirty="0">
                <a:solidFill>
                  <a:prstClr val="black"/>
                </a:solidFill>
                <a:latin typeface="Consolas"/>
              </a:rPr>
              <a:t>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4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4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Příklady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0B206A6B-3EC4-4DD5-B24F-DA46CFB3CA77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2" name="Obdélník 11"/>
          <p:cNvSpPr/>
          <p:nvPr/>
        </p:nvSpPr>
        <p:spPr>
          <a:xfrm>
            <a:off x="360000" y="2766641"/>
            <a:ext cx="8460000" cy="21087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noAutofit/>
          </a:bodyPr>
          <a:lstStyle/>
          <a:p>
            <a:endParaRPr lang="cs-CZ" dirty="0">
              <a:solidFill>
                <a:prstClr val="black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56759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/>
      <p:bldP spid="12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360012" y="4998323"/>
            <a:ext cx="8460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</a:rPr>
              <a:t>vystup </a:t>
            </a:r>
            <a:r>
              <a:rPr lang="cs-CZ" dirty="0">
                <a:latin typeface="Consolas"/>
              </a:rPr>
              <a:t>=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0b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101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10011</a:t>
            </a:r>
            <a:r>
              <a:rPr lang="cs-CZ" dirty="0">
                <a:latin typeface="Consolas"/>
              </a:rPr>
              <a:t> </a:t>
            </a:r>
            <a:r>
              <a:rPr lang="en-US" dirty="0">
                <a:latin typeface="Consolas"/>
              </a:rPr>
              <a:t>^</a:t>
            </a:r>
            <a:r>
              <a:rPr lang="cs-CZ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0b11100000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 = 0b</a:t>
            </a:r>
            <a:r>
              <a:rPr lang="cs-CZ" dirty="0">
                <a:solidFill>
                  <a:srgbClr val="00B050"/>
                </a:solidFill>
                <a:latin typeface="Consolas"/>
              </a:rPr>
              <a:t>010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10011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8460000" cy="157232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Obsah proměnné </a:t>
            </a:r>
            <a:r>
              <a:rPr lang="cs-CZ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vystup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je </a:t>
            </a:r>
            <a:r>
              <a:rPr lang="cs-CZ" sz="20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0b10110011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jaká bude hodnota proměnné po provedení příkazu.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Vypočítejte.</a:t>
            </a:r>
            <a:endParaRPr lang="cs-CZ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cs-CZ" sz="2800" dirty="0">
                <a:solidFill>
                  <a:srgbClr val="000099"/>
                </a:solidFill>
                <a:latin typeface="Consolas" panose="020B0609020204030204" pitchFamily="49" charset="0"/>
              </a:rPr>
              <a:t>vystup</a:t>
            </a:r>
            <a:r>
              <a:rPr lang="cs-CZ" sz="2800" dirty="0">
                <a:latin typeface="Consolas" panose="020B0609020204030204" pitchFamily="49" charset="0"/>
              </a:rPr>
              <a:t>=</a:t>
            </a:r>
            <a:r>
              <a:rPr lang="cs-CZ" sz="2800" dirty="0">
                <a:solidFill>
                  <a:srgbClr val="000099"/>
                </a:solidFill>
                <a:latin typeface="Consolas" panose="020B0609020204030204" pitchFamily="49" charset="0"/>
              </a:rPr>
              <a:t>vystup</a:t>
            </a:r>
            <a:r>
              <a:rPr lang="cs-CZ" sz="2800" dirty="0">
                <a:latin typeface="Consolas" panose="020B0609020204030204" pitchFamily="49" charset="0"/>
              </a:rPr>
              <a:t> </a:t>
            </a:r>
            <a:r>
              <a:rPr lang="en-US" sz="2800" dirty="0">
                <a:latin typeface="Consolas" panose="020B0609020204030204" pitchFamily="49" charset="0"/>
              </a:rPr>
              <a:t>^</a:t>
            </a:r>
            <a:r>
              <a:rPr lang="cs-CZ" sz="2800" dirty="0">
                <a:solidFill>
                  <a:srgbClr val="800000"/>
                </a:solidFill>
                <a:latin typeface="Consolas" panose="020B0609020204030204" pitchFamily="49" charset="0"/>
              </a:rPr>
              <a:t> (</a:t>
            </a: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</a:rPr>
              <a:t>1&lt;&lt;</a:t>
            </a:r>
            <a:r>
              <a:rPr lang="en-US" sz="2800" dirty="0">
                <a:solidFill>
                  <a:srgbClr val="A000A0"/>
                </a:solidFill>
                <a:latin typeface="Consolas" panose="020B0609020204030204" pitchFamily="49" charset="0"/>
              </a:rPr>
              <a:t>7</a:t>
            </a: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</a:rPr>
              <a:t>|1&lt;&lt;</a:t>
            </a:r>
            <a:r>
              <a:rPr lang="en-US" sz="2800" dirty="0">
                <a:solidFill>
                  <a:srgbClr val="A000A0"/>
                </a:solidFill>
                <a:latin typeface="Consolas" panose="020B0609020204030204" pitchFamily="49" charset="0"/>
              </a:rPr>
              <a:t>6</a:t>
            </a: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</a:rPr>
              <a:t>|1&lt;&lt;</a:t>
            </a:r>
            <a:r>
              <a:rPr lang="en-US" sz="2800" dirty="0">
                <a:solidFill>
                  <a:srgbClr val="A000A0"/>
                </a:solidFill>
                <a:latin typeface="Consolas" panose="020B0609020204030204" pitchFamily="49" charset="0"/>
              </a:rPr>
              <a:t>5</a:t>
            </a:r>
            <a:r>
              <a:rPr lang="cs-CZ" sz="2800" dirty="0">
                <a:latin typeface="Consolas" panose="020B0609020204030204" pitchFamily="49" charset="0"/>
              </a:rPr>
              <a:t>)</a:t>
            </a: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</a:rPr>
              <a:t>;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4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5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Příklady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C5572B20-C11B-4DDD-A907-2E1AC7C77BA3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2" name="Obdélník 11"/>
          <p:cNvSpPr/>
          <p:nvPr/>
        </p:nvSpPr>
        <p:spPr>
          <a:xfrm>
            <a:off x="360000" y="2766641"/>
            <a:ext cx="8460000" cy="21087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noAutofit/>
          </a:bodyPr>
          <a:lstStyle/>
          <a:p>
            <a:endParaRPr lang="cs-CZ" dirty="0">
              <a:solidFill>
                <a:prstClr val="black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727204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/>
      <p:bldP spid="1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360012" y="4998323"/>
            <a:ext cx="8460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solidFill>
                  <a:srgbClr val="000099"/>
                </a:solidFill>
                <a:latin typeface="Consolas" panose="020B0609020204030204" pitchFamily="49" charset="0"/>
              </a:rPr>
              <a:t>vystup </a:t>
            </a:r>
            <a:r>
              <a:rPr lang="cs-CZ" dirty="0">
                <a:latin typeface="Consolas"/>
              </a:rPr>
              <a:t>=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0b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10011</a:t>
            </a:r>
            <a:r>
              <a:rPr lang="cs-CZ" dirty="0">
                <a:latin typeface="Consolas"/>
              </a:rPr>
              <a:t> </a:t>
            </a:r>
            <a:r>
              <a:rPr lang="en-US" dirty="0">
                <a:latin typeface="Consolas"/>
              </a:rPr>
              <a:t>&amp;</a:t>
            </a:r>
            <a:r>
              <a:rPr lang="cs-CZ" dirty="0">
                <a:solidFill>
                  <a:srgbClr val="800000"/>
                </a:solidFill>
                <a:latin typeface="Consolas"/>
              </a:rPr>
              <a:t>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~(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101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0000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 = 0b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10011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8460000" cy="157232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Obsah proměnné </a:t>
            </a:r>
            <a:r>
              <a:rPr lang="cs-CZ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vystup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je </a:t>
            </a:r>
            <a:r>
              <a:rPr lang="cs-CZ" sz="20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0b10110011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, jaká bude hodnota proměnné po provedení příkazu. Vypočítejte.</a:t>
            </a: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r>
              <a:rPr lang="cs-CZ" sz="2800" dirty="0">
                <a:solidFill>
                  <a:srgbClr val="000099"/>
                </a:solidFill>
                <a:latin typeface="Consolas"/>
              </a:rPr>
              <a:t>vystup</a:t>
            </a:r>
            <a:r>
              <a:rPr lang="cs-CZ" sz="2800" dirty="0">
                <a:latin typeface="Consolas"/>
              </a:rPr>
              <a:t>=</a:t>
            </a:r>
            <a:r>
              <a:rPr lang="cs-CZ" sz="2800" dirty="0">
                <a:solidFill>
                  <a:srgbClr val="000099"/>
                </a:solidFill>
                <a:latin typeface="Consolas"/>
              </a:rPr>
              <a:t>vystup</a:t>
            </a:r>
            <a:r>
              <a:rPr lang="cs-CZ" sz="2800" dirty="0">
                <a:latin typeface="Consolas"/>
              </a:rPr>
              <a:t> </a:t>
            </a:r>
            <a:r>
              <a:rPr lang="en-US" sz="2800" dirty="0">
                <a:latin typeface="Consolas"/>
              </a:rPr>
              <a:t>&amp;</a:t>
            </a:r>
            <a:r>
              <a:rPr lang="cs-CZ" sz="280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en-US" sz="2800" dirty="0">
                <a:solidFill>
                  <a:srgbClr val="800000"/>
                </a:solidFill>
                <a:latin typeface="Consolas"/>
              </a:rPr>
              <a:t>~</a:t>
            </a:r>
            <a:r>
              <a:rPr lang="cs-CZ" sz="2800" dirty="0">
                <a:solidFill>
                  <a:srgbClr val="800000"/>
                </a:solidFill>
                <a:latin typeface="Consolas"/>
              </a:rPr>
              <a:t>(</a:t>
            </a:r>
            <a:r>
              <a:rPr lang="cs-CZ" sz="2800" dirty="0">
                <a:solidFill>
                  <a:prstClr val="black"/>
                </a:solidFill>
                <a:latin typeface="Consolas"/>
              </a:rPr>
              <a:t>1&lt;&lt;</a:t>
            </a:r>
            <a:r>
              <a:rPr lang="cs-CZ" sz="2800" dirty="0">
                <a:solidFill>
                  <a:srgbClr val="A000A0"/>
                </a:solidFill>
                <a:latin typeface="Consolas"/>
              </a:rPr>
              <a:t>7</a:t>
            </a:r>
            <a:r>
              <a:rPr lang="cs-CZ" sz="2800" dirty="0">
                <a:solidFill>
                  <a:prstClr val="black"/>
                </a:solidFill>
                <a:latin typeface="Consolas"/>
              </a:rPr>
              <a:t>|1&lt;&lt;</a:t>
            </a:r>
            <a:r>
              <a:rPr lang="cs-CZ" sz="2800" dirty="0">
                <a:solidFill>
                  <a:srgbClr val="A000A0"/>
                </a:solidFill>
                <a:latin typeface="Consolas"/>
              </a:rPr>
              <a:t>5</a:t>
            </a:r>
            <a:r>
              <a:rPr lang="cs-CZ" sz="2800" dirty="0">
                <a:solidFill>
                  <a:prstClr val="black"/>
                </a:solidFill>
                <a:latin typeface="Consolas"/>
              </a:rPr>
              <a:t>);</a:t>
            </a: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6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Příklady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934E4147-CF67-42C1-8787-5A200757111D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2" name="Obdélník 11"/>
          <p:cNvSpPr/>
          <p:nvPr/>
        </p:nvSpPr>
        <p:spPr>
          <a:xfrm>
            <a:off x="360000" y="2766641"/>
            <a:ext cx="8460000" cy="210875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noAutofit/>
          </a:bodyPr>
          <a:lstStyle/>
          <a:p>
            <a:endParaRPr lang="cs-CZ" dirty="0">
              <a:solidFill>
                <a:prstClr val="black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574781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/>
      <p:bldP spid="1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360012" y="4854307"/>
            <a:ext cx="8460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en-US" dirty="0" err="1">
                <a:solidFill>
                  <a:srgbClr val="000099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/>
              </a:rPr>
              <a:t> …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2,7,12,17,22,27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8460000" cy="228021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Jak se bude měnit proměnná </a:t>
            </a:r>
            <a:r>
              <a:rPr lang="en-US" sz="2000" i="1" dirty="0" err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? </a:t>
            </a: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int </a:t>
            </a:r>
            <a:r>
              <a:rPr lang="cs-CZ" sz="2800" dirty="0">
                <a:solidFill>
                  <a:srgbClr val="000099"/>
                </a:solidFill>
                <a:latin typeface="Consolas"/>
              </a:rPr>
              <a:t>n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1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2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,</a:t>
            </a:r>
            <a:r>
              <a:rPr lang="cs-CZ" sz="2800" dirty="0">
                <a:solidFill>
                  <a:srgbClr val="000099"/>
                </a:solidFill>
                <a:latin typeface="Consolas"/>
              </a:rPr>
              <a:t>n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2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28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,</a:t>
            </a:r>
            <a:r>
              <a:rPr lang="cs-CZ" sz="2800" dirty="0">
                <a:solidFill>
                  <a:srgbClr val="000099"/>
                </a:solidFill>
                <a:latin typeface="Consolas"/>
              </a:rPr>
              <a:t>n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3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5</a:t>
            </a:r>
            <a:r>
              <a:rPr lang="cs-CZ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endParaRPr lang="en-US" sz="2800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for(</a:t>
            </a:r>
            <a:r>
              <a:rPr lang="en-US" sz="2800" dirty="0" err="1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cs-CZ" sz="2800" dirty="0">
                <a:solidFill>
                  <a:srgbClr val="000099"/>
                </a:solidFill>
                <a:latin typeface="Consolas"/>
              </a:rPr>
              <a:t>n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1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&lt;=</a:t>
            </a:r>
            <a:r>
              <a:rPr lang="cs-CZ" sz="2800" dirty="0">
                <a:solidFill>
                  <a:srgbClr val="000099"/>
                </a:solidFill>
                <a:latin typeface="Consolas"/>
              </a:rPr>
              <a:t>n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2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sz="2800" dirty="0" err="1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+</a:t>
            </a:r>
            <a:r>
              <a:rPr lang="cs-CZ" sz="2800" dirty="0">
                <a:solidFill>
                  <a:srgbClr val="000099"/>
                </a:solidFill>
                <a:latin typeface="Consolas"/>
              </a:rPr>
              <a:t>n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3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)	</a:t>
            </a:r>
            <a:endParaRPr lang="cs-CZ" sz="2800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{}</a:t>
            </a:r>
            <a:endParaRPr lang="cs-CZ" sz="2800" dirty="0">
              <a:solidFill>
                <a:prstClr val="black"/>
              </a:solidFill>
              <a:latin typeface="Consolas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7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Příklady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759947EA-23EA-4DF4-811C-8E71A0F9FAD8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2" name="Obdélník 11"/>
          <p:cNvSpPr/>
          <p:nvPr/>
        </p:nvSpPr>
        <p:spPr>
          <a:xfrm>
            <a:off x="360000" y="3474528"/>
            <a:ext cx="8460000" cy="123690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noAutofit/>
          </a:bodyPr>
          <a:lstStyle/>
          <a:p>
            <a:endParaRPr lang="cs-CZ" dirty="0">
              <a:solidFill>
                <a:prstClr val="black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86867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/>
      <p:bldP spid="12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délník 11"/>
          <p:cNvSpPr/>
          <p:nvPr/>
        </p:nvSpPr>
        <p:spPr>
          <a:xfrm>
            <a:off x="5580112" y="1080012"/>
            <a:ext cx="3239888" cy="551186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noAutofit/>
          </a:bodyPr>
          <a:lstStyle/>
          <a:p>
            <a:endParaRPr lang="cs-CZ" dirty="0">
              <a:solidFill>
                <a:prstClr val="black"/>
              </a:solidFill>
              <a:latin typeface="Consolas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5148104" cy="551186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Jak se bude hodnota proměnné </a:t>
            </a:r>
            <a:r>
              <a:rPr lang="en-US" sz="2000" i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soucet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? </a:t>
            </a: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 err="1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 </a:t>
            </a:r>
            <a:r>
              <a:rPr lang="cs-CZ" sz="2800" dirty="0" err="1">
                <a:solidFill>
                  <a:srgbClr val="000099"/>
                </a:solidFill>
                <a:latin typeface="Consolas"/>
              </a:rPr>
              <a:t>soucet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cs-CZ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0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,</a:t>
            </a:r>
            <a:r>
              <a:rPr lang="cs-CZ" sz="28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cs-CZ" sz="2800" dirty="0">
                <a:latin typeface="Consolas"/>
              </a:rPr>
              <a:t>;</a:t>
            </a:r>
            <a:endParaRPr lang="en-US" sz="2800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for(</a:t>
            </a:r>
            <a:r>
              <a:rPr lang="en-US" sz="2800" dirty="0" err="1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cs-CZ" sz="2800" dirty="0">
                <a:solidFill>
                  <a:srgbClr val="000099"/>
                </a:solidFill>
                <a:latin typeface="Consolas"/>
              </a:rPr>
              <a:t>1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r>
              <a:rPr lang="en-US" sz="2800" dirty="0" err="1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&lt;=</a:t>
            </a:r>
            <a:r>
              <a:rPr lang="cs-CZ" sz="2800" dirty="0">
                <a:solidFill>
                  <a:srgbClr val="000099"/>
                </a:solidFill>
                <a:latin typeface="Consolas"/>
              </a:rPr>
              <a:t>20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r>
              <a:rPr lang="en-US" sz="2800" dirty="0" err="1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sz="2800" dirty="0" err="1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+</a:t>
            </a:r>
            <a:r>
              <a:rPr lang="cs-CZ" sz="2800" dirty="0">
                <a:solidFill>
                  <a:srgbClr val="000099"/>
                </a:solidFill>
                <a:latin typeface="Consolas"/>
              </a:rPr>
              <a:t>2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)	</a:t>
            </a:r>
            <a:endParaRPr lang="cs-CZ" sz="2800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{</a:t>
            </a:r>
            <a:endParaRPr lang="cs-CZ" sz="2800" dirty="0">
              <a:solidFill>
                <a:prstClr val="black"/>
              </a:solidFill>
              <a:latin typeface="Consolas" panose="020B0609020204030204" pitchFamily="49" charset="0"/>
              <a:ea typeface="Tahoma" pitchFamily="34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</a:t>
            </a:r>
            <a:r>
              <a:rPr lang="cs-CZ" sz="2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if</a:t>
            </a: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(</a:t>
            </a:r>
            <a:r>
              <a:rPr lang="en-US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i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%</a:t>
            </a:r>
            <a:r>
              <a:rPr lang="en-US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3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==</a:t>
            </a:r>
            <a:r>
              <a:rPr lang="en-US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0</a:t>
            </a: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)</a:t>
            </a: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{</a:t>
            </a: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	</a:t>
            </a:r>
            <a:r>
              <a:rPr lang="en-US" sz="2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soucet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=</a:t>
            </a:r>
            <a:r>
              <a:rPr lang="en-US" sz="2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soucet</a:t>
            </a:r>
            <a:r>
              <a:rPr lang="en-US" sz="2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+</a:t>
            </a:r>
            <a:r>
              <a:rPr lang="en-US" sz="2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i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;</a:t>
            </a: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}</a:t>
            </a:r>
            <a:endParaRPr lang="cs-CZ" sz="2800" dirty="0">
              <a:solidFill>
                <a:prstClr val="black"/>
              </a:solidFill>
              <a:latin typeface="Consolas" panose="020B0609020204030204" pitchFamily="49" charset="0"/>
              <a:ea typeface="Tahoma" pitchFamily="34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}</a:t>
            </a:r>
            <a:endParaRPr lang="cs-CZ" sz="2800" dirty="0">
              <a:solidFill>
                <a:prstClr val="black"/>
              </a:solidFill>
              <a:latin typeface="Consolas"/>
            </a:endParaRP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5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/>
              </a:rPr>
              <a:t>8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Příklady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D6513AB9-A004-4865-AD0F-75BB84C2C7D9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27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élník 5"/>
          <p:cNvSpPr/>
          <p:nvPr/>
        </p:nvSpPr>
        <p:spPr>
          <a:xfrm>
            <a:off x="360000" y="1080012"/>
            <a:ext cx="8460000" cy="480398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Jaká bude hodnota proměnné </a:t>
            </a:r>
            <a:r>
              <a:rPr lang="cs-CZ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cena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cs-CZ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graficky znázorněte funkci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programu, k </a:t>
            </a:r>
            <a:r>
              <a:rPr lang="cs-CZ" sz="2000" u="sng" dirty="0">
                <a:latin typeface="Consolas" panose="020B0609020204030204" pitchFamily="49" charset="0"/>
                <a:cs typeface="Consolas" panose="020B0609020204030204" pitchFamily="49" charset="0"/>
              </a:rPr>
              <a:t>podmínkám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napište jakou mají výrazy hodnotu? </a:t>
            </a:r>
          </a:p>
          <a:p>
            <a:pPr eaLnBrk="1" hangingPunct="1"/>
            <a:r>
              <a:rPr lang="cs-CZ" sz="14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km</a:t>
            </a:r>
            <a:r>
              <a:rPr lang="cs-CZ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cs-CZ" sz="14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50</a:t>
            </a: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endParaRPr lang="cs-CZ" sz="1400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tabLst>
                <a:tab pos="360000" algn="l"/>
                <a:tab pos="720000" algn="l"/>
                <a:tab pos="1080000" algn="l"/>
                <a:tab pos="1440000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if(</a:t>
            </a:r>
            <a:r>
              <a:rPr lang="en-US" sz="14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km</a:t>
            </a: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&lt;=</a:t>
            </a:r>
            <a:r>
              <a:rPr lang="en-US" sz="14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19</a:t>
            </a: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tabLst>
                <a:tab pos="360000" algn="l"/>
                <a:tab pos="720000" algn="l"/>
                <a:tab pos="1080000" algn="l"/>
                <a:tab pos="1440000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tabLst>
                <a:tab pos="360000" algn="l"/>
                <a:tab pos="720000" algn="l"/>
                <a:tab pos="1080000" algn="l"/>
                <a:tab pos="1440000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sazba</a:t>
            </a: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25</a:t>
            </a: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tabLst>
                <a:tab pos="360000" algn="l"/>
                <a:tab pos="720000" algn="l"/>
                <a:tab pos="1080000" algn="l"/>
                <a:tab pos="1440000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tabLst>
                <a:tab pos="360000" algn="l"/>
                <a:tab pos="720000" algn="l"/>
                <a:tab pos="1080000" algn="l"/>
                <a:tab pos="1440000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else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tabLst>
                <a:tab pos="360000" algn="l"/>
                <a:tab pos="720000" algn="l"/>
                <a:tab pos="1080000" algn="l"/>
                <a:tab pos="1440000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{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tabLst>
                <a:tab pos="360000" algn="l"/>
                <a:tab pos="720000" algn="l"/>
                <a:tab pos="1080000" algn="l"/>
                <a:tab pos="1440000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	if(</a:t>
            </a:r>
            <a:r>
              <a:rPr lang="en-US" sz="14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km</a:t>
            </a: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&lt;=</a:t>
            </a:r>
            <a:r>
              <a:rPr lang="en-US" sz="14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39</a:t>
            </a: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tabLst>
                <a:tab pos="360000" algn="l"/>
                <a:tab pos="720000" algn="l"/>
                <a:tab pos="1080000" algn="l"/>
                <a:tab pos="1440000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	{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tabLst>
                <a:tab pos="360000" algn="l"/>
                <a:tab pos="720000" algn="l"/>
                <a:tab pos="1080000" algn="l"/>
                <a:tab pos="1440000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		</a:t>
            </a:r>
            <a:r>
              <a:rPr lang="en-US" sz="14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sazba</a:t>
            </a: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23</a:t>
            </a: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tabLst>
                <a:tab pos="360000" algn="l"/>
                <a:tab pos="720000" algn="l"/>
                <a:tab pos="1080000" algn="l"/>
                <a:tab pos="1440000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	}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tabLst>
                <a:tab pos="360000" algn="l"/>
                <a:tab pos="720000" algn="l"/>
                <a:tab pos="1080000" algn="l"/>
                <a:tab pos="1440000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   	else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tabLst>
                <a:tab pos="360000" algn="l"/>
                <a:tab pos="720000" algn="l"/>
                <a:tab pos="1080000" algn="l"/>
                <a:tab pos="1440000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	{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tabLst>
                <a:tab pos="360000" algn="l"/>
                <a:tab pos="720000" algn="l"/>
                <a:tab pos="1080000" algn="l"/>
                <a:tab pos="1440000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		</a:t>
            </a:r>
            <a:r>
              <a:rPr lang="en-US" sz="14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sazba</a:t>
            </a: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20</a:t>
            </a: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tabLst>
                <a:tab pos="360000" algn="l"/>
                <a:tab pos="720000" algn="l"/>
                <a:tab pos="1080000" algn="l"/>
                <a:tab pos="1440000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	}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tabLst>
                <a:tab pos="360000" algn="l"/>
                <a:tab pos="720000" algn="l"/>
                <a:tab pos="1080000" algn="l"/>
                <a:tab pos="1440000" algn="l"/>
              </a:tabLst>
              <a:defRPr/>
            </a:pP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}</a:t>
            </a:r>
            <a:endParaRPr lang="cs-CZ" sz="1400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tabLst>
                <a:tab pos="360000" algn="l"/>
                <a:tab pos="720000" algn="l"/>
                <a:tab pos="1080000" algn="l"/>
                <a:tab pos="1440000" algn="l"/>
              </a:tabLst>
              <a:defRPr/>
            </a:pPr>
            <a:r>
              <a:rPr lang="en-US" sz="14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cena</a:t>
            </a: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km</a:t>
            </a: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*</a:t>
            </a:r>
            <a:r>
              <a:rPr lang="en-US" sz="14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sazba</a:t>
            </a:r>
            <a:r>
              <a:rPr lang="en-US" sz="14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endParaRPr lang="cs-CZ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5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/>
              </a:rPr>
              <a:t>9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Příklady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7D2715A8-E4CE-46D3-9731-5036DBCF9700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96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360012" y="3068971"/>
            <a:ext cx="8460000" cy="119717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sz="2000" dirty="0" err="1">
                <a:latin typeface="Consolas" panose="020B0609020204030204" pitchFamily="49" charset="0"/>
              </a:rPr>
              <a:t>unsigned</a:t>
            </a:r>
            <a:r>
              <a:rPr lang="cs-CZ" sz="2000" dirty="0">
                <a:latin typeface="Consolas" panose="020B0609020204030204" pitchFamily="49" charset="0"/>
              </a:rPr>
              <a:t> </a:t>
            </a:r>
            <a:r>
              <a:rPr lang="cs-CZ" sz="2000" dirty="0" err="1">
                <a:latin typeface="Consolas" panose="020B0609020204030204" pitchFamily="49" charset="0"/>
              </a:rPr>
              <a:t>char</a:t>
            </a:r>
            <a:r>
              <a:rPr lang="cs-CZ" sz="2000" dirty="0">
                <a:latin typeface="Consolas" panose="020B0609020204030204" pitchFamily="49" charset="0"/>
              </a:rPr>
              <a:t> </a:t>
            </a:r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</a:rPr>
              <a:t>led</a:t>
            </a:r>
            <a:r>
              <a:rPr lang="en-US" sz="2000" dirty="0">
                <a:latin typeface="Consolas" panose="020B0609020204030204" pitchFamily="49" charset="0"/>
              </a:rPr>
              <a:t>[</a:t>
            </a:r>
            <a:r>
              <a:rPr lang="en-US" sz="2000" dirty="0">
                <a:solidFill>
                  <a:srgbClr val="000099"/>
                </a:solidFill>
                <a:latin typeface="Consolas" panose="020B0609020204030204" pitchFamily="49" charset="0"/>
              </a:rPr>
              <a:t>4</a:t>
            </a:r>
            <a:r>
              <a:rPr lang="en-US" sz="2000" dirty="0">
                <a:latin typeface="Consolas" panose="020B0609020204030204" pitchFamily="49" charset="0"/>
              </a:rPr>
              <a:t>];</a:t>
            </a:r>
          </a:p>
          <a:p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</a:rPr>
              <a:t>led</a:t>
            </a:r>
            <a:r>
              <a:rPr lang="en-US" sz="2000" dirty="0">
                <a:latin typeface="Consolas" panose="020B0609020204030204" pitchFamily="49" charset="0"/>
              </a:rPr>
              <a:t>={</a:t>
            </a:r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0b</a:t>
            </a:r>
            <a:r>
              <a:rPr lang="en-US" sz="20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</a:t>
            </a:r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0b</a:t>
            </a:r>
            <a:r>
              <a:rPr lang="en-US" sz="20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00000010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0b</a:t>
            </a:r>
            <a:r>
              <a:rPr lang="en-US" sz="20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00000100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0b</a:t>
            </a:r>
            <a:r>
              <a:rPr lang="en-US" sz="20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00001000</a:t>
            </a:r>
            <a:r>
              <a:rPr lang="en-US" sz="2000" dirty="0">
                <a:latin typeface="Consolas" panose="020B0609020204030204" pitchFamily="49" charset="0"/>
              </a:rPr>
              <a:t>};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8460000" cy="175699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Deklaruj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pole </a:t>
            </a:r>
            <a:r>
              <a:rPr lang="cs-CZ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led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neznaménkový 8 bitový typ) s hodnotami:(1)</a:t>
            </a:r>
            <a:r>
              <a:rPr lang="cs-CZ" sz="20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, (10)</a:t>
            </a:r>
            <a:r>
              <a:rPr lang="cs-CZ" sz="20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, (100)</a:t>
            </a:r>
            <a:r>
              <a:rPr lang="cs-CZ" sz="20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, (1000)</a:t>
            </a:r>
            <a:r>
              <a:rPr lang="cs-CZ" sz="20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. Pole bude mít 4 prvky.</a:t>
            </a: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0" y="1080012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/>
              </a:rPr>
              <a:t>10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Příklady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AF62985B-F8F9-409D-BB62-8DD8E2664BB9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492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360012" y="3068971"/>
            <a:ext cx="8460000" cy="212050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sz="2000" dirty="0" err="1">
                <a:latin typeface="Consolas" panose="020B0609020204030204" pitchFamily="49" charset="0"/>
              </a:rPr>
              <a:t>unsigned</a:t>
            </a:r>
            <a:r>
              <a:rPr lang="cs-CZ" sz="2000" dirty="0">
                <a:latin typeface="Consolas" panose="020B0609020204030204" pitchFamily="49" charset="0"/>
              </a:rPr>
              <a:t> </a:t>
            </a:r>
            <a:r>
              <a:rPr lang="cs-CZ" sz="2000" dirty="0" err="1">
                <a:latin typeface="Consolas" panose="020B0609020204030204" pitchFamily="49" charset="0"/>
              </a:rPr>
              <a:t>char</a:t>
            </a:r>
            <a:r>
              <a:rPr lang="cs-CZ" sz="2000" dirty="0">
                <a:latin typeface="Consolas" panose="020B0609020204030204" pitchFamily="49" charset="0"/>
              </a:rPr>
              <a:t> </a:t>
            </a:r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</a:rPr>
              <a:t>led</a:t>
            </a:r>
            <a:r>
              <a:rPr lang="en-US" sz="2000" dirty="0">
                <a:latin typeface="Consolas" panose="020B0609020204030204" pitchFamily="49" charset="0"/>
              </a:rPr>
              <a:t>[</a:t>
            </a:r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</a:rPr>
              <a:t>8</a:t>
            </a:r>
            <a:r>
              <a:rPr lang="en-US" sz="2000" dirty="0">
                <a:latin typeface="Consolas" panose="020B0609020204030204" pitchFamily="49" charset="0"/>
              </a:rPr>
              <a:t>];</a:t>
            </a:r>
          </a:p>
          <a:p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</a:rPr>
              <a:t>led</a:t>
            </a:r>
            <a:r>
              <a:rPr lang="en-US" sz="2000" dirty="0">
                <a:latin typeface="Consolas" panose="020B0609020204030204" pitchFamily="49" charset="0"/>
              </a:rPr>
              <a:t>[0]=</a:t>
            </a:r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dirty="0" err="1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xab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</a:rPr>
              <a:t>led</a:t>
            </a:r>
            <a:r>
              <a:rPr lang="en-US" sz="2000" dirty="0">
                <a:latin typeface="Consolas" panose="020B0609020204030204" pitchFamily="49" charset="0"/>
              </a:rPr>
              <a:t>[5]=</a:t>
            </a:r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x10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</a:rPr>
              <a:t>led</a:t>
            </a:r>
            <a:r>
              <a:rPr lang="en-US" sz="2000" dirty="0">
                <a:latin typeface="Consolas" panose="020B0609020204030204" pitchFamily="49" charset="0"/>
              </a:rPr>
              <a:t>[6]=</a:t>
            </a:r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x20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</a:rPr>
              <a:t>led</a:t>
            </a:r>
            <a:r>
              <a:rPr lang="en-US" sz="2000" dirty="0">
                <a:latin typeface="Consolas" panose="020B0609020204030204" pitchFamily="49" charset="0"/>
              </a:rPr>
              <a:t>[7]=</a:t>
            </a:r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dirty="0" err="1">
                <a:solidFill>
                  <a:srgbClr val="0000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xff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8460000" cy="175699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Deklaruj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pole </a:t>
            </a:r>
            <a:r>
              <a:rPr lang="cs-CZ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led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neznaménkový 8 bitový typ). Prvek 0…(ab)</a:t>
            </a:r>
            <a:r>
              <a:rPr lang="cs-CZ" sz="20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, 5…(10)</a:t>
            </a:r>
            <a:r>
              <a:rPr lang="cs-CZ" sz="20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, 6…(20)</a:t>
            </a:r>
            <a:r>
              <a:rPr lang="cs-CZ" sz="20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, 7…(ff)</a:t>
            </a:r>
            <a:r>
              <a:rPr lang="cs-CZ" sz="20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. Pole bude mít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8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prvků.</a:t>
            </a: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0" y="1080012"/>
            <a:ext cx="346120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/>
              </a:rPr>
              <a:t>11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Příklady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C29E14D7-2247-451D-A3F3-68582B6341AB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155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élník 5"/>
          <p:cNvSpPr/>
          <p:nvPr/>
        </p:nvSpPr>
        <p:spPr>
          <a:xfrm>
            <a:off x="360000" y="1080012"/>
            <a:ext cx="8460000" cy="520409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Jak se bude hodnota proměnné </a:t>
            </a:r>
            <a:r>
              <a:rPr lang="en-US" sz="2000" i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soucet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? </a:t>
            </a: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 err="1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 </a:t>
            </a:r>
            <a:r>
              <a:rPr lang="cs-CZ" sz="2800" dirty="0" err="1">
                <a:solidFill>
                  <a:srgbClr val="000099"/>
                </a:solidFill>
                <a:latin typeface="Consolas"/>
              </a:rPr>
              <a:t>soucet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cs-CZ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0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,</a:t>
            </a:r>
            <a:r>
              <a:rPr lang="cs-CZ" sz="28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,</a:t>
            </a:r>
            <a:r>
              <a:rPr lang="en-US" sz="2800" dirty="0" err="1">
                <a:solidFill>
                  <a:srgbClr val="000099"/>
                </a:solidFill>
                <a:latin typeface="Consolas"/>
              </a:rPr>
              <a:t>cisla</a:t>
            </a:r>
            <a:r>
              <a:rPr lang="en-US" sz="2800" dirty="0">
                <a:latin typeface="Consolas"/>
              </a:rPr>
              <a:t>[]={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25,14,31,30,12</a:t>
            </a:r>
            <a:r>
              <a:rPr lang="en-US" sz="2800" dirty="0">
                <a:latin typeface="Consolas"/>
              </a:rPr>
              <a:t>}</a:t>
            </a:r>
            <a:r>
              <a:rPr lang="cs-CZ" sz="2800" dirty="0">
                <a:latin typeface="Consolas"/>
              </a:rPr>
              <a:t>;</a:t>
            </a:r>
            <a:endParaRPr lang="en-US" sz="2800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for(</a:t>
            </a:r>
            <a:r>
              <a:rPr lang="en-US" sz="2800" dirty="0" err="1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0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&lt;=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4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</a:rPr>
              <a:t>++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)	</a:t>
            </a:r>
            <a:endParaRPr lang="cs-CZ" sz="2800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{</a:t>
            </a:r>
            <a:endParaRPr lang="cs-CZ" sz="2800" dirty="0">
              <a:solidFill>
                <a:prstClr val="black"/>
              </a:solidFill>
              <a:latin typeface="Consolas" panose="020B0609020204030204" pitchFamily="49" charset="0"/>
              <a:ea typeface="Tahoma" pitchFamily="34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</a:t>
            </a:r>
            <a:r>
              <a:rPr lang="cs-CZ" sz="2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if</a:t>
            </a: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(</a:t>
            </a:r>
            <a:r>
              <a:rPr lang="en-US" sz="2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cisla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[</a:t>
            </a:r>
            <a:r>
              <a:rPr lang="en-US" sz="2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i</a:t>
            </a:r>
            <a:r>
              <a:rPr lang="en-US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]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%</a:t>
            </a:r>
            <a:r>
              <a:rPr lang="en-US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5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==</a:t>
            </a:r>
            <a:r>
              <a:rPr lang="en-US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0</a:t>
            </a: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)</a:t>
            </a: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{</a:t>
            </a: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	</a:t>
            </a:r>
            <a:r>
              <a:rPr lang="en-US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soucet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=</a:t>
            </a:r>
            <a:r>
              <a:rPr lang="en-US" sz="2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soucet</a:t>
            </a:r>
            <a:r>
              <a:rPr lang="en-US" sz="2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+</a:t>
            </a:r>
            <a:r>
              <a:rPr lang="en-US" sz="2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cisla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</a:rPr>
              <a:t>[</a:t>
            </a:r>
            <a:r>
              <a:rPr lang="en-US" sz="2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</a:rPr>
              <a:t>]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;</a:t>
            </a: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}</a:t>
            </a:r>
            <a:endParaRPr lang="cs-CZ" sz="2800" dirty="0">
              <a:solidFill>
                <a:prstClr val="black"/>
              </a:solidFill>
              <a:latin typeface="Consolas" panose="020B0609020204030204" pitchFamily="49" charset="0"/>
              <a:ea typeface="Tahoma" pitchFamily="34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}</a:t>
            </a:r>
            <a:endParaRPr lang="cs-CZ" sz="2800" dirty="0">
              <a:solidFill>
                <a:prstClr val="black"/>
              </a:solidFill>
              <a:latin typeface="Consolas"/>
            </a:endParaRP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0" y="1080012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12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Příklady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B3DD8501-163A-4456-A6D2-AFFE9DC21647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77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élník 5"/>
          <p:cNvSpPr/>
          <p:nvPr/>
        </p:nvSpPr>
        <p:spPr>
          <a:xfrm>
            <a:off x="360000" y="1080012"/>
            <a:ext cx="8460000" cy="520409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Jak se bude hodnota proměnné </a:t>
            </a:r>
            <a:r>
              <a:rPr lang="en-US" sz="2000" i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soucet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? </a:t>
            </a: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 err="1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 </a:t>
            </a:r>
            <a:r>
              <a:rPr lang="cs-CZ" sz="2800" dirty="0" err="1">
                <a:solidFill>
                  <a:srgbClr val="000099"/>
                </a:solidFill>
                <a:latin typeface="Consolas"/>
              </a:rPr>
              <a:t>soucet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cs-CZ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0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,</a:t>
            </a:r>
            <a:r>
              <a:rPr lang="cs-CZ" sz="28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,</a:t>
            </a:r>
            <a:r>
              <a:rPr lang="en-US" sz="2800" dirty="0" err="1">
                <a:solidFill>
                  <a:srgbClr val="000099"/>
                </a:solidFill>
                <a:latin typeface="Consolas"/>
              </a:rPr>
              <a:t>cisla</a:t>
            </a:r>
            <a:r>
              <a:rPr lang="en-US" sz="2800" dirty="0">
                <a:latin typeface="Consolas"/>
              </a:rPr>
              <a:t>[]={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2</a:t>
            </a:r>
            <a:r>
              <a:rPr lang="cs-CZ" sz="2800" dirty="0">
                <a:solidFill>
                  <a:srgbClr val="000099"/>
                </a:solidFill>
                <a:latin typeface="Consolas"/>
              </a:rPr>
              <a:t>7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,14,3</a:t>
            </a:r>
            <a:r>
              <a:rPr lang="cs-CZ" sz="2800" dirty="0">
                <a:solidFill>
                  <a:srgbClr val="000099"/>
                </a:solidFill>
                <a:latin typeface="Consolas"/>
              </a:rPr>
              <a:t>2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,30,12</a:t>
            </a:r>
            <a:r>
              <a:rPr lang="en-US" sz="2800" dirty="0">
                <a:latin typeface="Consolas"/>
              </a:rPr>
              <a:t>}</a:t>
            </a:r>
            <a:r>
              <a:rPr lang="cs-CZ" sz="2800" dirty="0">
                <a:latin typeface="Consolas"/>
              </a:rPr>
              <a:t>;</a:t>
            </a:r>
            <a:endParaRPr lang="en-US" sz="2800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for(</a:t>
            </a:r>
            <a:r>
              <a:rPr lang="en-US" sz="2800" dirty="0" err="1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0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&lt;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4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</a:rPr>
              <a:t>++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)	</a:t>
            </a:r>
            <a:endParaRPr lang="cs-CZ" sz="2800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{</a:t>
            </a:r>
            <a:endParaRPr lang="cs-CZ" sz="2800" dirty="0">
              <a:solidFill>
                <a:prstClr val="black"/>
              </a:solidFill>
              <a:latin typeface="Consolas" panose="020B0609020204030204" pitchFamily="49" charset="0"/>
              <a:ea typeface="Tahoma" pitchFamily="34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</a:t>
            </a:r>
            <a:r>
              <a:rPr lang="cs-CZ" sz="2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if</a:t>
            </a: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(</a:t>
            </a:r>
            <a:r>
              <a:rPr lang="en-US" sz="2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cisla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[</a:t>
            </a:r>
            <a:r>
              <a:rPr lang="en-US" sz="2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i</a:t>
            </a:r>
            <a:r>
              <a:rPr lang="en-US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]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%</a:t>
            </a:r>
            <a:r>
              <a:rPr lang="en-US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5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==</a:t>
            </a:r>
            <a:r>
              <a:rPr lang="cs-CZ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2</a:t>
            </a: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)</a:t>
            </a: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{</a:t>
            </a: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	</a:t>
            </a:r>
            <a:r>
              <a:rPr lang="en-US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soucet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=</a:t>
            </a:r>
            <a:r>
              <a:rPr lang="en-US" sz="2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soucet</a:t>
            </a:r>
            <a:r>
              <a:rPr lang="en-US" sz="2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+</a:t>
            </a:r>
            <a:r>
              <a:rPr lang="en-US" sz="2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cisla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</a:rPr>
              <a:t>[</a:t>
            </a:r>
            <a:r>
              <a:rPr lang="en-US" sz="2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</a:rPr>
              <a:t>]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;</a:t>
            </a: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}</a:t>
            </a:r>
            <a:endParaRPr lang="cs-CZ" sz="2800" dirty="0">
              <a:solidFill>
                <a:prstClr val="black"/>
              </a:solidFill>
              <a:latin typeface="Consolas" panose="020B0609020204030204" pitchFamily="49" charset="0"/>
              <a:ea typeface="Tahoma" pitchFamily="34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}</a:t>
            </a:r>
            <a:endParaRPr lang="cs-CZ" sz="2800" dirty="0">
              <a:solidFill>
                <a:prstClr val="black"/>
              </a:solidFill>
              <a:latin typeface="Consolas"/>
            </a:endParaRP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0" y="1080012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13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Příklady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31431668-D69E-47A3-A432-2A7C8B87C500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3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délník 3"/>
          <p:cNvSpPr/>
          <p:nvPr/>
        </p:nvSpPr>
        <p:spPr>
          <a:xfrm>
            <a:off x="360012" y="2132856"/>
            <a:ext cx="8460000" cy="187428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sz="2800" dirty="0" err="1">
                <a:solidFill>
                  <a:srgbClr val="000099"/>
                </a:solidFill>
                <a:latin typeface="Consolas" panose="020B0609020204030204" pitchFamily="49" charset="0"/>
              </a:rPr>
              <a:t>tmp</a:t>
            </a:r>
            <a:r>
              <a:rPr lang="cs-CZ" sz="2800" dirty="0">
                <a:latin typeface="Consolas" panose="020B0609020204030204" pitchFamily="49" charset="0"/>
              </a:rPr>
              <a:t>=</a:t>
            </a:r>
            <a:r>
              <a:rPr lang="cs-CZ" sz="2800" dirty="0">
                <a:solidFill>
                  <a:srgbClr val="000099"/>
                </a:solidFill>
                <a:latin typeface="Consolas" panose="020B0609020204030204" pitchFamily="49" charset="0"/>
              </a:rPr>
              <a:t>soucet1</a:t>
            </a:r>
            <a:r>
              <a:rPr lang="cs-CZ" sz="2800" dirty="0">
                <a:latin typeface="Consolas" panose="020B0609020204030204" pitchFamily="49" charset="0"/>
              </a:rPr>
              <a:t>;</a:t>
            </a:r>
          </a:p>
          <a:p>
            <a:r>
              <a:rPr lang="cs-CZ" sz="2800" dirty="0">
                <a:solidFill>
                  <a:srgbClr val="000099"/>
                </a:solidFill>
                <a:latin typeface="Consolas" panose="020B0609020204030204" pitchFamily="49" charset="0"/>
              </a:rPr>
              <a:t>soucet1</a:t>
            </a:r>
            <a:r>
              <a:rPr lang="cs-CZ" sz="2800" dirty="0">
                <a:latin typeface="Consolas" panose="020B0609020204030204" pitchFamily="49" charset="0"/>
              </a:rPr>
              <a:t>=</a:t>
            </a:r>
            <a:r>
              <a:rPr lang="cs-CZ" sz="2800" dirty="0">
                <a:solidFill>
                  <a:srgbClr val="000099"/>
                </a:solidFill>
                <a:latin typeface="Consolas" panose="020B0609020204030204" pitchFamily="49" charset="0"/>
              </a:rPr>
              <a:t>soucet2</a:t>
            </a:r>
            <a:r>
              <a:rPr lang="cs-CZ" sz="2800" dirty="0">
                <a:latin typeface="Consolas" panose="020B0609020204030204" pitchFamily="49" charset="0"/>
              </a:rPr>
              <a:t>;</a:t>
            </a:r>
          </a:p>
          <a:p>
            <a:r>
              <a:rPr lang="cs-CZ" sz="2800" dirty="0">
                <a:solidFill>
                  <a:srgbClr val="000099"/>
                </a:solidFill>
                <a:latin typeface="Consolas" panose="020B0609020204030204" pitchFamily="49" charset="0"/>
              </a:rPr>
              <a:t>soucet2</a:t>
            </a:r>
            <a:r>
              <a:rPr lang="cs-CZ" sz="2800" dirty="0">
                <a:latin typeface="Consolas" panose="020B0609020204030204" pitchFamily="49" charset="0"/>
              </a:rPr>
              <a:t>=</a:t>
            </a:r>
            <a:r>
              <a:rPr lang="cs-CZ" sz="2800" dirty="0" err="1">
                <a:solidFill>
                  <a:srgbClr val="000099"/>
                </a:solidFill>
                <a:latin typeface="Consolas" panose="020B0609020204030204" pitchFamily="49" charset="0"/>
              </a:rPr>
              <a:t>tmp</a:t>
            </a:r>
            <a:r>
              <a:rPr lang="cs-CZ" sz="2800" dirty="0">
                <a:latin typeface="Consolas" panose="020B0609020204030204" pitchFamily="49" charset="0"/>
              </a:rPr>
              <a:t>;</a:t>
            </a:r>
            <a:r>
              <a:rPr lang="en-US" sz="2800" dirty="0">
                <a:latin typeface="Consolas"/>
              </a:rPr>
              <a:t> </a:t>
            </a:r>
            <a:endParaRPr lang="en-US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846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Vyměňte obsah proměnných </a:t>
            </a:r>
            <a:r>
              <a:rPr lang="en-US" sz="2000" i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soucet</a:t>
            </a:r>
            <a:r>
              <a:rPr lang="cs-CZ" sz="2000" i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000" i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Consolas" panose="020B0609020204030204" pitchFamily="49" charset="0"/>
              </a:rPr>
              <a:t>a soucet2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? </a:t>
            </a: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0" y="1080012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14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Příklady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F2F25658-9126-43CB-A096-89644143BC54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8280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élník 5"/>
          <p:cNvSpPr/>
          <p:nvPr/>
        </p:nvSpPr>
        <p:spPr>
          <a:xfrm>
            <a:off x="360000" y="1080012"/>
            <a:ext cx="8460000" cy="126455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Vypočítej rozdíl sudých a lichých prvků pole? </a:t>
            </a: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800" dirty="0" err="1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int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 </a:t>
            </a:r>
            <a:r>
              <a:rPr lang="cs-CZ" sz="2800" dirty="0" err="1">
                <a:solidFill>
                  <a:srgbClr val="000099"/>
                </a:solidFill>
                <a:latin typeface="Consolas"/>
              </a:rPr>
              <a:t>rozdil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,</a:t>
            </a:r>
            <a:r>
              <a:rPr lang="en-US" sz="2800" dirty="0" err="1">
                <a:solidFill>
                  <a:srgbClr val="000099"/>
                </a:solidFill>
                <a:latin typeface="Consolas"/>
              </a:rPr>
              <a:t>cisla</a:t>
            </a:r>
            <a:r>
              <a:rPr lang="en-US" sz="2800" dirty="0">
                <a:latin typeface="Consolas"/>
              </a:rPr>
              <a:t>[]={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25,14,31,30,12</a:t>
            </a:r>
            <a:r>
              <a:rPr lang="en-US" sz="2800" dirty="0">
                <a:latin typeface="Consolas"/>
              </a:rPr>
              <a:t>}</a:t>
            </a:r>
            <a:r>
              <a:rPr lang="cs-CZ" sz="2800" dirty="0">
                <a:latin typeface="Consolas"/>
              </a:rPr>
              <a:t>;</a:t>
            </a:r>
            <a:endParaRPr lang="en-US" sz="2800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0" y="1080012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15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Příklady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1" name="Obdélník 10"/>
          <p:cNvSpPr/>
          <p:nvPr/>
        </p:nvSpPr>
        <p:spPr>
          <a:xfrm>
            <a:off x="360012" y="2492896"/>
            <a:ext cx="8460000" cy="2736061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cs-CZ" sz="2800" dirty="0" err="1">
                <a:solidFill>
                  <a:srgbClr val="000099"/>
                </a:solidFill>
                <a:latin typeface="Consolas"/>
              </a:rPr>
              <a:t>rozdil</a:t>
            </a:r>
            <a:r>
              <a:rPr lang="cs-CZ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=0;</a:t>
            </a: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for(</a:t>
            </a:r>
            <a:r>
              <a:rPr lang="en-US" sz="2800" dirty="0" err="1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0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&lt;=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4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r>
              <a:rPr lang="en-US" sz="28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</a:rPr>
              <a:t>++</a:t>
            </a:r>
            <a:r>
              <a:rPr lang="en-US" sz="2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)	</a:t>
            </a:r>
            <a:endParaRPr lang="cs-CZ" sz="2800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{</a:t>
            </a:r>
            <a:endParaRPr lang="cs-CZ" sz="2800" dirty="0">
              <a:solidFill>
                <a:prstClr val="black"/>
              </a:solidFill>
              <a:latin typeface="Consolas" panose="020B0609020204030204" pitchFamily="49" charset="0"/>
              <a:ea typeface="Tahoma" pitchFamily="34" charset="0"/>
            </a:endParaRP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</a:t>
            </a:r>
            <a:r>
              <a:rPr lang="cs-CZ" sz="2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rozdil</a:t>
            </a: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=</a:t>
            </a:r>
            <a:r>
              <a:rPr lang="cs-CZ" sz="2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rozdil</a:t>
            </a:r>
            <a:r>
              <a:rPr lang="cs-CZ" sz="2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+</a:t>
            </a:r>
            <a:r>
              <a:rPr lang="cs-CZ" sz="2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cisla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[</a:t>
            </a:r>
            <a:r>
              <a:rPr lang="en-US" sz="2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i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]-</a:t>
            </a:r>
            <a:r>
              <a:rPr lang="en-US" sz="2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cisla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[</a:t>
            </a:r>
            <a:r>
              <a:rPr lang="en-US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i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+</a:t>
            </a:r>
            <a:r>
              <a:rPr lang="en-US" sz="2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1</a:t>
            </a: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];</a:t>
            </a:r>
            <a:r>
              <a:rPr lang="cs-CZ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</a:t>
            </a: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2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}</a:t>
            </a:r>
            <a:endParaRPr lang="cs-CZ" sz="2800" dirty="0">
              <a:solidFill>
                <a:prstClr val="black"/>
              </a:solidFill>
              <a:latin typeface="Consolas"/>
            </a:endParaRP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8E030BDD-D828-4110-B43D-71109618365A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25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1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délník 10"/>
          <p:cNvSpPr/>
          <p:nvPr/>
        </p:nvSpPr>
        <p:spPr>
          <a:xfrm>
            <a:off x="360012" y="2331700"/>
            <a:ext cx="8460000" cy="3905612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cs-CZ" sz="1800" dirty="0" err="1">
                <a:solidFill>
                  <a:srgbClr val="000099"/>
                </a:solidFill>
                <a:latin typeface="Consolas"/>
              </a:rPr>
              <a:t>rozdil</a:t>
            </a:r>
            <a:r>
              <a:rPr lang="cs-CZ" sz="1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=0;</a:t>
            </a: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1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for(</a:t>
            </a:r>
            <a:r>
              <a:rPr lang="en-US" sz="1800" dirty="0" err="1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1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99"/>
                </a:solidFill>
                <a:latin typeface="Consolas"/>
              </a:rPr>
              <a:t>0</a:t>
            </a:r>
            <a:r>
              <a:rPr lang="en-US" sz="1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1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&lt;=</a:t>
            </a:r>
            <a:r>
              <a:rPr lang="en-US" sz="1800" dirty="0">
                <a:solidFill>
                  <a:srgbClr val="000099"/>
                </a:solidFill>
                <a:latin typeface="Consolas"/>
              </a:rPr>
              <a:t>4</a:t>
            </a:r>
            <a:r>
              <a:rPr lang="en-US" sz="1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1800" dirty="0">
                <a:latin typeface="Consolas" panose="020B0609020204030204" pitchFamily="49" charset="0"/>
                <a:ea typeface="Tahoma" pitchFamily="34" charset="0"/>
              </a:rPr>
              <a:t>++</a:t>
            </a:r>
            <a:r>
              <a:rPr lang="en-US" sz="1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)	</a:t>
            </a:r>
            <a:endParaRPr lang="cs-CZ" sz="1800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{</a:t>
            </a:r>
            <a:endParaRPr lang="cs-CZ" sz="1800" dirty="0">
              <a:solidFill>
                <a:prstClr val="black"/>
              </a:solidFill>
              <a:latin typeface="Consolas" panose="020B0609020204030204" pitchFamily="49" charset="0"/>
              <a:ea typeface="Tahoma" pitchFamily="34" charset="0"/>
            </a:endParaRP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cs-CZ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</a:t>
            </a:r>
            <a:r>
              <a:rPr lang="cs-CZ" sz="1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if</a:t>
            </a:r>
            <a:r>
              <a:rPr lang="cs-CZ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(</a:t>
            </a:r>
            <a:r>
              <a:rPr lang="cs-CZ" sz="1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cisla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[</a:t>
            </a:r>
            <a:r>
              <a:rPr lang="en-US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i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]</a:t>
            </a:r>
            <a:r>
              <a:rPr lang="cs-CZ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)==1</a:t>
            </a:r>
            <a:endParaRPr lang="en-US" sz="1800" dirty="0">
              <a:solidFill>
                <a:prstClr val="black"/>
              </a:solidFill>
              <a:latin typeface="Consolas" panose="020B0609020204030204" pitchFamily="49" charset="0"/>
              <a:ea typeface="Tahoma" pitchFamily="34" charset="0"/>
            </a:endParaRP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{</a:t>
            </a:r>
            <a:endParaRPr lang="cs-CZ" sz="1800" dirty="0">
              <a:solidFill>
                <a:prstClr val="black"/>
              </a:solidFill>
              <a:latin typeface="Consolas" panose="020B0609020204030204" pitchFamily="49" charset="0"/>
              <a:ea typeface="Tahoma" pitchFamily="34" charset="0"/>
            </a:endParaRP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cs-CZ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</a:t>
            </a:r>
            <a:r>
              <a:rPr lang="cs-CZ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rozdil</a:t>
            </a:r>
            <a:r>
              <a:rPr lang="cs-CZ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=</a:t>
            </a:r>
            <a:r>
              <a:rPr lang="cs-CZ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rozdil</a:t>
            </a:r>
            <a:r>
              <a:rPr lang="cs-CZ" sz="1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+</a:t>
            </a:r>
            <a:r>
              <a:rPr lang="cs-CZ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cisla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[</a:t>
            </a:r>
            <a:r>
              <a:rPr lang="en-US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i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];</a:t>
            </a: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}</a:t>
            </a: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else</a:t>
            </a: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{</a:t>
            </a: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	</a:t>
            </a:r>
            <a:r>
              <a:rPr lang="cs-CZ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rozdil</a:t>
            </a:r>
            <a:r>
              <a:rPr lang="cs-CZ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=</a:t>
            </a:r>
            <a:r>
              <a:rPr lang="cs-CZ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rozdil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-</a:t>
            </a:r>
            <a:r>
              <a:rPr lang="cs-CZ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cisla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[</a:t>
            </a:r>
            <a:r>
              <a:rPr lang="en-US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i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];</a:t>
            </a: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}</a:t>
            </a:r>
            <a:r>
              <a:rPr lang="cs-CZ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</a:t>
            </a: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}</a:t>
            </a:r>
            <a:endParaRPr lang="cs-CZ" sz="1800" dirty="0">
              <a:solidFill>
                <a:prstClr val="black"/>
              </a:solidFill>
              <a:latin typeface="Consolas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8460000" cy="114143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Vypočítejte rozdíl lichých a sudých čísel? </a:t>
            </a: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000" dirty="0" err="1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 </a:t>
            </a:r>
            <a:r>
              <a:rPr lang="cs-CZ" sz="2000" dirty="0" err="1">
                <a:solidFill>
                  <a:srgbClr val="000099"/>
                </a:solidFill>
                <a:latin typeface="Consolas"/>
              </a:rPr>
              <a:t>rozdil</a:t>
            </a:r>
            <a:r>
              <a:rPr lang="en-US" sz="20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cs-CZ" sz="20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0</a:t>
            </a:r>
            <a:r>
              <a:rPr lang="en-US" sz="20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,</a:t>
            </a:r>
            <a:r>
              <a:rPr lang="cs-CZ" sz="20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000" dirty="0">
                <a:latin typeface="Consolas"/>
              </a:rPr>
              <a:t>,</a:t>
            </a:r>
            <a:r>
              <a:rPr lang="en-US" sz="2000" dirty="0" err="1">
                <a:solidFill>
                  <a:srgbClr val="000099"/>
                </a:solidFill>
                <a:latin typeface="Consolas"/>
              </a:rPr>
              <a:t>cisla</a:t>
            </a:r>
            <a:r>
              <a:rPr lang="en-US" sz="2000" dirty="0">
                <a:latin typeface="Consolas"/>
              </a:rPr>
              <a:t>[]={</a:t>
            </a:r>
            <a:r>
              <a:rPr lang="en-US" sz="2000" dirty="0">
                <a:solidFill>
                  <a:srgbClr val="000099"/>
                </a:solidFill>
                <a:latin typeface="Consolas"/>
              </a:rPr>
              <a:t>2</a:t>
            </a:r>
            <a:r>
              <a:rPr lang="cs-CZ" sz="2000" dirty="0">
                <a:solidFill>
                  <a:srgbClr val="000099"/>
                </a:solidFill>
                <a:latin typeface="Consolas"/>
              </a:rPr>
              <a:t>2</a:t>
            </a:r>
            <a:r>
              <a:rPr lang="en-US" sz="2000" dirty="0">
                <a:solidFill>
                  <a:srgbClr val="000099"/>
                </a:solidFill>
                <a:latin typeface="Consolas"/>
              </a:rPr>
              <a:t>,14,31,30,1</a:t>
            </a:r>
            <a:r>
              <a:rPr lang="cs-CZ" sz="2000" dirty="0">
                <a:solidFill>
                  <a:srgbClr val="000099"/>
                </a:solidFill>
                <a:latin typeface="Consolas"/>
              </a:rPr>
              <a:t>5</a:t>
            </a:r>
            <a:r>
              <a:rPr lang="en-US" sz="2000" dirty="0">
                <a:latin typeface="Consolas"/>
              </a:rPr>
              <a:t>}</a:t>
            </a:r>
            <a:r>
              <a:rPr lang="cs-CZ" sz="2000" dirty="0">
                <a:latin typeface="Consolas"/>
              </a:rPr>
              <a:t>;</a:t>
            </a:r>
            <a:endParaRPr lang="en-US" sz="2000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0" y="1080012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/>
              </a:rPr>
              <a:t>16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Příklady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75CF7BB6-267B-499B-918B-B1FE77D5CCC0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96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délník 10"/>
          <p:cNvSpPr/>
          <p:nvPr/>
        </p:nvSpPr>
        <p:spPr>
          <a:xfrm>
            <a:off x="360012" y="2791624"/>
            <a:ext cx="8460000" cy="3351614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cs-CZ" sz="1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int </a:t>
            </a:r>
            <a:r>
              <a:rPr lang="cs-CZ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tmp</a:t>
            </a:r>
            <a:r>
              <a:rPr lang="cs-CZ" sz="1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1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for(</a:t>
            </a:r>
            <a:r>
              <a:rPr lang="en-US" sz="1800" dirty="0" err="1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1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99"/>
                </a:solidFill>
                <a:latin typeface="Consolas"/>
              </a:rPr>
              <a:t>0</a:t>
            </a:r>
            <a:r>
              <a:rPr lang="en-US" sz="1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1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&lt;=</a:t>
            </a:r>
            <a:r>
              <a:rPr lang="en-US" sz="1800" dirty="0">
                <a:solidFill>
                  <a:srgbClr val="000099"/>
                </a:solidFill>
                <a:latin typeface="Consolas"/>
              </a:rPr>
              <a:t>4</a:t>
            </a:r>
            <a:r>
              <a:rPr lang="en-US" sz="1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1800" dirty="0">
                <a:latin typeface="Consolas" panose="020B0609020204030204" pitchFamily="49" charset="0"/>
                <a:ea typeface="Tahoma" pitchFamily="34" charset="0"/>
              </a:rPr>
              <a:t>++</a:t>
            </a:r>
            <a:r>
              <a:rPr lang="en-US" sz="18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)	</a:t>
            </a:r>
            <a:endParaRPr lang="cs-CZ" sz="1800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{</a:t>
            </a:r>
            <a:endParaRPr lang="cs-CZ" sz="1800" dirty="0">
              <a:solidFill>
                <a:prstClr val="black"/>
              </a:solidFill>
              <a:latin typeface="Consolas" panose="020B0609020204030204" pitchFamily="49" charset="0"/>
              <a:ea typeface="Tahoma" pitchFamily="34" charset="0"/>
            </a:endParaRP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cs-CZ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</a:t>
            </a:r>
            <a:r>
              <a:rPr lang="cs-CZ" sz="1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if</a:t>
            </a:r>
            <a:r>
              <a:rPr lang="cs-CZ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(</a:t>
            </a:r>
            <a:r>
              <a:rPr lang="cs-CZ" sz="1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cisla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[</a:t>
            </a:r>
            <a:r>
              <a:rPr lang="en-US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i</a:t>
            </a:r>
            <a:r>
              <a:rPr lang="cs-CZ" sz="1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+1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]&gt;</a:t>
            </a:r>
            <a:r>
              <a:rPr lang="en-US" sz="1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cisla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[</a:t>
            </a:r>
            <a:r>
              <a:rPr lang="en-US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i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]</a:t>
            </a:r>
            <a:r>
              <a:rPr lang="cs-CZ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)</a:t>
            </a:r>
            <a:endParaRPr lang="en-US" sz="1800" dirty="0">
              <a:solidFill>
                <a:prstClr val="black"/>
              </a:solidFill>
              <a:latin typeface="Consolas" panose="020B0609020204030204" pitchFamily="49" charset="0"/>
              <a:ea typeface="Tahoma" pitchFamily="34" charset="0"/>
            </a:endParaRP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{</a:t>
            </a:r>
            <a:endParaRPr lang="cs-CZ" sz="1800" dirty="0">
              <a:solidFill>
                <a:prstClr val="black"/>
              </a:solidFill>
              <a:latin typeface="Consolas" panose="020B0609020204030204" pitchFamily="49" charset="0"/>
              <a:ea typeface="Tahoma" pitchFamily="34" charset="0"/>
            </a:endParaRP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cs-CZ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</a:t>
            </a:r>
            <a:r>
              <a:rPr lang="en-US" sz="1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tmp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=</a:t>
            </a:r>
            <a:r>
              <a:rPr lang="cs-CZ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cisla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[</a:t>
            </a:r>
            <a:r>
              <a:rPr lang="en-US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i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];</a:t>
            </a: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	</a:t>
            </a:r>
            <a:r>
              <a:rPr lang="en-US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cisla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[</a:t>
            </a:r>
            <a:r>
              <a:rPr lang="en-US" sz="1800" dirty="0" err="1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i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]=</a:t>
            </a:r>
            <a:r>
              <a:rPr lang="en-US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cisla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[i+1]</a:t>
            </a: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	</a:t>
            </a:r>
            <a:r>
              <a:rPr lang="en-US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cisla</a:t>
            </a: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[i+1]=</a:t>
            </a:r>
            <a:r>
              <a:rPr lang="en-US" sz="1800" dirty="0" err="1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tmp</a:t>
            </a:r>
            <a:r>
              <a:rPr lang="en-US" sz="1800" dirty="0">
                <a:solidFill>
                  <a:srgbClr val="000099"/>
                </a:solidFill>
                <a:latin typeface="Consolas" panose="020B0609020204030204" pitchFamily="49" charset="0"/>
                <a:ea typeface="Tahoma" pitchFamily="34" charset="0"/>
              </a:rPr>
              <a:t>;</a:t>
            </a: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}</a:t>
            </a:r>
            <a:r>
              <a:rPr lang="cs-CZ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	</a:t>
            </a:r>
          </a:p>
          <a:p>
            <a:pPr marL="495300" indent="-495300">
              <a:spcBef>
                <a:spcPts val="0"/>
              </a:spcBef>
              <a:spcAft>
                <a:spcPts val="0"/>
              </a:spcAft>
              <a:buClr>
                <a:srgbClr val="3366CC"/>
              </a:buClr>
              <a:defRPr/>
            </a:pPr>
            <a:r>
              <a:rPr lang="en-US" sz="1800" dirty="0">
                <a:solidFill>
                  <a:prstClr val="black"/>
                </a:solidFill>
                <a:latin typeface="Consolas" panose="020B0609020204030204" pitchFamily="49" charset="0"/>
                <a:ea typeface="Tahoma" pitchFamily="34" charset="0"/>
              </a:rPr>
              <a:t>}</a:t>
            </a:r>
            <a:endParaRPr lang="cs-CZ" sz="1800" dirty="0">
              <a:solidFill>
                <a:prstClr val="black"/>
              </a:solidFill>
              <a:latin typeface="Consolas"/>
            </a:endParaRPr>
          </a:p>
        </p:txBody>
      </p:sp>
      <p:sp>
        <p:nvSpPr>
          <p:cNvPr id="6" name="Obdélník 5"/>
          <p:cNvSpPr/>
          <p:nvPr/>
        </p:nvSpPr>
        <p:spPr>
          <a:xfrm>
            <a:off x="360000" y="1080012"/>
            <a:ext cx="8460000" cy="14492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Zaměňte sousední prvky, když je následující prvek větší?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Zobrazte pole po každém průchodu </a:t>
            </a:r>
          </a:p>
          <a:p>
            <a:pPr eaLnBrk="1" hangingPunct="1"/>
            <a:endParaRPr lang="cs-CZ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95300" indent="-495300">
              <a:spcBef>
                <a:spcPts val="0"/>
              </a:spcBef>
              <a:spcAft>
                <a:spcPts val="600"/>
              </a:spcAft>
              <a:buClr>
                <a:srgbClr val="3366CC"/>
              </a:buClr>
              <a:defRPr/>
            </a:pPr>
            <a:r>
              <a:rPr lang="en-US" sz="2000" dirty="0" err="1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int</a:t>
            </a:r>
            <a:r>
              <a:rPr lang="en-US" sz="2000" dirty="0">
                <a:latin typeface="Consolas" panose="020B0609020204030204" pitchFamily="49" charset="0"/>
                <a:ea typeface="Tahoma" pitchFamily="34" charset="0"/>
                <a:cs typeface="Consolas" panose="020B0609020204030204" pitchFamily="49" charset="0"/>
              </a:rPr>
              <a:t> </a:t>
            </a:r>
            <a:r>
              <a:rPr lang="cs-CZ" sz="2000" dirty="0">
                <a:solidFill>
                  <a:srgbClr val="000099"/>
                </a:solidFill>
                <a:latin typeface="Consolas"/>
              </a:rPr>
              <a:t>i</a:t>
            </a:r>
            <a:r>
              <a:rPr lang="en-US" sz="2000" dirty="0">
                <a:solidFill>
                  <a:srgbClr val="000099"/>
                </a:solidFill>
                <a:latin typeface="Consolas"/>
              </a:rPr>
              <a:t>,</a:t>
            </a:r>
            <a:r>
              <a:rPr lang="en-US" sz="2000" dirty="0" err="1">
                <a:solidFill>
                  <a:srgbClr val="000099"/>
                </a:solidFill>
                <a:latin typeface="Consolas"/>
              </a:rPr>
              <a:t>cisla</a:t>
            </a:r>
            <a:r>
              <a:rPr lang="en-US" sz="2000" dirty="0">
                <a:latin typeface="Consolas"/>
              </a:rPr>
              <a:t>[]={</a:t>
            </a:r>
            <a:r>
              <a:rPr lang="en-US" sz="2000" dirty="0">
                <a:solidFill>
                  <a:srgbClr val="000099"/>
                </a:solidFill>
                <a:latin typeface="Consolas"/>
              </a:rPr>
              <a:t>25,14,31,30,12</a:t>
            </a:r>
            <a:r>
              <a:rPr lang="en-US" sz="2000" dirty="0">
                <a:latin typeface="Consolas"/>
              </a:rPr>
              <a:t>}</a:t>
            </a:r>
            <a:r>
              <a:rPr lang="cs-CZ" sz="2000" dirty="0">
                <a:latin typeface="Consolas"/>
              </a:rPr>
              <a:t>;</a:t>
            </a:r>
            <a:endParaRPr lang="en-US" sz="2000" dirty="0">
              <a:latin typeface="Consolas" panose="020B0609020204030204" pitchFamily="49" charset="0"/>
              <a:ea typeface="Tahoma" pitchFamily="34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0" y="1080012"/>
            <a:ext cx="354584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solidFill>
                  <a:schemeClr val="bg1"/>
                </a:solidFill>
                <a:latin typeface="Arial"/>
              </a:rPr>
              <a:t>17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Tlačítko akce: Vlastní 7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9" name="Tlačítko akce: Vlastní 8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0" name="Tlačítko akce: Vlastní 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20000" y="36000"/>
            <a:ext cx="8424000" cy="43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>
              <a:defRPr/>
            </a:pPr>
            <a:r>
              <a:rPr lang="cs-CZ" sz="2000" b="0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j-ea"/>
                <a:cs typeface="+mj-cs"/>
              </a:rPr>
              <a:t>Příklady</a:t>
            </a:r>
          </a:p>
        </p:txBody>
      </p:sp>
      <p:sp>
        <p:nvSpPr>
          <p:cNvPr id="1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AC5C3B32-DC07-49F6-B2CF-5394B0682003}"/>
              </a:ext>
            </a:extLst>
          </p:cNvPr>
          <p:cNvSpPr txBox="1"/>
          <p:nvPr/>
        </p:nvSpPr>
        <p:spPr>
          <a:xfrm>
            <a:off x="8352000" y="72000"/>
            <a:ext cx="720080" cy="923330"/>
          </a:xfrm>
          <a:prstGeom prst="rect">
            <a:avLst/>
          </a:prstGeom>
          <a:solidFill>
            <a:srgbClr val="99CCFF"/>
          </a:solidFill>
          <a:ln/>
        </p:spPr>
        <p:txBody>
          <a:bodyPr wrap="square" rtlCol="0">
            <a:spAutoFit/>
          </a:bodyPr>
          <a:lstStyle/>
          <a:p>
            <a:pPr algn="ctr"/>
            <a:r>
              <a:rPr lang="en-US" sz="5400" kern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sym typeface="Wingdings 2"/>
              </a:rPr>
              <a:t></a:t>
            </a:r>
            <a:endParaRPr lang="cs-CZ" sz="5400" kern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079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4"/>
          <p:cNvSpPr>
            <a:spLocks noGrp="1" noChangeArrowheads="1"/>
          </p:cNvSpPr>
          <p:nvPr>
            <p:ph type="title" sz="quarter"/>
          </p:nvPr>
        </p:nvSpPr>
        <p:spPr>
          <a:xfrm>
            <a:off x="468000" y="288000"/>
            <a:ext cx="8229600" cy="720000"/>
          </a:xfrm>
          <a:noFill/>
        </p:spPr>
        <p:txBody>
          <a:bodyPr/>
          <a:lstStyle/>
          <a:p>
            <a:r>
              <a:rPr lang="cs-CZ" sz="36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Konec</a:t>
            </a:r>
          </a:p>
        </p:txBody>
      </p:sp>
      <p:sp>
        <p:nvSpPr>
          <p:cNvPr id="4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5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  <p:sp>
        <p:nvSpPr>
          <p:cNvPr id="7" name="Tlačítko akce: Vlastní 6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8" name="Tlačítko akce: Vlastní 7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194809038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élník 5"/>
          <p:cNvSpPr/>
          <p:nvPr/>
        </p:nvSpPr>
        <p:spPr>
          <a:xfrm>
            <a:off x="360000" y="1080012"/>
            <a:ext cx="846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u="sng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Nastav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bity CS00=1, CS01=0 a CS02=1 beze změny ostatních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bit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ů v registru TCCR0B</a:t>
            </a:r>
            <a:endParaRPr lang="cs-CZ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6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Příklady bitových operací</a:t>
            </a:r>
          </a:p>
        </p:txBody>
      </p:sp>
      <p:sp>
        <p:nvSpPr>
          <p:cNvPr id="9" name="Obdélník 8"/>
          <p:cNvSpPr/>
          <p:nvPr/>
        </p:nvSpPr>
        <p:spPr>
          <a:xfrm>
            <a:off x="360012" y="3068971"/>
            <a:ext cx="8460000" cy="132028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latin typeface="Consolas"/>
              </a:rPr>
              <a:t>TCCR0B|=</a:t>
            </a:r>
            <a:r>
              <a:rPr lang="cs-CZ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1&lt;&lt;</a:t>
            </a:r>
            <a:r>
              <a:rPr lang="cs-CZ" dirty="0">
                <a:solidFill>
                  <a:srgbClr val="A000A0"/>
                </a:solidFill>
                <a:latin typeface="Consolas"/>
              </a:rPr>
              <a:t>CS02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|1&lt;&lt;</a:t>
            </a:r>
            <a:r>
              <a:rPr lang="cs-CZ" dirty="0">
                <a:solidFill>
                  <a:srgbClr val="A000A0"/>
                </a:solidFill>
                <a:latin typeface="Consolas"/>
              </a:rPr>
              <a:t>CS00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;</a:t>
            </a:r>
          </a:p>
          <a:p>
            <a:r>
              <a:rPr lang="cs-CZ" dirty="0">
                <a:latin typeface="Consolas"/>
              </a:rPr>
              <a:t>TCCR0B</a:t>
            </a:r>
            <a:r>
              <a:rPr lang="en-US" dirty="0">
                <a:latin typeface="Consolas"/>
              </a:rPr>
              <a:t>&amp;</a:t>
            </a:r>
            <a:r>
              <a:rPr lang="cs-CZ" dirty="0">
                <a:latin typeface="Consolas"/>
              </a:rPr>
              <a:t>=</a:t>
            </a:r>
            <a:r>
              <a:rPr lang="cs-CZ" dirty="0">
                <a:solidFill>
                  <a:srgbClr val="800000"/>
                </a:solidFill>
                <a:latin typeface="Consolas"/>
              </a:rPr>
              <a:t> </a:t>
            </a:r>
            <a:r>
              <a:rPr lang="en-US" dirty="0">
                <a:solidFill>
                  <a:srgbClr val="800000"/>
                </a:solidFill>
                <a:latin typeface="Consolas"/>
              </a:rPr>
              <a:t>~</a:t>
            </a:r>
            <a:r>
              <a:rPr lang="cs-CZ" dirty="0">
                <a:solidFill>
                  <a:srgbClr val="800000"/>
                </a:solidFill>
                <a:latin typeface="Consolas"/>
              </a:rPr>
              <a:t>(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1&lt;&lt;</a:t>
            </a:r>
            <a:r>
              <a:rPr lang="cs-CZ" dirty="0">
                <a:solidFill>
                  <a:srgbClr val="A000A0"/>
                </a:solidFill>
                <a:latin typeface="Consolas"/>
              </a:rPr>
              <a:t>CS01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); </a:t>
            </a:r>
            <a:r>
              <a:rPr lang="cs-CZ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135874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élník 5"/>
          <p:cNvSpPr/>
          <p:nvPr/>
        </p:nvSpPr>
        <p:spPr>
          <a:xfrm>
            <a:off x="360000" y="1080012"/>
            <a:ext cx="8460000" cy="8336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u="sng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Povol přerušení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od události přetečení časovače 0. (TIMSK0.TOIE0=1)</a:t>
            </a:r>
            <a:endParaRPr lang="cs-CZ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5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3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Příklady bitových operací</a:t>
            </a:r>
          </a:p>
        </p:txBody>
      </p:sp>
      <p:sp>
        <p:nvSpPr>
          <p:cNvPr id="9" name="Obdélník 8"/>
          <p:cNvSpPr/>
          <p:nvPr/>
        </p:nvSpPr>
        <p:spPr>
          <a:xfrm>
            <a:off x="360012" y="3068971"/>
            <a:ext cx="8460000" cy="95095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latin typeface="Consolas"/>
              </a:rPr>
              <a:t>TIMSK0|=</a:t>
            </a:r>
            <a:r>
              <a:rPr lang="cs-CZ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1&lt;&lt;</a:t>
            </a:r>
            <a:r>
              <a:rPr lang="cs-CZ" dirty="0">
                <a:solidFill>
                  <a:srgbClr val="A000A0"/>
                </a:solidFill>
                <a:latin typeface="Consolas"/>
              </a:rPr>
              <a:t>TOIE0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;</a:t>
            </a: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621486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délník 5"/>
          <p:cNvSpPr/>
          <p:nvPr/>
        </p:nvSpPr>
        <p:spPr>
          <a:xfrm>
            <a:off x="360000" y="1080012"/>
            <a:ext cx="8460000" cy="52588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288000" tIns="108000" rIns="90000" bIns="108000">
            <a:spAutoFit/>
          </a:bodyPr>
          <a:lstStyle/>
          <a:p>
            <a:pPr eaLnBrk="1" hangingPunct="1"/>
            <a:r>
              <a:rPr lang="cs-CZ" sz="2000" u="sng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Prováděj</a:t>
            </a:r>
            <a:r>
              <a:rPr lang="cs-CZ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cs-CZ" sz="2000" dirty="0">
                <a:latin typeface="Consolas" panose="020B0609020204030204" pitchFamily="49" charset="0"/>
                <a:cs typeface="Consolas" panose="020B0609020204030204" pitchFamily="49" charset="0"/>
              </a:rPr>
              <a:t>příkazy dokud TIFR0.TOV0=1.</a:t>
            </a:r>
            <a:endParaRPr lang="cs-CZ" sz="2000" i="1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TextovéPole 6"/>
          <p:cNvSpPr txBox="1"/>
          <p:nvPr/>
        </p:nvSpPr>
        <p:spPr bwMode="auto">
          <a:xfrm>
            <a:off x="360005" y="1080012"/>
            <a:ext cx="269626" cy="276999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r>
              <a:rPr lang="cs-CZ" sz="1200" dirty="0">
                <a:solidFill>
                  <a:schemeClr val="bg1"/>
                </a:solidFill>
                <a:latin typeface="Arial"/>
              </a:rPr>
              <a:t>4</a:t>
            </a:r>
            <a:endParaRPr lang="cs-CZ" sz="1200" dirty="0">
              <a:solidFill>
                <a:schemeClr val="bg1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720000" y="69946"/>
            <a:ext cx="7772400" cy="400110"/>
          </a:xfrm>
          <a:noFill/>
          <a:ln/>
        </p:spPr>
        <p:txBody>
          <a:bodyPr>
            <a:spAutoFit/>
          </a:bodyPr>
          <a:lstStyle/>
          <a:p>
            <a:pPr lvl="0">
              <a:defRPr/>
            </a:pPr>
            <a:r>
              <a:rPr lang="cs-CZ" sz="2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+mn-ea"/>
                <a:cs typeface="+mn-cs"/>
              </a:rPr>
              <a:t>Příklady bitových operací</a:t>
            </a:r>
          </a:p>
        </p:txBody>
      </p:sp>
      <p:sp>
        <p:nvSpPr>
          <p:cNvPr id="9" name="Obdélník 8"/>
          <p:cNvSpPr/>
          <p:nvPr/>
        </p:nvSpPr>
        <p:spPr>
          <a:xfrm>
            <a:off x="360012" y="3068971"/>
            <a:ext cx="8460000" cy="205895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90000" tIns="288000" rIns="90000" bIns="288000">
            <a:spAutoFit/>
          </a:bodyPr>
          <a:lstStyle/>
          <a:p>
            <a:r>
              <a:rPr lang="cs-CZ" dirty="0">
                <a:latin typeface="Consolas"/>
              </a:rPr>
              <a:t>while(TI</a:t>
            </a:r>
            <a:r>
              <a:rPr lang="en-US" dirty="0">
                <a:latin typeface="Consolas"/>
              </a:rPr>
              <a:t>FR</a:t>
            </a:r>
            <a:r>
              <a:rPr lang="cs-CZ" dirty="0">
                <a:latin typeface="Consolas"/>
              </a:rPr>
              <a:t>0</a:t>
            </a:r>
            <a:r>
              <a:rPr lang="en-US" dirty="0">
                <a:latin typeface="Consolas"/>
              </a:rPr>
              <a:t>&amp;(</a:t>
            </a:r>
            <a:r>
              <a:rPr lang="cs-CZ" dirty="0">
                <a:solidFill>
                  <a:prstClr val="black"/>
                </a:solidFill>
                <a:latin typeface="Consolas"/>
              </a:rPr>
              <a:t>1&lt;&lt;</a:t>
            </a:r>
            <a:r>
              <a:rPr lang="cs-CZ" dirty="0">
                <a:solidFill>
                  <a:srgbClr val="A000A0"/>
                </a:solidFill>
                <a:latin typeface="Consolas"/>
              </a:rPr>
              <a:t>T</a:t>
            </a:r>
            <a:r>
              <a:rPr lang="en-US" dirty="0">
                <a:solidFill>
                  <a:srgbClr val="A000A0"/>
                </a:solidFill>
                <a:latin typeface="Consolas"/>
              </a:rPr>
              <a:t>OV</a:t>
            </a:r>
            <a:r>
              <a:rPr lang="cs-CZ" dirty="0">
                <a:solidFill>
                  <a:srgbClr val="A000A0"/>
                </a:solidFill>
                <a:latin typeface="Consolas"/>
              </a:rPr>
              <a:t>0</a:t>
            </a:r>
            <a:r>
              <a:rPr lang="cs-CZ" dirty="0">
                <a:latin typeface="Consolas"/>
              </a:rPr>
              <a:t>)</a:t>
            </a:r>
            <a:r>
              <a:rPr lang="en-US" dirty="0">
                <a:latin typeface="Consolas"/>
              </a:rPr>
              <a:t>)</a:t>
            </a:r>
            <a:endParaRPr lang="cs-CZ" dirty="0">
              <a:latin typeface="Consolas"/>
            </a:endParaRPr>
          </a:p>
          <a:p>
            <a:pPr lvl="1"/>
            <a:r>
              <a:rPr lang="en-US" dirty="0">
                <a:latin typeface="Consolas"/>
              </a:rPr>
              <a:t>{</a:t>
            </a:r>
          </a:p>
          <a:p>
            <a:pPr lvl="1"/>
            <a:r>
              <a:rPr lang="cs-CZ" dirty="0">
                <a:latin typeface="Consolas"/>
              </a:rPr>
              <a:t>příkazy</a:t>
            </a:r>
            <a:endParaRPr lang="en-US" dirty="0">
              <a:latin typeface="Consolas"/>
            </a:endParaRPr>
          </a:p>
          <a:p>
            <a:pPr lvl="1"/>
            <a:r>
              <a:rPr lang="en-US" dirty="0">
                <a:latin typeface="Consolas"/>
              </a:rPr>
              <a:t>}</a:t>
            </a:r>
          </a:p>
        </p:txBody>
      </p:sp>
      <p:sp>
        <p:nvSpPr>
          <p:cNvPr id="10" name="Tlačítko akce: Vlastní 9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1" name="Tlačítko akce: Vlastní 10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12" name="Tlačítko akce: Vlastní 11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13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14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59206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0000" y="1080000"/>
            <a:ext cx="3275896" cy="307777"/>
          </a:xfrm>
          <a:solidFill>
            <a:schemeClr val="bg1">
              <a:lumMod val="75000"/>
            </a:schemeClr>
          </a:solidFill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cs-CZ" sz="1400" b="1" dirty="0">
                <a:solidFill>
                  <a:srgbClr val="0000FF"/>
                </a:solidFill>
                <a:latin typeface="Consolas"/>
              </a:rPr>
              <a:t>#include</a:t>
            </a:r>
            <a:r>
              <a:rPr lang="cs-CZ" sz="1400" b="1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sz="1400" b="1" dirty="0">
                <a:solidFill>
                  <a:prstClr val="black"/>
                </a:solidFill>
                <a:latin typeface="Consolas"/>
              </a:rPr>
              <a:t>&lt;</a:t>
            </a:r>
            <a:r>
              <a:rPr lang="cs-CZ" sz="1400" b="1" dirty="0" err="1">
                <a:solidFill>
                  <a:prstClr val="black"/>
                </a:solidFill>
                <a:latin typeface="Consolas"/>
              </a:rPr>
              <a:t>avr</a:t>
            </a:r>
            <a:r>
              <a:rPr lang="cs-CZ" sz="1400" b="1" dirty="0">
                <a:solidFill>
                  <a:prstClr val="black"/>
                </a:solidFill>
                <a:latin typeface="Consolas"/>
              </a:rPr>
              <a:t>/</a:t>
            </a:r>
            <a:r>
              <a:rPr lang="cs-CZ" sz="1400" b="1" dirty="0" err="1">
                <a:solidFill>
                  <a:prstClr val="black"/>
                </a:solidFill>
                <a:latin typeface="Consolas"/>
              </a:rPr>
              <a:t>io.h</a:t>
            </a:r>
            <a:r>
              <a:rPr lang="cs-CZ" sz="1400" b="1" dirty="0">
                <a:solidFill>
                  <a:prstClr val="black"/>
                </a:solidFill>
                <a:latin typeface="Consolas"/>
              </a:rPr>
              <a:t>&gt;</a:t>
            </a:r>
          </a:p>
        </p:txBody>
      </p:sp>
      <p:sp>
        <p:nvSpPr>
          <p:cNvPr id="210947" name="Rectangle 3"/>
          <p:cNvSpPr>
            <a:spLocks noGrp="1" noChangeArrowheads="1"/>
          </p:cNvSpPr>
          <p:nvPr>
            <p:ph type="title"/>
          </p:nvPr>
        </p:nvSpPr>
        <p:spPr>
          <a:xfrm>
            <a:off x="468000" y="288000"/>
            <a:ext cx="8856528" cy="720000"/>
          </a:xfrm>
        </p:spPr>
        <p:txBody>
          <a:bodyPr/>
          <a:lstStyle/>
          <a:p>
            <a:pPr>
              <a:defRPr/>
            </a:pPr>
            <a:r>
              <a:rPr lang="cs-CZ" sz="4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Struktura programu</a:t>
            </a:r>
          </a:p>
        </p:txBody>
      </p:sp>
      <p:sp>
        <p:nvSpPr>
          <p:cNvPr id="3" name="Obdélníkový popisek 2"/>
          <p:cNvSpPr/>
          <p:nvPr/>
        </p:nvSpPr>
        <p:spPr>
          <a:xfrm>
            <a:off x="4140000" y="1058252"/>
            <a:ext cx="3124573" cy="288000"/>
          </a:xfrm>
          <a:prstGeom prst="wedgeRectCallout">
            <a:avLst>
              <a:gd name="adj1" fmla="val -66543"/>
              <a:gd name="adj2" fmla="val 13921"/>
            </a:avLst>
          </a:prstGeom>
          <a:solidFill>
            <a:srgbClr val="CCFF99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cs-CZ" sz="1600" dirty="0">
                <a:solidFill>
                  <a:srgbClr val="000000"/>
                </a:solidFill>
                <a:latin typeface="Arial"/>
              </a:rPr>
              <a:t>Deklarace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 </a:t>
            </a:r>
            <a:r>
              <a:rPr lang="cs-CZ" sz="1600" dirty="0">
                <a:solidFill>
                  <a:srgbClr val="000000"/>
                </a:solidFill>
                <a:latin typeface="Arial"/>
              </a:rPr>
              <a:t>použitých knihoven</a:t>
            </a:r>
          </a:p>
        </p:txBody>
      </p:sp>
      <p:sp>
        <p:nvSpPr>
          <p:cNvPr id="11" name="Obdélníkový popisek 10"/>
          <p:cNvSpPr/>
          <p:nvPr/>
        </p:nvSpPr>
        <p:spPr>
          <a:xfrm>
            <a:off x="4140000" y="1404000"/>
            <a:ext cx="3523722" cy="338554"/>
          </a:xfrm>
          <a:prstGeom prst="wedgeRectCallout">
            <a:avLst>
              <a:gd name="adj1" fmla="val -64265"/>
              <a:gd name="adj2" fmla="val -9212"/>
            </a:avLst>
          </a:prstGeom>
          <a:solidFill>
            <a:srgbClr val="CCFF99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cs-CZ" sz="1600" dirty="0">
                <a:solidFill>
                  <a:srgbClr val="000000"/>
                </a:solidFill>
                <a:latin typeface="Arial"/>
              </a:rPr>
              <a:t>Deklarace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 </a:t>
            </a:r>
            <a:r>
              <a:rPr lang="cs-CZ" sz="1600" dirty="0">
                <a:solidFill>
                  <a:srgbClr val="000000"/>
                </a:solidFill>
                <a:latin typeface="Arial"/>
              </a:rPr>
              <a:t>globálních proměnných</a:t>
            </a:r>
          </a:p>
        </p:txBody>
      </p:sp>
      <p:sp>
        <p:nvSpPr>
          <p:cNvPr id="12" name="Obdélníkový popisek 11"/>
          <p:cNvSpPr/>
          <p:nvPr/>
        </p:nvSpPr>
        <p:spPr>
          <a:xfrm>
            <a:off x="4177208" y="4140000"/>
            <a:ext cx="2064989" cy="400110"/>
          </a:xfrm>
          <a:prstGeom prst="wedgeRectCallout">
            <a:avLst>
              <a:gd name="adj1" fmla="val -75584"/>
              <a:gd name="adj2" fmla="val 125074"/>
            </a:avLst>
          </a:prstGeom>
          <a:solidFill>
            <a:srgbClr val="CCFF99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cs-CZ" sz="2000" dirty="0">
                <a:solidFill>
                  <a:srgbClr val="000000"/>
                </a:solidFill>
                <a:latin typeface="Arial"/>
              </a:rPr>
              <a:t>Hlavní program</a:t>
            </a:r>
          </a:p>
        </p:txBody>
      </p:sp>
      <p:sp>
        <p:nvSpPr>
          <p:cNvPr id="17" name="Rectangle 2"/>
          <p:cNvSpPr txBox="1">
            <a:spLocks noChangeArrowheads="1"/>
          </p:cNvSpPr>
          <p:nvPr/>
        </p:nvSpPr>
        <p:spPr bwMode="auto">
          <a:xfrm>
            <a:off x="360000" y="1404000"/>
            <a:ext cx="3275896" cy="307777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cs-CZ" sz="1400" kern="0" dirty="0" err="1">
                <a:solidFill>
                  <a:srgbClr val="0000FF"/>
                </a:solidFill>
                <a:latin typeface="Consolas"/>
              </a:rPr>
              <a:t>unsigned</a:t>
            </a:r>
            <a:r>
              <a:rPr lang="cs-CZ" sz="1400" kern="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sz="1400" kern="0" dirty="0" err="1">
                <a:solidFill>
                  <a:srgbClr val="0000FF"/>
                </a:solidFill>
                <a:latin typeface="Consolas"/>
              </a:rPr>
              <a:t>char</a:t>
            </a:r>
            <a:r>
              <a:rPr lang="cs-CZ" sz="1400" kern="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sz="1400" kern="0" dirty="0" err="1">
                <a:solidFill>
                  <a:prstClr val="black"/>
                </a:solidFill>
                <a:latin typeface="Consolas"/>
              </a:rPr>
              <a:t>kodklav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;</a:t>
            </a: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 bwMode="auto">
          <a:xfrm>
            <a:off x="360000" y="1728000"/>
            <a:ext cx="3275896" cy="2246769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cs-CZ" sz="1400" kern="0" dirty="0">
                <a:solidFill>
                  <a:srgbClr val="008000"/>
                </a:solidFill>
                <a:latin typeface="Consolas"/>
              </a:rPr>
              <a:t>//funkce</a:t>
            </a:r>
            <a:endParaRPr lang="cs-CZ" sz="1400" kern="0" dirty="0">
              <a:solidFill>
                <a:prstClr val="black"/>
              </a:solidFill>
              <a:latin typeface="Consola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cs-CZ" sz="1400" kern="0" dirty="0" err="1">
                <a:solidFill>
                  <a:srgbClr val="0000FF"/>
                </a:solidFill>
                <a:latin typeface="Consolas"/>
              </a:rPr>
              <a:t>signed</a:t>
            </a:r>
            <a:r>
              <a:rPr lang="cs-CZ" sz="1400" kern="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sz="1400" kern="0" dirty="0" err="1">
                <a:solidFill>
                  <a:srgbClr val="0000FF"/>
                </a:solidFill>
                <a:latin typeface="Consolas"/>
              </a:rPr>
              <a:t>char</a:t>
            </a:r>
            <a:r>
              <a:rPr lang="cs-CZ" sz="1400" kern="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sz="1400" kern="0" dirty="0" err="1">
                <a:solidFill>
                  <a:prstClr val="black"/>
                </a:solidFill>
                <a:latin typeface="Consolas"/>
              </a:rPr>
              <a:t>klav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400" kern="0" dirty="0">
                <a:solidFill>
                  <a:prstClr val="black"/>
                </a:solidFill>
                <a:latin typeface="Consolas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400" kern="0" dirty="0" err="1">
                <a:solidFill>
                  <a:srgbClr val="0000FF"/>
                </a:solidFill>
                <a:latin typeface="Consolas"/>
              </a:rPr>
              <a:t>unsigned</a:t>
            </a:r>
            <a:r>
              <a:rPr lang="cs-CZ" sz="1400" kern="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sz="1400" kern="0" dirty="0" err="1">
                <a:solidFill>
                  <a:srgbClr val="0000FF"/>
                </a:solidFill>
                <a:latin typeface="Consolas"/>
              </a:rPr>
              <a:t>char</a:t>
            </a:r>
            <a:r>
              <a:rPr lang="cs-CZ" sz="1400" kern="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sz="1400" kern="0" dirty="0" err="1">
                <a:solidFill>
                  <a:prstClr val="black"/>
                </a:solidFill>
                <a:latin typeface="Consolas"/>
              </a:rPr>
              <a:t>radek,sloupec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;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400" kern="0" dirty="0" err="1">
                <a:solidFill>
                  <a:srgbClr val="0000FF"/>
                </a:solidFill>
                <a:latin typeface="Consolas"/>
              </a:rPr>
              <a:t>for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(</a:t>
            </a:r>
            <a:r>
              <a:rPr lang="cs-CZ" sz="1400" kern="0" dirty="0" err="1">
                <a:solidFill>
                  <a:prstClr val="black"/>
                </a:solidFill>
                <a:latin typeface="Consolas"/>
              </a:rPr>
              <a:t>radek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=0;radek&lt;4;radek++)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kern="0" dirty="0">
                <a:solidFill>
                  <a:prstClr val="black"/>
                </a:solidFill>
                <a:latin typeface="Consolas"/>
              </a:rPr>
              <a:t>    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kern="0" dirty="0">
                <a:solidFill>
                  <a:prstClr val="black"/>
                </a:solidFill>
                <a:latin typeface="Consolas"/>
              </a:rPr>
              <a:t>    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DDRC=</a:t>
            </a:r>
            <a:r>
              <a:rPr lang="cs-CZ" sz="1400" kern="0" dirty="0" err="1">
                <a:solidFill>
                  <a:prstClr val="black"/>
                </a:solidFill>
                <a:latin typeface="Consolas"/>
              </a:rPr>
              <a:t>dir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[</a:t>
            </a:r>
            <a:r>
              <a:rPr lang="cs-CZ" sz="1400" kern="0" dirty="0" err="1">
                <a:solidFill>
                  <a:prstClr val="black"/>
                </a:solidFill>
                <a:latin typeface="Consolas"/>
              </a:rPr>
              <a:t>radek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kern="0" dirty="0">
                <a:solidFill>
                  <a:prstClr val="black"/>
                </a:solidFill>
                <a:latin typeface="Consolas"/>
              </a:rPr>
              <a:t>    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PORTC=~</a:t>
            </a:r>
            <a:r>
              <a:rPr lang="cs-CZ" sz="1400" kern="0" dirty="0" err="1">
                <a:solidFill>
                  <a:prstClr val="black"/>
                </a:solidFill>
                <a:latin typeface="Consolas"/>
              </a:rPr>
              <a:t>dir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[</a:t>
            </a:r>
            <a:r>
              <a:rPr lang="cs-CZ" sz="1400" kern="0" dirty="0" err="1">
                <a:solidFill>
                  <a:prstClr val="black"/>
                </a:solidFill>
                <a:latin typeface="Consolas"/>
              </a:rPr>
              <a:t>radek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];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kern="0" dirty="0">
                <a:solidFill>
                  <a:prstClr val="black"/>
                </a:solidFill>
                <a:latin typeface="Consolas"/>
              </a:rPr>
              <a:t>    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}</a:t>
            </a:r>
            <a:endParaRPr lang="en-US" sz="1400" kern="0" dirty="0">
              <a:solidFill>
                <a:prstClr val="black"/>
              </a:solidFill>
              <a:latin typeface="Consola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400" kern="0" dirty="0">
                <a:solidFill>
                  <a:prstClr val="black"/>
                </a:solidFill>
                <a:latin typeface="Consolas"/>
              </a:rPr>
              <a:t>}</a:t>
            </a:r>
            <a:endParaRPr lang="cs-CZ" sz="1400" kern="0" dirty="0">
              <a:solidFill>
                <a:srgbClr val="0000FF"/>
              </a:solidFill>
              <a:latin typeface="Consolas"/>
            </a:endParaRPr>
          </a:p>
        </p:txBody>
      </p:sp>
      <p:sp>
        <p:nvSpPr>
          <p:cNvPr id="16" name="Obdélníkový popisek 15"/>
          <p:cNvSpPr/>
          <p:nvPr/>
        </p:nvSpPr>
        <p:spPr>
          <a:xfrm>
            <a:off x="4140000" y="1955115"/>
            <a:ext cx="3387466" cy="338554"/>
          </a:xfrm>
          <a:prstGeom prst="wedgeRectCallout">
            <a:avLst>
              <a:gd name="adj1" fmla="val -77553"/>
              <a:gd name="adj2" fmla="val 112530"/>
            </a:avLst>
          </a:prstGeom>
          <a:solidFill>
            <a:srgbClr val="CCFF99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cs-CZ" sz="1600" dirty="0">
                <a:solidFill>
                  <a:srgbClr val="000000"/>
                </a:solidFill>
                <a:latin typeface="Arial"/>
              </a:rPr>
              <a:t>Deklarace</a:t>
            </a:r>
            <a:r>
              <a:rPr lang="en-US" sz="1600" dirty="0">
                <a:solidFill>
                  <a:srgbClr val="000000"/>
                </a:solidFill>
                <a:latin typeface="Arial"/>
              </a:rPr>
              <a:t> </a:t>
            </a:r>
            <a:r>
              <a:rPr lang="cs-CZ" sz="1600" dirty="0">
                <a:solidFill>
                  <a:srgbClr val="000000"/>
                </a:solidFill>
                <a:latin typeface="Arial"/>
              </a:rPr>
              <a:t>lokálních proměnných</a:t>
            </a:r>
          </a:p>
        </p:txBody>
      </p:sp>
      <p:sp>
        <p:nvSpPr>
          <p:cNvPr id="15" name="Obdélníkový popisek 14"/>
          <p:cNvSpPr/>
          <p:nvPr/>
        </p:nvSpPr>
        <p:spPr>
          <a:xfrm>
            <a:off x="4140000" y="2552171"/>
            <a:ext cx="1083951" cy="400110"/>
          </a:xfrm>
          <a:prstGeom prst="wedgeRectCallout">
            <a:avLst>
              <a:gd name="adj1" fmla="val -133211"/>
              <a:gd name="adj2" fmla="val -28719"/>
            </a:avLst>
          </a:prstGeom>
          <a:solidFill>
            <a:srgbClr val="CCFF99"/>
          </a:soli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cs-CZ" sz="2000" dirty="0">
                <a:solidFill>
                  <a:srgbClr val="000000"/>
                </a:solidFill>
                <a:latin typeface="Arial"/>
              </a:rPr>
              <a:t>Funkce</a:t>
            </a:r>
          </a:p>
        </p:txBody>
      </p:sp>
      <p:sp>
        <p:nvSpPr>
          <p:cNvPr id="19" name="Rectangle 2"/>
          <p:cNvSpPr txBox="1">
            <a:spLocks noChangeArrowheads="1"/>
          </p:cNvSpPr>
          <p:nvPr/>
        </p:nvSpPr>
        <p:spPr bwMode="auto">
          <a:xfrm>
            <a:off x="360000" y="3988269"/>
            <a:ext cx="3275896" cy="2677656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cs-CZ" sz="1400" kern="0" dirty="0">
                <a:solidFill>
                  <a:srgbClr val="008000"/>
                </a:solidFill>
                <a:latin typeface="Consolas"/>
              </a:rPr>
              <a:t>//***hlavní program***</a:t>
            </a:r>
            <a:endParaRPr lang="cs-CZ" sz="1400" kern="0" dirty="0">
              <a:solidFill>
                <a:srgbClr val="0000FF"/>
              </a:solidFill>
              <a:latin typeface="Consolas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cs-CZ" sz="1400" kern="0" dirty="0">
                <a:solidFill>
                  <a:srgbClr val="0000FF"/>
                </a:solidFill>
                <a:latin typeface="Consolas"/>
              </a:rPr>
              <a:t>int</a:t>
            </a:r>
            <a:r>
              <a:rPr lang="cs-CZ" sz="1400" kern="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main(</a:t>
            </a:r>
            <a:r>
              <a:rPr lang="cs-CZ" sz="1400" kern="0" dirty="0" err="1">
                <a:solidFill>
                  <a:srgbClr val="0000FF"/>
                </a:solidFill>
                <a:latin typeface="Consolas"/>
              </a:rPr>
              <a:t>void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400" kern="0" dirty="0">
                <a:solidFill>
                  <a:prstClr val="black"/>
                </a:solidFill>
                <a:latin typeface="Consolas"/>
              </a:rPr>
              <a:t>{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400" kern="0" dirty="0" err="1">
                <a:solidFill>
                  <a:srgbClr val="0000FF"/>
                </a:solidFill>
                <a:latin typeface="Consolas"/>
              </a:rPr>
              <a:t>char</a:t>
            </a:r>
            <a:r>
              <a:rPr lang="cs-CZ" sz="1400" kern="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znak;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400" kern="0" dirty="0">
                <a:solidFill>
                  <a:prstClr val="black"/>
                </a:solidFill>
                <a:latin typeface="Consolas"/>
              </a:rPr>
              <a:t>DDRA=</a:t>
            </a:r>
            <a:r>
              <a:rPr lang="cs-CZ" sz="1400" kern="0" dirty="0">
                <a:solidFill>
                  <a:srgbClr val="800000"/>
                </a:solidFill>
                <a:latin typeface="Consolas"/>
              </a:rPr>
              <a:t> 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0b00000000;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400" kern="0" dirty="0">
                <a:solidFill>
                  <a:prstClr val="black"/>
                </a:solidFill>
                <a:latin typeface="Consolas"/>
              </a:rPr>
              <a:t>PORTA=0b11111111;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400" kern="0" dirty="0">
                <a:solidFill>
                  <a:srgbClr val="0000FF"/>
                </a:solidFill>
                <a:latin typeface="Consolas"/>
              </a:rPr>
              <a:t>    </a:t>
            </a:r>
            <a:r>
              <a:rPr lang="cs-CZ" sz="1400" kern="0" dirty="0">
                <a:solidFill>
                  <a:srgbClr val="0000FF"/>
                </a:solidFill>
                <a:latin typeface="Consolas"/>
              </a:rPr>
              <a:t>while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(1)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cs-CZ" sz="1400" kern="0" dirty="0">
                <a:solidFill>
                  <a:prstClr val="black"/>
                </a:solidFill>
                <a:latin typeface="Consolas"/>
              </a:rPr>
              <a:t>{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cs-CZ" sz="1400" kern="0" dirty="0">
                <a:solidFill>
                  <a:prstClr val="black"/>
                </a:solidFill>
                <a:latin typeface="Consolas"/>
              </a:rPr>
              <a:t>znak=</a:t>
            </a:r>
            <a:r>
              <a:rPr lang="cs-CZ" sz="1400" kern="0" dirty="0" err="1">
                <a:solidFill>
                  <a:prstClr val="black"/>
                </a:solidFill>
                <a:latin typeface="Consolas"/>
              </a:rPr>
              <a:t>klav</a:t>
            </a:r>
            <a:r>
              <a:rPr lang="cs-CZ" sz="1400" kern="0" dirty="0">
                <a:solidFill>
                  <a:prstClr val="black"/>
                </a:solidFill>
                <a:latin typeface="Consolas"/>
              </a:rPr>
              <a:t>();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cs-CZ" sz="1400" kern="0" dirty="0">
                <a:solidFill>
                  <a:prstClr val="black"/>
                </a:solidFill>
                <a:latin typeface="Consolas"/>
              </a:rPr>
              <a:t>PORTA=znak;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cs-CZ" sz="1400" kern="0" dirty="0">
                <a:solidFill>
                  <a:prstClr val="black"/>
                </a:solidFill>
                <a:latin typeface="Consolas"/>
              </a:rPr>
              <a:t>}</a:t>
            </a:r>
          </a:p>
          <a:p>
            <a:pPr marL="0" indent="0">
              <a:spcBef>
                <a:spcPts val="0"/>
              </a:spcBef>
              <a:buNone/>
            </a:pPr>
            <a:r>
              <a:rPr lang="cs-CZ" sz="1400" kern="0" dirty="0">
                <a:solidFill>
                  <a:prstClr val="black"/>
                </a:solidFill>
                <a:latin typeface="Consolas"/>
              </a:rPr>
              <a:t>}</a:t>
            </a:r>
            <a:endParaRPr lang="cs-CZ" sz="1400" kern="0" dirty="0">
              <a:solidFill>
                <a:srgbClr val="0000FF"/>
              </a:solidFill>
              <a:latin typeface="Consolas"/>
            </a:endParaRPr>
          </a:p>
        </p:txBody>
      </p:sp>
      <p:sp>
        <p:nvSpPr>
          <p:cNvPr id="13" name="Tlačítko akce: Vlastní 12">
            <a:hlinkClick r:id="" action="ppaction://hlinkshowjump?jump=nextslide" highlightClick="1"/>
          </p:cNvPr>
          <p:cNvSpPr/>
          <p:nvPr/>
        </p:nvSpPr>
        <p:spPr>
          <a:xfrm>
            <a:off x="684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next</a:t>
            </a:r>
          </a:p>
        </p:txBody>
      </p:sp>
      <p:sp>
        <p:nvSpPr>
          <p:cNvPr id="14" name="Tlačítko akce: Vlastní 13">
            <a:hlinkClick r:id="" action="ppaction://hlinkshowjump?jump=previousslide" highlightClick="1"/>
          </p:cNvPr>
          <p:cNvSpPr/>
          <p:nvPr/>
        </p:nvSpPr>
        <p:spPr>
          <a:xfrm>
            <a:off x="576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 Black" pitchFamily="34" charset="0"/>
              </a:rPr>
              <a:t>previous</a:t>
            </a:r>
          </a:p>
        </p:txBody>
      </p:sp>
      <p:sp>
        <p:nvSpPr>
          <p:cNvPr id="20" name="Tlačítko akce: Vlastní 19">
            <a:hlinkClick r:id="rId3" action="ppaction://hlinksldjump" highlightClick="1"/>
          </p:cNvPr>
          <p:cNvSpPr/>
          <p:nvPr/>
        </p:nvSpPr>
        <p:spPr>
          <a:xfrm>
            <a:off x="7920000" y="6300000"/>
            <a:ext cx="1080000" cy="360000"/>
          </a:xfrm>
          <a:prstGeom prst="actionButtonBlank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cs-CZ" sz="1400" b="1" dirty="0">
                <a:solidFill>
                  <a:schemeClr val="tx1"/>
                </a:solidFill>
                <a:latin typeface="Arial Black" pitchFamily="34" charset="0"/>
              </a:rPr>
              <a:t>index</a:t>
            </a:r>
          </a:p>
        </p:txBody>
      </p:sp>
      <p:sp>
        <p:nvSpPr>
          <p:cNvPr id="21" name="Elipsa 8"/>
          <p:cNvSpPr/>
          <p:nvPr/>
        </p:nvSpPr>
        <p:spPr>
          <a:xfrm>
            <a:off x="71406" y="6072206"/>
            <a:ext cx="714380" cy="714380"/>
          </a:xfrm>
          <a:prstGeom prst="ellipse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cs-CZ" sz="1400" b="1">
              <a:latin typeface="Arial Black" pitchFamily="34" charset="0"/>
            </a:endParaRPr>
          </a:p>
        </p:txBody>
      </p:sp>
      <p:sp>
        <p:nvSpPr>
          <p:cNvPr id="22" name="Zástupný symbol pro číslo snímku 5"/>
          <p:cNvSpPr txBox="1">
            <a:spLocks/>
          </p:cNvSpPr>
          <p:nvPr/>
        </p:nvSpPr>
        <p:spPr bwMode="auto">
          <a:xfrm>
            <a:off x="0" y="6186510"/>
            <a:ext cx="85722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6BE85E-3166-4972-8817-88E151AF81A2}" type="slidenum">
              <a:rPr kumimoji="0" lang="cs-CZ" sz="20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n-ea"/>
                <a:cs typeface="+mn-cs"/>
              </a:rPr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cs-CZ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9135231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MIT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666699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algn="r" rtl="0" fontAlgn="base">
          <a:spcBef>
            <a:spcPct val="0"/>
          </a:spcBef>
          <a:spcAft>
            <a:spcPct val="0"/>
          </a:spcAft>
          <a:defRPr sz="2400" b="1" dirty="0">
            <a:solidFill>
              <a:srgbClr val="000000"/>
            </a:solidFill>
            <a:latin typeface="Arial"/>
            <a:ea typeface="+mn-ea"/>
            <a:cs typeface="+mn-cs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29922</TotalTime>
  <Words>3927</Words>
  <Application>Microsoft Office PowerPoint</Application>
  <PresentationFormat>Předvádění na obrazovce (4:3)</PresentationFormat>
  <Paragraphs>1397</Paragraphs>
  <Slides>89</Slides>
  <Notes>89</Notes>
  <HiddenSlides>0</HiddenSlides>
  <MMClips>0</MMClips>
  <ScaleCrop>false</ScaleCrop>
  <HeadingPairs>
    <vt:vector size="6" baseType="variant">
      <vt:variant>
        <vt:lpstr>Použitá písma</vt:lpstr>
      </vt:variant>
      <vt:variant>
        <vt:i4>8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89</vt:i4>
      </vt:variant>
    </vt:vector>
  </HeadingPairs>
  <TitlesOfParts>
    <vt:vector size="98" baseType="lpstr">
      <vt:lpstr>Arial</vt:lpstr>
      <vt:lpstr>Arial Black</vt:lpstr>
      <vt:lpstr>Consolas</vt:lpstr>
      <vt:lpstr>Courier New</vt:lpstr>
      <vt:lpstr>Monotype Sorts</vt:lpstr>
      <vt:lpstr>Times New Roman</vt:lpstr>
      <vt:lpstr>Verdana</vt:lpstr>
      <vt:lpstr>Wingdings</vt:lpstr>
      <vt:lpstr>Pixel</vt:lpstr>
      <vt:lpstr>MIT AVR jazyk C</vt:lpstr>
      <vt:lpstr>Mikroprocesorová technika</vt:lpstr>
      <vt:lpstr>Index</vt:lpstr>
      <vt:lpstr>Zdroje</vt:lpstr>
      <vt:lpstr>AVR Jazyk C</vt:lpstr>
      <vt:lpstr>Prezentace aplikace PowerPoint</vt:lpstr>
      <vt:lpstr>Uložení čísel v paměti</vt:lpstr>
      <vt:lpstr>Uložení celých čísel</vt:lpstr>
      <vt:lpstr>Uložení celých čísel</vt:lpstr>
      <vt:lpstr>Uložení celých čísel</vt:lpstr>
      <vt:lpstr>Uložení celých čísel</vt:lpstr>
      <vt:lpstr>Uložení čísel v pohyblivé řádové čárce</vt:lpstr>
      <vt:lpstr>Uložení čísel v pohyblivé řádové čárce</vt:lpstr>
      <vt:lpstr>Uložení čísel v pohyblivé řádové čárce</vt:lpstr>
      <vt:lpstr>Datový typ</vt:lpstr>
      <vt:lpstr>Datový typ</vt:lpstr>
      <vt:lpstr>Celočíselné typy</vt:lpstr>
      <vt:lpstr>Prezentace aplikace PowerPoint</vt:lpstr>
      <vt:lpstr>Operace s různými datovými typy</vt:lpstr>
      <vt:lpstr>Proměnná</vt:lpstr>
      <vt:lpstr>Proměnná</vt:lpstr>
      <vt:lpstr>Proměnná</vt:lpstr>
      <vt:lpstr>Proměnná</vt:lpstr>
      <vt:lpstr>Prezentace aplikace PowerPoint</vt:lpstr>
      <vt:lpstr>Programové struktury</vt:lpstr>
      <vt:lpstr>Prezentace aplikace PowerPoint</vt:lpstr>
      <vt:lpstr>Větvení IF</vt:lpstr>
      <vt:lpstr>Větvení IF-ELSE</vt:lpstr>
      <vt:lpstr>Programové struktury</vt:lpstr>
      <vt:lpstr>Vícenásobné větvení IF-ELSE IF</vt:lpstr>
      <vt:lpstr>Větvení</vt:lpstr>
      <vt:lpstr>Větvení</vt:lpstr>
      <vt:lpstr>Prezentace aplikace PowerPoint</vt:lpstr>
      <vt:lpstr>Prezentace aplikace PowerPoint</vt:lpstr>
      <vt:lpstr>Cyklus s pevným počtem opakování</vt:lpstr>
      <vt:lpstr>Cyklus FOR</vt:lpstr>
      <vt:lpstr>Prezentace aplikace PowerPoint</vt:lpstr>
      <vt:lpstr>Prezentace aplikace PowerPoint</vt:lpstr>
      <vt:lpstr>Cyklus s podmínkou</vt:lpstr>
      <vt:lpstr>Cyklus WHILE</vt:lpstr>
      <vt:lpstr>Cyklus s podmínkou</vt:lpstr>
      <vt:lpstr>Operátory</vt:lpstr>
      <vt:lpstr>Aritmetické operátory</vt:lpstr>
      <vt:lpstr>Aritmetické operátory</vt:lpstr>
      <vt:lpstr>Relační (porovnávací) operátory</vt:lpstr>
      <vt:lpstr>Logické operátory</vt:lpstr>
      <vt:lpstr>Bitové operátory</vt:lpstr>
      <vt:lpstr>Bitové operátory</vt:lpstr>
      <vt:lpstr>Bitové operátory</vt:lpstr>
      <vt:lpstr>Bitové operátory</vt:lpstr>
      <vt:lpstr>Bitové operátory</vt:lpstr>
      <vt:lpstr>Bitové operátory</vt:lpstr>
      <vt:lpstr>Bitové operátory</vt:lpstr>
      <vt:lpstr>Bitové operátory</vt:lpstr>
      <vt:lpstr>Bitové operátory</vt:lpstr>
      <vt:lpstr>Bitové operátory</vt:lpstr>
      <vt:lpstr>Bitové operátory</vt:lpstr>
      <vt:lpstr>Bitové operátory</vt:lpstr>
      <vt:lpstr>Operátory přiřazení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Příklady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Konec</vt:lpstr>
      <vt:lpstr>Příklady bitových operací</vt:lpstr>
      <vt:lpstr>Příklady bitových operací</vt:lpstr>
      <vt:lpstr>Příklady bitových operací</vt:lpstr>
      <vt:lpstr>Struktura programu</vt:lpstr>
    </vt:vector>
  </TitlesOfParts>
  <Company>SPŠEI Frenštát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Jazyk C</dc:title>
  <dc:subject>MIT</dc:subject>
  <dc:creator>Juránek Leoš Ing.</dc:creator>
  <cp:lastModifiedBy>MUDr.Ivana Juránková MUDr.Ivana Juránková</cp:lastModifiedBy>
  <cp:revision>798</cp:revision>
  <cp:lastPrinted>2012-03-26T08:31:28Z</cp:lastPrinted>
  <dcterms:created xsi:type="dcterms:W3CDTF">2001-09-22T14:04:06Z</dcterms:created>
  <dcterms:modified xsi:type="dcterms:W3CDTF">2023-09-15T07:58:30Z</dcterms:modified>
</cp:coreProperties>
</file>