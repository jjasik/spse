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  <p:sldMasterId id="2147483681" r:id="rId2"/>
  </p:sldMasterIdLst>
  <p:notesMasterIdLst>
    <p:notesMasterId r:id="rId27"/>
  </p:notesMasterIdLst>
  <p:handoutMasterIdLst>
    <p:handoutMasterId r:id="rId28"/>
  </p:handoutMasterIdLst>
  <p:sldIdLst>
    <p:sldId id="460" r:id="rId3"/>
    <p:sldId id="347" r:id="rId4"/>
    <p:sldId id="464" r:id="rId5"/>
    <p:sldId id="475" r:id="rId6"/>
    <p:sldId id="465" r:id="rId7"/>
    <p:sldId id="474" r:id="rId8"/>
    <p:sldId id="478" r:id="rId9"/>
    <p:sldId id="400" r:id="rId10"/>
    <p:sldId id="466" r:id="rId11"/>
    <p:sldId id="472" r:id="rId12"/>
    <p:sldId id="451" r:id="rId13"/>
    <p:sldId id="479" r:id="rId14"/>
    <p:sldId id="480" r:id="rId15"/>
    <p:sldId id="452" r:id="rId16"/>
    <p:sldId id="468" r:id="rId17"/>
    <p:sldId id="453" r:id="rId18"/>
    <p:sldId id="469" r:id="rId19"/>
    <p:sldId id="455" r:id="rId20"/>
    <p:sldId id="456" r:id="rId21"/>
    <p:sldId id="470" r:id="rId22"/>
    <p:sldId id="471" r:id="rId23"/>
    <p:sldId id="363" r:id="rId24"/>
    <p:sldId id="476" r:id="rId25"/>
    <p:sldId id="477" r:id="rId26"/>
  </p:sldIdLst>
  <p:sldSz cx="9144000" cy="6858000" type="screen4x3"/>
  <p:notesSz cx="7102475" cy="10231438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6650500D-305B-466E-B9BC-9A00A62EB30F}">
          <p14:sldIdLst>
            <p14:sldId id="460"/>
            <p14:sldId id="347"/>
            <p14:sldId id="464"/>
            <p14:sldId id="475"/>
          </p14:sldIdLst>
        </p14:section>
        <p14:section name="Registry" id="{5DA16D6A-89EA-4786-ACD8-D97BD22E761B}">
          <p14:sldIdLst>
            <p14:sldId id="465"/>
            <p14:sldId id="474"/>
            <p14:sldId id="478"/>
            <p14:sldId id="400"/>
            <p14:sldId id="466"/>
          </p14:sldIdLst>
        </p14:section>
        <p14:section name="Sáriový vstup,seriový výstup" id="{9AB4F4A1-25D8-4082-86F9-D876B9A6EFC6}">
          <p14:sldIdLst>
            <p14:sldId id="472"/>
            <p14:sldId id="451"/>
            <p14:sldId id="479"/>
            <p14:sldId id="480"/>
          </p14:sldIdLst>
        </p14:section>
        <p14:section name="Par.vstup-Ser.vystup" id="{57F812CB-314F-44C0-A45A-572D0FE5267D}">
          <p14:sldIdLst>
            <p14:sldId id="452"/>
            <p14:sldId id="468"/>
            <p14:sldId id="453"/>
            <p14:sldId id="469"/>
            <p14:sldId id="455"/>
          </p14:sldIdLst>
        </p14:section>
        <p14:section name="Oddíl bez názvu" id="{55C143A9-4DA2-4D49-8CE9-A896763AA73C}">
          <p14:sldIdLst>
            <p14:sldId id="456"/>
            <p14:sldId id="470"/>
            <p14:sldId id="471"/>
          </p14:sldIdLst>
        </p14:section>
        <p14:section name="Oddíl bez názvu" id="{EE99F6C4-5776-429F-9AB1-AFC17C499877}">
          <p14:sldIdLst>
            <p14:sldId id="363"/>
            <p14:sldId id="476"/>
            <p14:sldId id="4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DDDDDD"/>
    <a:srgbClr val="FF9900"/>
    <a:srgbClr val="CC9900"/>
    <a:srgbClr val="996633"/>
    <a:srgbClr val="993300"/>
    <a:srgbClr val="9966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6" autoAdjust="0"/>
    <p:restoredTop sz="94590" autoAdjust="0"/>
  </p:normalViewPr>
  <p:slideViewPr>
    <p:cSldViewPr>
      <p:cViewPr varScale="1">
        <p:scale>
          <a:sx n="111" d="100"/>
          <a:sy n="111" d="100"/>
        </p:scale>
        <p:origin x="1620" y="96"/>
      </p:cViewPr>
      <p:guideLst>
        <p:guide orient="horz" pos="2115"/>
        <p:guide pos="2880"/>
      </p:guideLst>
    </p:cSldViewPr>
  </p:slideViewPr>
  <p:outlineViewPr>
    <p:cViewPr>
      <p:scale>
        <a:sx n="33" d="100"/>
        <a:sy n="33" d="100"/>
      </p:scale>
      <p:origin x="0" y="3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4566"/>
    </p:cViewPr>
  </p:sorterViewPr>
  <p:notesViewPr>
    <p:cSldViewPr>
      <p:cViewPr varScale="1">
        <p:scale>
          <a:sx n="55" d="100"/>
          <a:sy n="55" d="100"/>
        </p:scale>
        <p:origin x="-2580" y="-84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slide" Target="../slides/slide17.xml"/><Relationship Id="rId1" Type="http://schemas.openxmlformats.org/officeDocument/2006/relationships/slide" Target="../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9CA5BC-06D9-4A71-8991-27D02972B65B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</dgm:pt>
    <dgm:pt modelId="{DB5DF28F-2C23-4BFE-9367-14FBBE3811B8}">
      <dgm:prSet phldrT="[Text]" custT="1"/>
      <dgm:spPr/>
      <dgm:t>
        <a:bodyPr/>
        <a:lstStyle/>
        <a:p>
          <a:r>
            <a:rPr lang="cs-CZ" sz="2800" b="1" dirty="0">
              <a:solidFill>
                <a:schemeClr val="bg1"/>
              </a:solidFill>
            </a:rPr>
            <a:t>Vstup</a:t>
          </a:r>
          <a:r>
            <a:rPr lang="cs-CZ" sz="1800" b="1" dirty="0">
              <a:solidFill>
                <a:schemeClr val="bg1"/>
              </a:solidFill>
            </a:rPr>
            <a:t> </a:t>
          </a:r>
          <a:br>
            <a:rPr lang="cs-CZ" sz="1800" b="1" dirty="0">
              <a:solidFill>
                <a:schemeClr val="bg1"/>
              </a:solidFill>
            </a:rPr>
          </a:br>
          <a:r>
            <a:rPr lang="cs-CZ" sz="1800" b="1" dirty="0">
              <a:solidFill>
                <a:schemeClr val="bg1"/>
              </a:solidFill>
            </a:rPr>
            <a:t>(sériový, paralelní)</a:t>
          </a:r>
        </a:p>
      </dgm:t>
    </dgm:pt>
    <dgm:pt modelId="{B17650D5-B0D6-4556-9E75-9C82327B93A4}" type="parTrans" cxnId="{FDD9EEC6-E408-41FB-8C6D-B225139D19F7}">
      <dgm:prSet/>
      <dgm:spPr/>
      <dgm:t>
        <a:bodyPr/>
        <a:lstStyle/>
        <a:p>
          <a:endParaRPr lang="cs-CZ" sz="1800" b="1"/>
        </a:p>
      </dgm:t>
    </dgm:pt>
    <dgm:pt modelId="{722165B8-E012-4A54-85A0-38EE5DE8C77A}" type="sibTrans" cxnId="{FDD9EEC6-E408-41FB-8C6D-B225139D19F7}">
      <dgm:prSet/>
      <dgm:spPr/>
      <dgm:t>
        <a:bodyPr/>
        <a:lstStyle/>
        <a:p>
          <a:endParaRPr lang="cs-CZ" sz="1800" b="1"/>
        </a:p>
      </dgm:t>
    </dgm:pt>
    <dgm:pt modelId="{4785978A-06E1-4490-A757-5F6898E26804}" type="pres">
      <dgm:prSet presAssocID="{FA9CA5BC-06D9-4A71-8991-27D02972B65B}" presName="Name0" presStyleCnt="0">
        <dgm:presLayoutVars>
          <dgm:dir/>
          <dgm:animLvl val="lvl"/>
          <dgm:resizeHandles val="exact"/>
        </dgm:presLayoutVars>
      </dgm:prSet>
      <dgm:spPr/>
    </dgm:pt>
    <dgm:pt modelId="{38348A2D-C9D2-4AFB-9034-28AB9162915A}" type="pres">
      <dgm:prSet presAssocID="{FA9CA5BC-06D9-4A71-8991-27D02972B65B}" presName="dummy" presStyleCnt="0"/>
      <dgm:spPr/>
    </dgm:pt>
    <dgm:pt modelId="{E00B4E70-E600-4945-8D6C-C0C42DFAA5D9}" type="pres">
      <dgm:prSet presAssocID="{FA9CA5BC-06D9-4A71-8991-27D02972B65B}" presName="linH" presStyleCnt="0"/>
      <dgm:spPr/>
    </dgm:pt>
    <dgm:pt modelId="{843F410B-0725-4510-805B-C001D6DF70A7}" type="pres">
      <dgm:prSet presAssocID="{FA9CA5BC-06D9-4A71-8991-27D02972B65B}" presName="padding1" presStyleCnt="0"/>
      <dgm:spPr/>
    </dgm:pt>
    <dgm:pt modelId="{BDB5CC57-6618-4A4D-9797-2385E4A4F639}" type="pres">
      <dgm:prSet presAssocID="{DB5DF28F-2C23-4BFE-9367-14FBBE3811B8}" presName="linV" presStyleCnt="0"/>
      <dgm:spPr/>
    </dgm:pt>
    <dgm:pt modelId="{B81F62EC-641A-4C8B-8B60-254E330A0897}" type="pres">
      <dgm:prSet presAssocID="{DB5DF28F-2C23-4BFE-9367-14FBBE3811B8}" presName="spVertical1" presStyleCnt="0"/>
      <dgm:spPr/>
    </dgm:pt>
    <dgm:pt modelId="{61529641-4D20-42EE-B9E7-DBE4DD0428EA}" type="pres">
      <dgm:prSet presAssocID="{DB5DF28F-2C23-4BFE-9367-14FBBE3811B8}" presName="parTx" presStyleLbl="revTx" presStyleIdx="0" presStyleCnt="1" custScaleY="96981">
        <dgm:presLayoutVars>
          <dgm:chMax val="0"/>
          <dgm:chPref val="0"/>
          <dgm:bulletEnabled val="1"/>
        </dgm:presLayoutVars>
      </dgm:prSet>
      <dgm:spPr/>
    </dgm:pt>
    <dgm:pt modelId="{C7CDF20F-2A35-435A-AF49-E7794592D5FC}" type="pres">
      <dgm:prSet presAssocID="{DB5DF28F-2C23-4BFE-9367-14FBBE3811B8}" presName="spVertical2" presStyleCnt="0"/>
      <dgm:spPr/>
    </dgm:pt>
    <dgm:pt modelId="{22A3B851-521C-441A-A245-65484CD05CEA}" type="pres">
      <dgm:prSet presAssocID="{DB5DF28F-2C23-4BFE-9367-14FBBE3811B8}" presName="spVertical3" presStyleCnt="0"/>
      <dgm:spPr/>
    </dgm:pt>
    <dgm:pt modelId="{F70FCBC5-7E75-4C8A-B207-A43CBCA983D4}" type="pres">
      <dgm:prSet presAssocID="{FA9CA5BC-06D9-4A71-8991-27D02972B65B}" presName="padding2" presStyleCnt="0"/>
      <dgm:spPr/>
    </dgm:pt>
    <dgm:pt modelId="{E6855113-1725-4D1D-98D1-09C39EE75FE5}" type="pres">
      <dgm:prSet presAssocID="{FA9CA5BC-06D9-4A71-8991-27D02972B65B}" presName="negArrow" presStyleCnt="0"/>
      <dgm:spPr/>
    </dgm:pt>
    <dgm:pt modelId="{98C9431F-2F06-472C-B0F5-9BF9D429CADD}" type="pres">
      <dgm:prSet presAssocID="{FA9CA5BC-06D9-4A71-8991-27D02972B65B}" presName="backgroundArrow" presStyleLbl="node1" presStyleIdx="0" presStyleCnt="1" custLinFactNeighborY="2947"/>
      <dgm:spPr/>
    </dgm:pt>
  </dgm:ptLst>
  <dgm:cxnLst>
    <dgm:cxn modelId="{D25ABB5B-3542-414B-A9E8-81C60C4DFA20}" type="presOf" srcId="{FA9CA5BC-06D9-4A71-8991-27D02972B65B}" destId="{4785978A-06E1-4490-A757-5F6898E26804}" srcOrd="0" destOrd="0" presId="urn:microsoft.com/office/officeart/2005/8/layout/hProcess3"/>
    <dgm:cxn modelId="{DC92E9A1-C81B-47A5-949F-13300D515F2C}" type="presOf" srcId="{DB5DF28F-2C23-4BFE-9367-14FBBE3811B8}" destId="{61529641-4D20-42EE-B9E7-DBE4DD0428EA}" srcOrd="0" destOrd="0" presId="urn:microsoft.com/office/officeart/2005/8/layout/hProcess3"/>
    <dgm:cxn modelId="{FDD9EEC6-E408-41FB-8C6D-B225139D19F7}" srcId="{FA9CA5BC-06D9-4A71-8991-27D02972B65B}" destId="{DB5DF28F-2C23-4BFE-9367-14FBBE3811B8}" srcOrd="0" destOrd="0" parTransId="{B17650D5-B0D6-4556-9E75-9C82327B93A4}" sibTransId="{722165B8-E012-4A54-85A0-38EE5DE8C77A}"/>
    <dgm:cxn modelId="{1CCB6BA8-379B-46D5-A3B8-5E2773AEF1C6}" type="presParOf" srcId="{4785978A-06E1-4490-A757-5F6898E26804}" destId="{38348A2D-C9D2-4AFB-9034-28AB9162915A}" srcOrd="0" destOrd="0" presId="urn:microsoft.com/office/officeart/2005/8/layout/hProcess3"/>
    <dgm:cxn modelId="{5192F1A0-5403-4495-97F9-D26D52E7EE76}" type="presParOf" srcId="{4785978A-06E1-4490-A757-5F6898E26804}" destId="{E00B4E70-E600-4945-8D6C-C0C42DFAA5D9}" srcOrd="1" destOrd="0" presId="urn:microsoft.com/office/officeart/2005/8/layout/hProcess3"/>
    <dgm:cxn modelId="{3E547D64-FD51-4304-8D66-99695A4DFDEE}" type="presParOf" srcId="{E00B4E70-E600-4945-8D6C-C0C42DFAA5D9}" destId="{843F410B-0725-4510-805B-C001D6DF70A7}" srcOrd="0" destOrd="0" presId="urn:microsoft.com/office/officeart/2005/8/layout/hProcess3"/>
    <dgm:cxn modelId="{C3933AE1-F478-49C3-90CD-7E4E15A7B254}" type="presParOf" srcId="{E00B4E70-E600-4945-8D6C-C0C42DFAA5D9}" destId="{BDB5CC57-6618-4A4D-9797-2385E4A4F639}" srcOrd="1" destOrd="0" presId="urn:microsoft.com/office/officeart/2005/8/layout/hProcess3"/>
    <dgm:cxn modelId="{E46E9767-7B69-49CC-A4B9-EFC8E42F2FDC}" type="presParOf" srcId="{BDB5CC57-6618-4A4D-9797-2385E4A4F639}" destId="{B81F62EC-641A-4C8B-8B60-254E330A0897}" srcOrd="0" destOrd="0" presId="urn:microsoft.com/office/officeart/2005/8/layout/hProcess3"/>
    <dgm:cxn modelId="{BDFFD11C-D33B-46B9-A6CD-EC5E08E78D1B}" type="presParOf" srcId="{BDB5CC57-6618-4A4D-9797-2385E4A4F639}" destId="{61529641-4D20-42EE-B9E7-DBE4DD0428EA}" srcOrd="1" destOrd="0" presId="urn:microsoft.com/office/officeart/2005/8/layout/hProcess3"/>
    <dgm:cxn modelId="{9F25568C-DC3C-497B-B647-1007B6FC3658}" type="presParOf" srcId="{BDB5CC57-6618-4A4D-9797-2385E4A4F639}" destId="{C7CDF20F-2A35-435A-AF49-E7794592D5FC}" srcOrd="2" destOrd="0" presId="urn:microsoft.com/office/officeart/2005/8/layout/hProcess3"/>
    <dgm:cxn modelId="{9F09AE95-2057-41A9-9142-F804FFB66551}" type="presParOf" srcId="{BDB5CC57-6618-4A4D-9797-2385E4A4F639}" destId="{22A3B851-521C-441A-A245-65484CD05CEA}" srcOrd="3" destOrd="0" presId="urn:microsoft.com/office/officeart/2005/8/layout/hProcess3"/>
    <dgm:cxn modelId="{4959C4B8-39B5-48DB-AAB7-EBA8D10D3C99}" type="presParOf" srcId="{E00B4E70-E600-4945-8D6C-C0C42DFAA5D9}" destId="{F70FCBC5-7E75-4C8A-B207-A43CBCA983D4}" srcOrd="2" destOrd="0" presId="urn:microsoft.com/office/officeart/2005/8/layout/hProcess3"/>
    <dgm:cxn modelId="{83EF8BA9-0142-4797-9F0A-B8F38A62078F}" type="presParOf" srcId="{E00B4E70-E600-4945-8D6C-C0C42DFAA5D9}" destId="{E6855113-1725-4D1D-98D1-09C39EE75FE5}" srcOrd="3" destOrd="0" presId="urn:microsoft.com/office/officeart/2005/8/layout/hProcess3"/>
    <dgm:cxn modelId="{C32CFAD6-66BC-4133-81AC-62A89173DEDD}" type="presParOf" srcId="{E00B4E70-E600-4945-8D6C-C0C42DFAA5D9}" destId="{98C9431F-2F06-472C-B0F5-9BF9D429CADD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9CA5BC-06D9-4A71-8991-27D02972B65B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</dgm:pt>
    <dgm:pt modelId="{DB5DF28F-2C23-4BFE-9367-14FBBE3811B8}">
      <dgm:prSet phldrT="[Text]" custT="1"/>
      <dgm:spPr/>
      <dgm:t>
        <a:bodyPr/>
        <a:lstStyle/>
        <a:p>
          <a:r>
            <a:rPr lang="cs-CZ" sz="2800" b="1" dirty="0">
              <a:solidFill>
                <a:schemeClr val="bg1"/>
              </a:solidFill>
            </a:rPr>
            <a:t>Výstup</a:t>
          </a:r>
          <a:r>
            <a:rPr lang="cs-CZ" sz="1800" b="1" dirty="0">
              <a:solidFill>
                <a:schemeClr val="bg1"/>
              </a:solidFill>
            </a:rPr>
            <a:t> </a:t>
          </a:r>
          <a:br>
            <a:rPr lang="cs-CZ" sz="1800" b="1" dirty="0">
              <a:solidFill>
                <a:schemeClr val="bg1"/>
              </a:solidFill>
            </a:rPr>
          </a:br>
          <a:r>
            <a:rPr lang="cs-CZ" sz="1800" b="1" dirty="0">
              <a:solidFill>
                <a:schemeClr val="bg1"/>
              </a:solidFill>
            </a:rPr>
            <a:t>(sériový, paralelní)</a:t>
          </a:r>
        </a:p>
      </dgm:t>
    </dgm:pt>
    <dgm:pt modelId="{B17650D5-B0D6-4556-9E75-9C82327B93A4}" type="parTrans" cxnId="{FDD9EEC6-E408-41FB-8C6D-B225139D19F7}">
      <dgm:prSet/>
      <dgm:spPr/>
      <dgm:t>
        <a:bodyPr/>
        <a:lstStyle/>
        <a:p>
          <a:endParaRPr lang="cs-CZ" sz="1800" b="1"/>
        </a:p>
      </dgm:t>
    </dgm:pt>
    <dgm:pt modelId="{722165B8-E012-4A54-85A0-38EE5DE8C77A}" type="sibTrans" cxnId="{FDD9EEC6-E408-41FB-8C6D-B225139D19F7}">
      <dgm:prSet/>
      <dgm:spPr/>
      <dgm:t>
        <a:bodyPr/>
        <a:lstStyle/>
        <a:p>
          <a:endParaRPr lang="cs-CZ" sz="1800" b="1"/>
        </a:p>
      </dgm:t>
    </dgm:pt>
    <dgm:pt modelId="{4785978A-06E1-4490-A757-5F6898E26804}" type="pres">
      <dgm:prSet presAssocID="{FA9CA5BC-06D9-4A71-8991-27D02972B65B}" presName="Name0" presStyleCnt="0">
        <dgm:presLayoutVars>
          <dgm:dir/>
          <dgm:animLvl val="lvl"/>
          <dgm:resizeHandles val="exact"/>
        </dgm:presLayoutVars>
      </dgm:prSet>
      <dgm:spPr/>
    </dgm:pt>
    <dgm:pt modelId="{38348A2D-C9D2-4AFB-9034-28AB9162915A}" type="pres">
      <dgm:prSet presAssocID="{FA9CA5BC-06D9-4A71-8991-27D02972B65B}" presName="dummy" presStyleCnt="0"/>
      <dgm:spPr/>
    </dgm:pt>
    <dgm:pt modelId="{E00B4E70-E600-4945-8D6C-C0C42DFAA5D9}" type="pres">
      <dgm:prSet presAssocID="{FA9CA5BC-06D9-4A71-8991-27D02972B65B}" presName="linH" presStyleCnt="0"/>
      <dgm:spPr/>
    </dgm:pt>
    <dgm:pt modelId="{843F410B-0725-4510-805B-C001D6DF70A7}" type="pres">
      <dgm:prSet presAssocID="{FA9CA5BC-06D9-4A71-8991-27D02972B65B}" presName="padding1" presStyleCnt="0"/>
      <dgm:spPr/>
    </dgm:pt>
    <dgm:pt modelId="{BDB5CC57-6618-4A4D-9797-2385E4A4F639}" type="pres">
      <dgm:prSet presAssocID="{DB5DF28F-2C23-4BFE-9367-14FBBE3811B8}" presName="linV" presStyleCnt="0"/>
      <dgm:spPr/>
    </dgm:pt>
    <dgm:pt modelId="{B81F62EC-641A-4C8B-8B60-254E330A0897}" type="pres">
      <dgm:prSet presAssocID="{DB5DF28F-2C23-4BFE-9367-14FBBE3811B8}" presName="spVertical1" presStyleCnt="0"/>
      <dgm:spPr/>
    </dgm:pt>
    <dgm:pt modelId="{61529641-4D20-42EE-B9E7-DBE4DD0428EA}" type="pres">
      <dgm:prSet presAssocID="{DB5DF28F-2C23-4BFE-9367-14FBBE3811B8}" presName="parTx" presStyleLbl="revTx" presStyleIdx="0" presStyleCnt="1" custScaleY="96981">
        <dgm:presLayoutVars>
          <dgm:chMax val="0"/>
          <dgm:chPref val="0"/>
          <dgm:bulletEnabled val="1"/>
        </dgm:presLayoutVars>
      </dgm:prSet>
      <dgm:spPr/>
    </dgm:pt>
    <dgm:pt modelId="{C7CDF20F-2A35-435A-AF49-E7794592D5FC}" type="pres">
      <dgm:prSet presAssocID="{DB5DF28F-2C23-4BFE-9367-14FBBE3811B8}" presName="spVertical2" presStyleCnt="0"/>
      <dgm:spPr/>
    </dgm:pt>
    <dgm:pt modelId="{22A3B851-521C-441A-A245-65484CD05CEA}" type="pres">
      <dgm:prSet presAssocID="{DB5DF28F-2C23-4BFE-9367-14FBBE3811B8}" presName="spVertical3" presStyleCnt="0"/>
      <dgm:spPr/>
    </dgm:pt>
    <dgm:pt modelId="{F70FCBC5-7E75-4C8A-B207-A43CBCA983D4}" type="pres">
      <dgm:prSet presAssocID="{FA9CA5BC-06D9-4A71-8991-27D02972B65B}" presName="padding2" presStyleCnt="0"/>
      <dgm:spPr/>
    </dgm:pt>
    <dgm:pt modelId="{E6855113-1725-4D1D-98D1-09C39EE75FE5}" type="pres">
      <dgm:prSet presAssocID="{FA9CA5BC-06D9-4A71-8991-27D02972B65B}" presName="negArrow" presStyleCnt="0"/>
      <dgm:spPr/>
    </dgm:pt>
    <dgm:pt modelId="{98C9431F-2F06-472C-B0F5-9BF9D429CADD}" type="pres">
      <dgm:prSet presAssocID="{FA9CA5BC-06D9-4A71-8991-27D02972B65B}" presName="backgroundArrow" presStyleLbl="node1" presStyleIdx="0" presStyleCnt="1" custLinFactNeighborY="2947"/>
      <dgm:spPr/>
    </dgm:pt>
  </dgm:ptLst>
  <dgm:cxnLst>
    <dgm:cxn modelId="{E2532E37-EDBB-4B39-8C66-A90C9DDEBA38}" type="presOf" srcId="{FA9CA5BC-06D9-4A71-8991-27D02972B65B}" destId="{4785978A-06E1-4490-A757-5F6898E26804}" srcOrd="0" destOrd="0" presId="urn:microsoft.com/office/officeart/2005/8/layout/hProcess3"/>
    <dgm:cxn modelId="{8CE854BC-0E20-4A22-9407-D7AA3236B4AB}" type="presOf" srcId="{DB5DF28F-2C23-4BFE-9367-14FBBE3811B8}" destId="{61529641-4D20-42EE-B9E7-DBE4DD0428EA}" srcOrd="0" destOrd="0" presId="urn:microsoft.com/office/officeart/2005/8/layout/hProcess3"/>
    <dgm:cxn modelId="{FDD9EEC6-E408-41FB-8C6D-B225139D19F7}" srcId="{FA9CA5BC-06D9-4A71-8991-27D02972B65B}" destId="{DB5DF28F-2C23-4BFE-9367-14FBBE3811B8}" srcOrd="0" destOrd="0" parTransId="{B17650D5-B0D6-4556-9E75-9C82327B93A4}" sibTransId="{722165B8-E012-4A54-85A0-38EE5DE8C77A}"/>
    <dgm:cxn modelId="{6A5D302B-92EA-4628-9D3C-38D5F49389AB}" type="presParOf" srcId="{4785978A-06E1-4490-A757-5F6898E26804}" destId="{38348A2D-C9D2-4AFB-9034-28AB9162915A}" srcOrd="0" destOrd="0" presId="urn:microsoft.com/office/officeart/2005/8/layout/hProcess3"/>
    <dgm:cxn modelId="{2F448D41-C1B9-467C-A30B-4B7C3BEF9BD9}" type="presParOf" srcId="{4785978A-06E1-4490-A757-5F6898E26804}" destId="{E00B4E70-E600-4945-8D6C-C0C42DFAA5D9}" srcOrd="1" destOrd="0" presId="urn:microsoft.com/office/officeart/2005/8/layout/hProcess3"/>
    <dgm:cxn modelId="{C83DA779-44B2-436C-B402-C407A1C8C535}" type="presParOf" srcId="{E00B4E70-E600-4945-8D6C-C0C42DFAA5D9}" destId="{843F410B-0725-4510-805B-C001D6DF70A7}" srcOrd="0" destOrd="0" presId="urn:microsoft.com/office/officeart/2005/8/layout/hProcess3"/>
    <dgm:cxn modelId="{D21F8AB3-4A68-40F1-B5BD-5D45DC224D3B}" type="presParOf" srcId="{E00B4E70-E600-4945-8D6C-C0C42DFAA5D9}" destId="{BDB5CC57-6618-4A4D-9797-2385E4A4F639}" srcOrd="1" destOrd="0" presId="urn:microsoft.com/office/officeart/2005/8/layout/hProcess3"/>
    <dgm:cxn modelId="{68E176E3-5C91-4060-9FFF-312C27A2C13D}" type="presParOf" srcId="{BDB5CC57-6618-4A4D-9797-2385E4A4F639}" destId="{B81F62EC-641A-4C8B-8B60-254E330A0897}" srcOrd="0" destOrd="0" presId="urn:microsoft.com/office/officeart/2005/8/layout/hProcess3"/>
    <dgm:cxn modelId="{D218416D-2236-481F-9803-35A4D7E7037A}" type="presParOf" srcId="{BDB5CC57-6618-4A4D-9797-2385E4A4F639}" destId="{61529641-4D20-42EE-B9E7-DBE4DD0428EA}" srcOrd="1" destOrd="0" presId="urn:microsoft.com/office/officeart/2005/8/layout/hProcess3"/>
    <dgm:cxn modelId="{7D81E3CD-C9E1-4F8E-9F3C-5F0710248C9C}" type="presParOf" srcId="{BDB5CC57-6618-4A4D-9797-2385E4A4F639}" destId="{C7CDF20F-2A35-435A-AF49-E7794592D5FC}" srcOrd="2" destOrd="0" presId="urn:microsoft.com/office/officeart/2005/8/layout/hProcess3"/>
    <dgm:cxn modelId="{63D068AE-A067-46C9-A724-E8C889E507C9}" type="presParOf" srcId="{BDB5CC57-6618-4A4D-9797-2385E4A4F639}" destId="{22A3B851-521C-441A-A245-65484CD05CEA}" srcOrd="3" destOrd="0" presId="urn:microsoft.com/office/officeart/2005/8/layout/hProcess3"/>
    <dgm:cxn modelId="{998AF769-5D30-41CE-95FF-C4193ADFF292}" type="presParOf" srcId="{E00B4E70-E600-4945-8D6C-C0C42DFAA5D9}" destId="{F70FCBC5-7E75-4C8A-B207-A43CBCA983D4}" srcOrd="2" destOrd="0" presId="urn:microsoft.com/office/officeart/2005/8/layout/hProcess3"/>
    <dgm:cxn modelId="{51DFEEEB-CB09-4DA2-881E-EB46D3E50EC7}" type="presParOf" srcId="{E00B4E70-E600-4945-8D6C-C0C42DFAA5D9}" destId="{E6855113-1725-4D1D-98D1-09C39EE75FE5}" srcOrd="3" destOrd="0" presId="urn:microsoft.com/office/officeart/2005/8/layout/hProcess3"/>
    <dgm:cxn modelId="{2D56EFC6-CC13-4D81-AC29-0C5DEA766FA6}" type="presParOf" srcId="{E00B4E70-E600-4945-8D6C-C0C42DFAA5D9}" destId="{98C9431F-2F06-472C-B0F5-9BF9D429CADD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95E1C9-ABAA-4FCB-A421-470C15E33C1B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F29B1CE7-EAAA-4C69-A6BD-3C41AEE62C58}">
      <dgm:prSet phldrT="[Text]" custT="1"/>
      <dgm:spPr/>
      <dgm:t>
        <a:bodyPr/>
        <a:lstStyle/>
        <a:p>
          <a:r>
            <a:rPr lang="cs-CZ" sz="1400" b="1" dirty="0"/>
            <a:t>Registry</a:t>
          </a:r>
        </a:p>
      </dgm:t>
    </dgm:pt>
    <dgm:pt modelId="{56DCDC88-316E-4E8C-9A52-643358E6B833}" type="parTrans" cxnId="{216A0B81-0526-460B-A8E7-55842EF816EA}">
      <dgm:prSet/>
      <dgm:spPr/>
      <dgm:t>
        <a:bodyPr/>
        <a:lstStyle/>
        <a:p>
          <a:endParaRPr lang="cs-CZ" sz="1400"/>
        </a:p>
      </dgm:t>
    </dgm:pt>
    <dgm:pt modelId="{5DA0B9C6-6E5B-43AF-8411-C40DE27485FA}" type="sibTrans" cxnId="{216A0B81-0526-460B-A8E7-55842EF816EA}">
      <dgm:prSet/>
      <dgm:spPr/>
      <dgm:t>
        <a:bodyPr/>
        <a:lstStyle/>
        <a:p>
          <a:endParaRPr lang="cs-CZ" sz="1400"/>
        </a:p>
      </dgm:t>
    </dgm:pt>
    <dgm:pt modelId="{75358A47-F6AB-423D-865C-8DD6A60F993C}">
      <dgm:prSet phldrT="[Text]" custT="1"/>
      <dgm:spPr/>
      <dgm:t>
        <a:bodyPr/>
        <a:lstStyle/>
        <a:p>
          <a:r>
            <a:rPr lang="cs-CZ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sériový IN – sériový OUT</a:t>
          </a:r>
          <a:endParaRPr lang="cs-CZ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4C51A9B3-20B4-425C-A7B0-B93C54F7228E}" type="parTrans" cxnId="{8C5DE288-E39A-4FCE-96C7-66631122BEBD}">
      <dgm:prSet custT="1"/>
      <dgm:spPr/>
      <dgm:t>
        <a:bodyPr/>
        <a:lstStyle/>
        <a:p>
          <a:endParaRPr lang="cs-CZ" sz="1400"/>
        </a:p>
      </dgm:t>
    </dgm:pt>
    <dgm:pt modelId="{C91B005C-6A7B-4975-8908-3A22D3C678B6}" type="sibTrans" cxnId="{8C5DE288-E39A-4FCE-96C7-66631122BEBD}">
      <dgm:prSet/>
      <dgm:spPr/>
      <dgm:t>
        <a:bodyPr/>
        <a:lstStyle/>
        <a:p>
          <a:endParaRPr lang="cs-CZ" sz="1400"/>
        </a:p>
      </dgm:t>
    </dgm:pt>
    <dgm:pt modelId="{EF7AC33F-596D-4911-8209-9CC8C4F610D3}">
      <dgm:prSet phldrT="[Text]" custT="1"/>
      <dgm:spPr/>
      <dgm:t>
        <a:bodyPr/>
        <a:lstStyle/>
        <a:p>
          <a:r>
            <a:rPr lang="cs-CZ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sériový IN –  paralelní OUT</a:t>
          </a:r>
          <a:endParaRPr lang="cs-CZ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ED08C8FD-BE49-48AA-88A3-D24A55AA53CF}" type="parTrans" cxnId="{936D3E56-CE4F-4810-B605-3029E02FFAAF}">
      <dgm:prSet custT="1"/>
      <dgm:spPr/>
      <dgm:t>
        <a:bodyPr/>
        <a:lstStyle/>
        <a:p>
          <a:endParaRPr lang="cs-CZ" sz="1400"/>
        </a:p>
      </dgm:t>
    </dgm:pt>
    <dgm:pt modelId="{EF71B8E4-D816-4619-BA0F-3FF0297AAA32}" type="sibTrans" cxnId="{936D3E56-CE4F-4810-B605-3029E02FFAAF}">
      <dgm:prSet/>
      <dgm:spPr/>
      <dgm:t>
        <a:bodyPr/>
        <a:lstStyle/>
        <a:p>
          <a:endParaRPr lang="cs-CZ" sz="1400"/>
        </a:p>
      </dgm:t>
    </dgm:pt>
    <dgm:pt modelId="{F04503FC-F860-44F9-988D-5A8EE2302EF0}">
      <dgm:prSet phldrT="[Text]" custT="1"/>
      <dgm:spPr/>
      <dgm:t>
        <a:bodyPr/>
        <a:lstStyle/>
        <a:p>
          <a:r>
            <a:rPr lang="cs-CZ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paralelní IN – sériový OUT</a:t>
          </a:r>
          <a:endParaRPr lang="cs-CZ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084AFF0B-DBEB-4222-8F24-4E35969FFE7A}" type="parTrans" cxnId="{487FB289-F36D-41C8-9A9F-88B564E68DA4}">
      <dgm:prSet custT="1"/>
      <dgm:spPr/>
      <dgm:t>
        <a:bodyPr/>
        <a:lstStyle/>
        <a:p>
          <a:endParaRPr lang="cs-CZ" sz="1400"/>
        </a:p>
      </dgm:t>
    </dgm:pt>
    <dgm:pt modelId="{9E1A4974-C936-4093-A82C-D533959571C1}" type="sibTrans" cxnId="{487FB289-F36D-41C8-9A9F-88B564E68DA4}">
      <dgm:prSet/>
      <dgm:spPr/>
      <dgm:t>
        <a:bodyPr/>
        <a:lstStyle/>
        <a:p>
          <a:endParaRPr lang="cs-CZ" sz="1400"/>
        </a:p>
      </dgm:t>
    </dgm:pt>
    <dgm:pt modelId="{85DC5D79-CA0A-4560-BF73-10ABA1AA6422}">
      <dgm:prSet phldrT="[Text]" custT="1"/>
      <dgm:spPr/>
      <dgm:t>
        <a:bodyPr/>
        <a:lstStyle/>
        <a:p>
          <a:r>
            <a:rPr lang="cs-CZ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paralelní IN – paralelní OUT</a:t>
          </a:r>
          <a:endParaRPr lang="cs-CZ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D7118C4D-6863-4353-8811-A0352CE49AFC}" type="parTrans" cxnId="{0AFBB466-DCF2-4A65-88DD-7BAD28E21434}">
      <dgm:prSet custT="1"/>
      <dgm:spPr/>
      <dgm:t>
        <a:bodyPr/>
        <a:lstStyle/>
        <a:p>
          <a:endParaRPr lang="cs-CZ" sz="1400"/>
        </a:p>
      </dgm:t>
    </dgm:pt>
    <dgm:pt modelId="{9F3D2B15-2B64-496A-B18C-55D80571C59F}" type="sibTrans" cxnId="{0AFBB466-DCF2-4A65-88DD-7BAD28E21434}">
      <dgm:prSet/>
      <dgm:spPr/>
      <dgm:t>
        <a:bodyPr/>
        <a:lstStyle/>
        <a:p>
          <a:endParaRPr lang="cs-CZ" sz="1400"/>
        </a:p>
      </dgm:t>
    </dgm:pt>
    <dgm:pt modelId="{FDD41BDD-C383-43A1-B9EC-001883ED2E7C}">
      <dgm:prSet phldrT="[Text]" custT="1"/>
      <dgm:spPr/>
      <dgm:t>
        <a:bodyPr/>
        <a:lstStyle/>
        <a:p>
          <a:r>
            <a:rPr lang="cs-CZ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Kruhový</a:t>
          </a:r>
          <a:endParaRPr lang="cs-CZ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CA86A828-89EF-4B13-AAB8-1C82C8F61697}" type="parTrans" cxnId="{CAB416CA-7A4A-45EF-ABD7-A6F58F9E3F42}">
      <dgm:prSet custT="1"/>
      <dgm:spPr/>
      <dgm:t>
        <a:bodyPr/>
        <a:lstStyle/>
        <a:p>
          <a:endParaRPr lang="cs-CZ" sz="1400"/>
        </a:p>
      </dgm:t>
    </dgm:pt>
    <dgm:pt modelId="{781EC023-2950-4A6C-A832-BC45183021B2}" type="sibTrans" cxnId="{CAB416CA-7A4A-45EF-ABD7-A6F58F9E3F42}">
      <dgm:prSet/>
      <dgm:spPr/>
      <dgm:t>
        <a:bodyPr/>
        <a:lstStyle/>
        <a:p>
          <a:endParaRPr lang="cs-CZ" sz="1400"/>
        </a:p>
      </dgm:t>
    </dgm:pt>
    <dgm:pt modelId="{6AB7134A-A223-4877-870D-38BE38199141}" type="pres">
      <dgm:prSet presAssocID="{5395E1C9-ABAA-4FCB-A421-470C15E33C1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759EBFE-510A-4A43-9309-F10FE4D70115}" type="pres">
      <dgm:prSet presAssocID="{F29B1CE7-EAAA-4C69-A6BD-3C41AEE62C58}" presName="root1" presStyleCnt="0"/>
      <dgm:spPr/>
    </dgm:pt>
    <dgm:pt modelId="{C0D605DD-A060-472B-A033-45BAE018CE98}" type="pres">
      <dgm:prSet presAssocID="{F29B1CE7-EAAA-4C69-A6BD-3C41AEE62C58}" presName="LevelOneTextNode" presStyleLbl="node0" presStyleIdx="0" presStyleCnt="1" custScaleX="172356" custLinFactNeighborX="-65504" custLinFactNeighborY="-4655">
        <dgm:presLayoutVars>
          <dgm:chPref val="3"/>
        </dgm:presLayoutVars>
      </dgm:prSet>
      <dgm:spPr/>
    </dgm:pt>
    <dgm:pt modelId="{7E9F9764-3F63-4473-A74B-AB222754039D}" type="pres">
      <dgm:prSet presAssocID="{F29B1CE7-EAAA-4C69-A6BD-3C41AEE62C58}" presName="level2hierChild" presStyleCnt="0"/>
      <dgm:spPr/>
    </dgm:pt>
    <dgm:pt modelId="{166A1B62-BB4F-4C1E-998D-DD4926AA8DFC}" type="pres">
      <dgm:prSet presAssocID="{4C51A9B3-20B4-425C-A7B0-B93C54F7228E}" presName="conn2-1" presStyleLbl="parChTrans1D2" presStyleIdx="0" presStyleCnt="5"/>
      <dgm:spPr/>
    </dgm:pt>
    <dgm:pt modelId="{CF0E7FDC-7939-4C32-B196-DF118F07B120}" type="pres">
      <dgm:prSet presAssocID="{4C51A9B3-20B4-425C-A7B0-B93C54F7228E}" presName="connTx" presStyleLbl="parChTrans1D2" presStyleIdx="0" presStyleCnt="5"/>
      <dgm:spPr/>
    </dgm:pt>
    <dgm:pt modelId="{6712B585-3441-4BB8-B92B-608EF8595BEC}" type="pres">
      <dgm:prSet presAssocID="{75358A47-F6AB-423D-865C-8DD6A60F993C}" presName="root2" presStyleCnt="0"/>
      <dgm:spPr/>
    </dgm:pt>
    <dgm:pt modelId="{954D66D6-C635-4BC9-9086-33E193858B62}" type="pres">
      <dgm:prSet presAssocID="{75358A47-F6AB-423D-865C-8DD6A60F993C}" presName="LevelTwoTextNode" presStyleLbl="node2" presStyleIdx="0" presStyleCnt="5" custScaleX="237849" custLinFactY="-100000" custLinFactNeighborX="1674" custLinFactNeighborY="-141663">
        <dgm:presLayoutVars>
          <dgm:chPref val="3"/>
        </dgm:presLayoutVars>
      </dgm:prSet>
      <dgm:spPr/>
    </dgm:pt>
    <dgm:pt modelId="{694EE4BA-F54C-456D-97BE-DF3FF0722C16}" type="pres">
      <dgm:prSet presAssocID="{75358A47-F6AB-423D-865C-8DD6A60F993C}" presName="level3hierChild" presStyleCnt="0"/>
      <dgm:spPr/>
    </dgm:pt>
    <dgm:pt modelId="{950F4BC5-F877-4F02-829D-A688E36FC7A2}" type="pres">
      <dgm:prSet presAssocID="{ED08C8FD-BE49-48AA-88A3-D24A55AA53CF}" presName="conn2-1" presStyleLbl="parChTrans1D2" presStyleIdx="1" presStyleCnt="5"/>
      <dgm:spPr/>
    </dgm:pt>
    <dgm:pt modelId="{FBF2F37D-6B1F-4459-B16E-1A21A013C7B5}" type="pres">
      <dgm:prSet presAssocID="{ED08C8FD-BE49-48AA-88A3-D24A55AA53CF}" presName="connTx" presStyleLbl="parChTrans1D2" presStyleIdx="1" presStyleCnt="5"/>
      <dgm:spPr/>
    </dgm:pt>
    <dgm:pt modelId="{3CC2039F-F96A-4451-9B70-32567CA67D0D}" type="pres">
      <dgm:prSet presAssocID="{EF7AC33F-596D-4911-8209-9CC8C4F610D3}" presName="root2" presStyleCnt="0"/>
      <dgm:spPr/>
    </dgm:pt>
    <dgm:pt modelId="{A5C6CD23-0FAA-4BC8-B3EF-F949CD373D22}" type="pres">
      <dgm:prSet presAssocID="{EF7AC33F-596D-4911-8209-9CC8C4F610D3}" presName="LevelTwoTextNode" presStyleLbl="node2" presStyleIdx="1" presStyleCnt="5" custScaleX="237849" custLinFactY="-83273" custLinFactNeighborX="1674" custLinFactNeighborY="-100000">
        <dgm:presLayoutVars>
          <dgm:chPref val="3"/>
        </dgm:presLayoutVars>
      </dgm:prSet>
      <dgm:spPr/>
    </dgm:pt>
    <dgm:pt modelId="{7730D669-BF67-49B7-AB63-7ED875ACF7DD}" type="pres">
      <dgm:prSet presAssocID="{EF7AC33F-596D-4911-8209-9CC8C4F610D3}" presName="level3hierChild" presStyleCnt="0"/>
      <dgm:spPr/>
    </dgm:pt>
    <dgm:pt modelId="{2120C249-44AC-4573-B384-AC5687842ACB}" type="pres">
      <dgm:prSet presAssocID="{084AFF0B-DBEB-4222-8F24-4E35969FFE7A}" presName="conn2-1" presStyleLbl="parChTrans1D2" presStyleIdx="2" presStyleCnt="5"/>
      <dgm:spPr/>
    </dgm:pt>
    <dgm:pt modelId="{82440452-3243-461E-8D70-4A2D2F70FE37}" type="pres">
      <dgm:prSet presAssocID="{084AFF0B-DBEB-4222-8F24-4E35969FFE7A}" presName="connTx" presStyleLbl="parChTrans1D2" presStyleIdx="2" presStyleCnt="5"/>
      <dgm:spPr/>
    </dgm:pt>
    <dgm:pt modelId="{383234C9-FC74-4862-A1C6-6924E7B1AB93}" type="pres">
      <dgm:prSet presAssocID="{F04503FC-F860-44F9-988D-5A8EE2302EF0}" presName="root2" presStyleCnt="0"/>
      <dgm:spPr/>
    </dgm:pt>
    <dgm:pt modelId="{625A4353-DA04-424C-A0B5-A63E6EBDAA35}" type="pres">
      <dgm:prSet presAssocID="{F04503FC-F860-44F9-988D-5A8EE2302EF0}" presName="LevelTwoTextNode" presStyleLbl="node2" presStyleIdx="2" presStyleCnt="5" custScaleX="237849">
        <dgm:presLayoutVars>
          <dgm:chPref val="3"/>
        </dgm:presLayoutVars>
      </dgm:prSet>
      <dgm:spPr/>
    </dgm:pt>
    <dgm:pt modelId="{8DD908DE-6EA6-44E2-89DD-83922FBECAA2}" type="pres">
      <dgm:prSet presAssocID="{F04503FC-F860-44F9-988D-5A8EE2302EF0}" presName="level3hierChild" presStyleCnt="0"/>
      <dgm:spPr/>
    </dgm:pt>
    <dgm:pt modelId="{D3426AE2-46C4-452D-9957-5F1657E0A142}" type="pres">
      <dgm:prSet presAssocID="{D7118C4D-6863-4353-8811-A0352CE49AFC}" presName="conn2-1" presStyleLbl="parChTrans1D2" presStyleIdx="3" presStyleCnt="5"/>
      <dgm:spPr/>
    </dgm:pt>
    <dgm:pt modelId="{69DAB596-5620-4293-BA03-5C7F8A5D389D}" type="pres">
      <dgm:prSet presAssocID="{D7118C4D-6863-4353-8811-A0352CE49AFC}" presName="connTx" presStyleLbl="parChTrans1D2" presStyleIdx="3" presStyleCnt="5"/>
      <dgm:spPr/>
    </dgm:pt>
    <dgm:pt modelId="{E4922B1B-8BA8-4059-8210-8A8DD7AB7BC0}" type="pres">
      <dgm:prSet presAssocID="{85DC5D79-CA0A-4560-BF73-10ABA1AA6422}" presName="root2" presStyleCnt="0"/>
      <dgm:spPr/>
    </dgm:pt>
    <dgm:pt modelId="{FDDBC0C8-62B3-4004-AE62-7DCB9DDDA768}" type="pres">
      <dgm:prSet presAssocID="{85DC5D79-CA0A-4560-BF73-10ABA1AA6422}" presName="LevelTwoTextNode" presStyleLbl="node2" presStyleIdx="3" presStyleCnt="5" custScaleX="237849" custLinFactY="5793" custLinFactNeighborX="1674" custLinFactNeighborY="100000">
        <dgm:presLayoutVars>
          <dgm:chPref val="3"/>
        </dgm:presLayoutVars>
      </dgm:prSet>
      <dgm:spPr/>
    </dgm:pt>
    <dgm:pt modelId="{3F280DA8-D29D-423A-822F-2862C4F2566A}" type="pres">
      <dgm:prSet presAssocID="{85DC5D79-CA0A-4560-BF73-10ABA1AA6422}" presName="level3hierChild" presStyleCnt="0"/>
      <dgm:spPr/>
    </dgm:pt>
    <dgm:pt modelId="{60CA4865-E7E7-462E-BABB-1BEA199022F0}" type="pres">
      <dgm:prSet presAssocID="{CA86A828-89EF-4B13-AAB8-1C82C8F61697}" presName="conn2-1" presStyleLbl="parChTrans1D2" presStyleIdx="4" presStyleCnt="5"/>
      <dgm:spPr/>
    </dgm:pt>
    <dgm:pt modelId="{0D58AA30-C030-496B-A5C2-9564E382C0CA}" type="pres">
      <dgm:prSet presAssocID="{CA86A828-89EF-4B13-AAB8-1C82C8F61697}" presName="connTx" presStyleLbl="parChTrans1D2" presStyleIdx="4" presStyleCnt="5"/>
      <dgm:spPr/>
    </dgm:pt>
    <dgm:pt modelId="{F7F54CF7-D615-4347-BF23-B31A5DAC967E}" type="pres">
      <dgm:prSet presAssocID="{FDD41BDD-C383-43A1-B9EC-001883ED2E7C}" presName="root2" presStyleCnt="0"/>
      <dgm:spPr/>
    </dgm:pt>
    <dgm:pt modelId="{4BCE41BB-C6E3-4B8D-9697-10D3CE56585D}" type="pres">
      <dgm:prSet presAssocID="{FDD41BDD-C383-43A1-B9EC-001883ED2E7C}" presName="LevelTwoTextNode" presStyleLbl="node2" presStyleIdx="4" presStyleCnt="5" custScaleX="237849" custLinFactY="100000" custLinFactNeighborX="1674" custLinFactNeighborY="141170">
        <dgm:presLayoutVars>
          <dgm:chPref val="3"/>
        </dgm:presLayoutVars>
      </dgm:prSet>
      <dgm:spPr/>
    </dgm:pt>
    <dgm:pt modelId="{FD192B39-E028-4504-96DE-557971428CF6}" type="pres">
      <dgm:prSet presAssocID="{FDD41BDD-C383-43A1-B9EC-001883ED2E7C}" presName="level3hierChild" presStyleCnt="0"/>
      <dgm:spPr/>
    </dgm:pt>
  </dgm:ptLst>
  <dgm:cxnLst>
    <dgm:cxn modelId="{8740ED03-64FD-4B27-AA58-9DF7BA84B127}" type="presOf" srcId="{F04503FC-F860-44F9-988D-5A8EE2302EF0}" destId="{625A4353-DA04-424C-A0B5-A63E6EBDAA35}" srcOrd="0" destOrd="0" presId="urn:microsoft.com/office/officeart/2005/8/layout/hierarchy2"/>
    <dgm:cxn modelId="{64E51B08-E12A-4D3C-A534-DE9D84E9FF28}" type="presOf" srcId="{4C51A9B3-20B4-425C-A7B0-B93C54F7228E}" destId="{CF0E7FDC-7939-4C32-B196-DF118F07B120}" srcOrd="1" destOrd="0" presId="urn:microsoft.com/office/officeart/2005/8/layout/hierarchy2"/>
    <dgm:cxn modelId="{03C1BB23-9F0C-4D44-AF1E-CC8AA6296816}" type="presOf" srcId="{EF7AC33F-596D-4911-8209-9CC8C4F610D3}" destId="{A5C6CD23-0FAA-4BC8-B3EF-F949CD373D22}" srcOrd="0" destOrd="0" presId="urn:microsoft.com/office/officeart/2005/8/layout/hierarchy2"/>
    <dgm:cxn modelId="{A1F0FC24-4818-4AD3-BCEA-7899D878FB32}" type="presOf" srcId="{4C51A9B3-20B4-425C-A7B0-B93C54F7228E}" destId="{166A1B62-BB4F-4C1E-998D-DD4926AA8DFC}" srcOrd="0" destOrd="0" presId="urn:microsoft.com/office/officeart/2005/8/layout/hierarchy2"/>
    <dgm:cxn modelId="{5E257125-4A22-40EC-BB6D-CB71E6A76080}" type="presOf" srcId="{084AFF0B-DBEB-4222-8F24-4E35969FFE7A}" destId="{82440452-3243-461E-8D70-4A2D2F70FE37}" srcOrd="1" destOrd="0" presId="urn:microsoft.com/office/officeart/2005/8/layout/hierarchy2"/>
    <dgm:cxn modelId="{BBBA8925-6B12-4698-AE3D-47AE7F8D5614}" type="presOf" srcId="{75358A47-F6AB-423D-865C-8DD6A60F993C}" destId="{954D66D6-C635-4BC9-9086-33E193858B62}" srcOrd="0" destOrd="0" presId="urn:microsoft.com/office/officeart/2005/8/layout/hierarchy2"/>
    <dgm:cxn modelId="{8BE3D928-CC63-45C5-9CDC-483104FA2E21}" type="presOf" srcId="{ED08C8FD-BE49-48AA-88A3-D24A55AA53CF}" destId="{FBF2F37D-6B1F-4459-B16E-1A21A013C7B5}" srcOrd="1" destOrd="0" presId="urn:microsoft.com/office/officeart/2005/8/layout/hierarchy2"/>
    <dgm:cxn modelId="{AC8DBB30-5D7A-4B03-943C-8890B81D892F}" type="presOf" srcId="{5395E1C9-ABAA-4FCB-A421-470C15E33C1B}" destId="{6AB7134A-A223-4877-870D-38BE38199141}" srcOrd="0" destOrd="0" presId="urn:microsoft.com/office/officeart/2005/8/layout/hierarchy2"/>
    <dgm:cxn modelId="{0AFBB466-DCF2-4A65-88DD-7BAD28E21434}" srcId="{F29B1CE7-EAAA-4C69-A6BD-3C41AEE62C58}" destId="{85DC5D79-CA0A-4560-BF73-10ABA1AA6422}" srcOrd="3" destOrd="0" parTransId="{D7118C4D-6863-4353-8811-A0352CE49AFC}" sibTransId="{9F3D2B15-2B64-496A-B18C-55D80571C59F}"/>
    <dgm:cxn modelId="{936D3E56-CE4F-4810-B605-3029E02FFAAF}" srcId="{F29B1CE7-EAAA-4C69-A6BD-3C41AEE62C58}" destId="{EF7AC33F-596D-4911-8209-9CC8C4F610D3}" srcOrd="1" destOrd="0" parTransId="{ED08C8FD-BE49-48AA-88A3-D24A55AA53CF}" sibTransId="{EF71B8E4-D816-4619-BA0F-3FF0297AAA32}"/>
    <dgm:cxn modelId="{E4523F79-5057-4842-A1BB-1FBDA4C370D2}" type="presOf" srcId="{CA86A828-89EF-4B13-AAB8-1C82C8F61697}" destId="{60CA4865-E7E7-462E-BABB-1BEA199022F0}" srcOrd="0" destOrd="0" presId="urn:microsoft.com/office/officeart/2005/8/layout/hierarchy2"/>
    <dgm:cxn modelId="{216A0B81-0526-460B-A8E7-55842EF816EA}" srcId="{5395E1C9-ABAA-4FCB-A421-470C15E33C1B}" destId="{F29B1CE7-EAAA-4C69-A6BD-3C41AEE62C58}" srcOrd="0" destOrd="0" parTransId="{56DCDC88-316E-4E8C-9A52-643358E6B833}" sibTransId="{5DA0B9C6-6E5B-43AF-8411-C40DE27485FA}"/>
    <dgm:cxn modelId="{8C5DE288-E39A-4FCE-96C7-66631122BEBD}" srcId="{F29B1CE7-EAAA-4C69-A6BD-3C41AEE62C58}" destId="{75358A47-F6AB-423D-865C-8DD6A60F993C}" srcOrd="0" destOrd="0" parTransId="{4C51A9B3-20B4-425C-A7B0-B93C54F7228E}" sibTransId="{C91B005C-6A7B-4975-8908-3A22D3C678B6}"/>
    <dgm:cxn modelId="{487FB289-F36D-41C8-9A9F-88B564E68DA4}" srcId="{F29B1CE7-EAAA-4C69-A6BD-3C41AEE62C58}" destId="{F04503FC-F860-44F9-988D-5A8EE2302EF0}" srcOrd="2" destOrd="0" parTransId="{084AFF0B-DBEB-4222-8F24-4E35969FFE7A}" sibTransId="{9E1A4974-C936-4093-A82C-D533959571C1}"/>
    <dgm:cxn modelId="{E0F25A8A-6D01-4A64-A2E0-9C5CE98D6E4D}" type="presOf" srcId="{CA86A828-89EF-4B13-AAB8-1C82C8F61697}" destId="{0D58AA30-C030-496B-A5C2-9564E382C0CA}" srcOrd="1" destOrd="0" presId="urn:microsoft.com/office/officeart/2005/8/layout/hierarchy2"/>
    <dgm:cxn modelId="{298F72B2-A61A-45FB-8515-D475359397DD}" type="presOf" srcId="{D7118C4D-6863-4353-8811-A0352CE49AFC}" destId="{D3426AE2-46C4-452D-9957-5F1657E0A142}" srcOrd="0" destOrd="0" presId="urn:microsoft.com/office/officeart/2005/8/layout/hierarchy2"/>
    <dgm:cxn modelId="{34758BB3-3D2B-4FBB-AD90-C3F3168A0DD7}" type="presOf" srcId="{85DC5D79-CA0A-4560-BF73-10ABA1AA6422}" destId="{FDDBC0C8-62B3-4004-AE62-7DCB9DDDA768}" srcOrd="0" destOrd="0" presId="urn:microsoft.com/office/officeart/2005/8/layout/hierarchy2"/>
    <dgm:cxn modelId="{B24ED0B6-1890-4876-9393-CF872EB7CAB7}" type="presOf" srcId="{FDD41BDD-C383-43A1-B9EC-001883ED2E7C}" destId="{4BCE41BB-C6E3-4B8D-9697-10D3CE56585D}" srcOrd="0" destOrd="0" presId="urn:microsoft.com/office/officeart/2005/8/layout/hierarchy2"/>
    <dgm:cxn modelId="{CAB416CA-7A4A-45EF-ABD7-A6F58F9E3F42}" srcId="{F29B1CE7-EAAA-4C69-A6BD-3C41AEE62C58}" destId="{FDD41BDD-C383-43A1-B9EC-001883ED2E7C}" srcOrd="4" destOrd="0" parTransId="{CA86A828-89EF-4B13-AAB8-1C82C8F61697}" sibTransId="{781EC023-2950-4A6C-A832-BC45183021B2}"/>
    <dgm:cxn modelId="{2FAF0BEF-9F7E-4424-8C05-BA479BE4DA61}" type="presOf" srcId="{084AFF0B-DBEB-4222-8F24-4E35969FFE7A}" destId="{2120C249-44AC-4573-B384-AC5687842ACB}" srcOrd="0" destOrd="0" presId="urn:microsoft.com/office/officeart/2005/8/layout/hierarchy2"/>
    <dgm:cxn modelId="{751125F3-FD98-4AEC-9979-120A7FD1CE0D}" type="presOf" srcId="{D7118C4D-6863-4353-8811-A0352CE49AFC}" destId="{69DAB596-5620-4293-BA03-5C7F8A5D389D}" srcOrd="1" destOrd="0" presId="urn:microsoft.com/office/officeart/2005/8/layout/hierarchy2"/>
    <dgm:cxn modelId="{EE4106F8-938D-48A8-A8BB-FDE77D61899F}" type="presOf" srcId="{F29B1CE7-EAAA-4C69-A6BD-3C41AEE62C58}" destId="{C0D605DD-A060-472B-A033-45BAE018CE98}" srcOrd="0" destOrd="0" presId="urn:microsoft.com/office/officeart/2005/8/layout/hierarchy2"/>
    <dgm:cxn modelId="{53589EF8-1670-4865-9658-010EB313BD82}" type="presOf" srcId="{ED08C8FD-BE49-48AA-88A3-D24A55AA53CF}" destId="{950F4BC5-F877-4F02-829D-A688E36FC7A2}" srcOrd="0" destOrd="0" presId="urn:microsoft.com/office/officeart/2005/8/layout/hierarchy2"/>
    <dgm:cxn modelId="{A96DB17B-03FC-4A4B-BF06-A8AA37943D97}" type="presParOf" srcId="{6AB7134A-A223-4877-870D-38BE38199141}" destId="{3759EBFE-510A-4A43-9309-F10FE4D70115}" srcOrd="0" destOrd="0" presId="urn:microsoft.com/office/officeart/2005/8/layout/hierarchy2"/>
    <dgm:cxn modelId="{22838129-A3DD-430E-B110-117F6FD324B2}" type="presParOf" srcId="{3759EBFE-510A-4A43-9309-F10FE4D70115}" destId="{C0D605DD-A060-472B-A033-45BAE018CE98}" srcOrd="0" destOrd="0" presId="urn:microsoft.com/office/officeart/2005/8/layout/hierarchy2"/>
    <dgm:cxn modelId="{BCC8C49A-E594-44AF-A29E-4B3BF281319D}" type="presParOf" srcId="{3759EBFE-510A-4A43-9309-F10FE4D70115}" destId="{7E9F9764-3F63-4473-A74B-AB222754039D}" srcOrd="1" destOrd="0" presId="urn:microsoft.com/office/officeart/2005/8/layout/hierarchy2"/>
    <dgm:cxn modelId="{0C286F25-48BB-4F1B-92DD-5798DC6CA14C}" type="presParOf" srcId="{7E9F9764-3F63-4473-A74B-AB222754039D}" destId="{166A1B62-BB4F-4C1E-998D-DD4926AA8DFC}" srcOrd="0" destOrd="0" presId="urn:microsoft.com/office/officeart/2005/8/layout/hierarchy2"/>
    <dgm:cxn modelId="{A04E8228-9766-4FB7-9BC8-848BF3E489EB}" type="presParOf" srcId="{166A1B62-BB4F-4C1E-998D-DD4926AA8DFC}" destId="{CF0E7FDC-7939-4C32-B196-DF118F07B120}" srcOrd="0" destOrd="0" presId="urn:microsoft.com/office/officeart/2005/8/layout/hierarchy2"/>
    <dgm:cxn modelId="{CD4B0999-02B4-4F48-9B75-AD1C4CD92304}" type="presParOf" srcId="{7E9F9764-3F63-4473-A74B-AB222754039D}" destId="{6712B585-3441-4BB8-B92B-608EF8595BEC}" srcOrd="1" destOrd="0" presId="urn:microsoft.com/office/officeart/2005/8/layout/hierarchy2"/>
    <dgm:cxn modelId="{1397F17A-D066-48FB-9F39-94A46C0B5A44}" type="presParOf" srcId="{6712B585-3441-4BB8-B92B-608EF8595BEC}" destId="{954D66D6-C635-4BC9-9086-33E193858B62}" srcOrd="0" destOrd="0" presId="urn:microsoft.com/office/officeart/2005/8/layout/hierarchy2"/>
    <dgm:cxn modelId="{AF1060F5-284D-4BCC-8B18-9D69A2A8664F}" type="presParOf" srcId="{6712B585-3441-4BB8-B92B-608EF8595BEC}" destId="{694EE4BA-F54C-456D-97BE-DF3FF0722C16}" srcOrd="1" destOrd="0" presId="urn:microsoft.com/office/officeart/2005/8/layout/hierarchy2"/>
    <dgm:cxn modelId="{E2150F92-83C8-48F3-BA27-F05E96250CB5}" type="presParOf" srcId="{7E9F9764-3F63-4473-A74B-AB222754039D}" destId="{950F4BC5-F877-4F02-829D-A688E36FC7A2}" srcOrd="2" destOrd="0" presId="urn:microsoft.com/office/officeart/2005/8/layout/hierarchy2"/>
    <dgm:cxn modelId="{A2A3966A-437D-4006-89BC-22A0ACCBC413}" type="presParOf" srcId="{950F4BC5-F877-4F02-829D-A688E36FC7A2}" destId="{FBF2F37D-6B1F-4459-B16E-1A21A013C7B5}" srcOrd="0" destOrd="0" presId="urn:microsoft.com/office/officeart/2005/8/layout/hierarchy2"/>
    <dgm:cxn modelId="{172451CE-90EE-4A1E-95C7-190142CFE6EE}" type="presParOf" srcId="{7E9F9764-3F63-4473-A74B-AB222754039D}" destId="{3CC2039F-F96A-4451-9B70-32567CA67D0D}" srcOrd="3" destOrd="0" presId="urn:microsoft.com/office/officeart/2005/8/layout/hierarchy2"/>
    <dgm:cxn modelId="{EAF7366C-F0FA-4399-9345-D58F92308326}" type="presParOf" srcId="{3CC2039F-F96A-4451-9B70-32567CA67D0D}" destId="{A5C6CD23-0FAA-4BC8-B3EF-F949CD373D22}" srcOrd="0" destOrd="0" presId="urn:microsoft.com/office/officeart/2005/8/layout/hierarchy2"/>
    <dgm:cxn modelId="{72F85766-6481-4CFC-946D-FABEE1340CC5}" type="presParOf" srcId="{3CC2039F-F96A-4451-9B70-32567CA67D0D}" destId="{7730D669-BF67-49B7-AB63-7ED875ACF7DD}" srcOrd="1" destOrd="0" presId="urn:microsoft.com/office/officeart/2005/8/layout/hierarchy2"/>
    <dgm:cxn modelId="{A74B4631-7CDF-4862-878D-8C4AC1844ECF}" type="presParOf" srcId="{7E9F9764-3F63-4473-A74B-AB222754039D}" destId="{2120C249-44AC-4573-B384-AC5687842ACB}" srcOrd="4" destOrd="0" presId="urn:microsoft.com/office/officeart/2005/8/layout/hierarchy2"/>
    <dgm:cxn modelId="{DC9F2D81-DD42-48E9-A5C5-3B4BBC87A11E}" type="presParOf" srcId="{2120C249-44AC-4573-B384-AC5687842ACB}" destId="{82440452-3243-461E-8D70-4A2D2F70FE37}" srcOrd="0" destOrd="0" presId="urn:microsoft.com/office/officeart/2005/8/layout/hierarchy2"/>
    <dgm:cxn modelId="{F4D300C5-91DE-4A99-A1AA-956BB57B2DE3}" type="presParOf" srcId="{7E9F9764-3F63-4473-A74B-AB222754039D}" destId="{383234C9-FC74-4862-A1C6-6924E7B1AB93}" srcOrd="5" destOrd="0" presId="urn:microsoft.com/office/officeart/2005/8/layout/hierarchy2"/>
    <dgm:cxn modelId="{E45A9C05-98E5-47F9-9BDD-FEF1107B1012}" type="presParOf" srcId="{383234C9-FC74-4862-A1C6-6924E7B1AB93}" destId="{625A4353-DA04-424C-A0B5-A63E6EBDAA35}" srcOrd="0" destOrd="0" presId="urn:microsoft.com/office/officeart/2005/8/layout/hierarchy2"/>
    <dgm:cxn modelId="{BBEB2CFC-2350-4070-A376-D2E02AD5E134}" type="presParOf" srcId="{383234C9-FC74-4862-A1C6-6924E7B1AB93}" destId="{8DD908DE-6EA6-44E2-89DD-83922FBECAA2}" srcOrd="1" destOrd="0" presId="urn:microsoft.com/office/officeart/2005/8/layout/hierarchy2"/>
    <dgm:cxn modelId="{8B420BED-434C-42CB-AF19-5B576E0E19D7}" type="presParOf" srcId="{7E9F9764-3F63-4473-A74B-AB222754039D}" destId="{D3426AE2-46C4-452D-9957-5F1657E0A142}" srcOrd="6" destOrd="0" presId="urn:microsoft.com/office/officeart/2005/8/layout/hierarchy2"/>
    <dgm:cxn modelId="{165DEE18-2BEA-4959-A3B9-D33E3DDAAC22}" type="presParOf" srcId="{D3426AE2-46C4-452D-9957-5F1657E0A142}" destId="{69DAB596-5620-4293-BA03-5C7F8A5D389D}" srcOrd="0" destOrd="0" presId="urn:microsoft.com/office/officeart/2005/8/layout/hierarchy2"/>
    <dgm:cxn modelId="{DD3CEB6E-4EDB-45E3-856B-55699CB45393}" type="presParOf" srcId="{7E9F9764-3F63-4473-A74B-AB222754039D}" destId="{E4922B1B-8BA8-4059-8210-8A8DD7AB7BC0}" srcOrd="7" destOrd="0" presId="urn:microsoft.com/office/officeart/2005/8/layout/hierarchy2"/>
    <dgm:cxn modelId="{722D46CA-5008-4716-8CA9-0C81071144B3}" type="presParOf" srcId="{E4922B1B-8BA8-4059-8210-8A8DD7AB7BC0}" destId="{FDDBC0C8-62B3-4004-AE62-7DCB9DDDA768}" srcOrd="0" destOrd="0" presId="urn:microsoft.com/office/officeart/2005/8/layout/hierarchy2"/>
    <dgm:cxn modelId="{B2BD23D7-AB50-42CB-AD9D-0F31A4E6A7BB}" type="presParOf" srcId="{E4922B1B-8BA8-4059-8210-8A8DD7AB7BC0}" destId="{3F280DA8-D29D-423A-822F-2862C4F2566A}" srcOrd="1" destOrd="0" presId="urn:microsoft.com/office/officeart/2005/8/layout/hierarchy2"/>
    <dgm:cxn modelId="{ED922382-7B67-4C7A-95EB-4D280A72AE9B}" type="presParOf" srcId="{7E9F9764-3F63-4473-A74B-AB222754039D}" destId="{60CA4865-E7E7-462E-BABB-1BEA199022F0}" srcOrd="8" destOrd="0" presId="urn:microsoft.com/office/officeart/2005/8/layout/hierarchy2"/>
    <dgm:cxn modelId="{F2EECC54-4154-418B-A42B-6773A5B29336}" type="presParOf" srcId="{60CA4865-E7E7-462E-BABB-1BEA199022F0}" destId="{0D58AA30-C030-496B-A5C2-9564E382C0CA}" srcOrd="0" destOrd="0" presId="urn:microsoft.com/office/officeart/2005/8/layout/hierarchy2"/>
    <dgm:cxn modelId="{13EC0EC8-EEE7-4F02-8885-44F929C58F2D}" type="presParOf" srcId="{7E9F9764-3F63-4473-A74B-AB222754039D}" destId="{F7F54CF7-D615-4347-BF23-B31A5DAC967E}" srcOrd="9" destOrd="0" presId="urn:microsoft.com/office/officeart/2005/8/layout/hierarchy2"/>
    <dgm:cxn modelId="{71B9DE2D-1570-4CA7-8089-D3F737FB3D4D}" type="presParOf" srcId="{F7F54CF7-D615-4347-BF23-B31A5DAC967E}" destId="{4BCE41BB-C6E3-4B8D-9697-10D3CE56585D}" srcOrd="0" destOrd="0" presId="urn:microsoft.com/office/officeart/2005/8/layout/hierarchy2"/>
    <dgm:cxn modelId="{E224F406-EB9E-49C5-A966-F0D490BFDE4A}" type="presParOf" srcId="{F7F54CF7-D615-4347-BF23-B31A5DAC967E}" destId="{FD192B39-E028-4504-96DE-557971428CF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9431F-2F06-472C-B0F5-9BF9D429CADD}">
      <dsp:nvSpPr>
        <dsp:cNvPr id="0" name=""/>
        <dsp:cNvSpPr/>
      </dsp:nvSpPr>
      <dsp:spPr>
        <a:xfrm>
          <a:off x="0" y="272"/>
          <a:ext cx="2615952" cy="2448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29641-4D20-42EE-B9E7-DBE4DD0428EA}">
      <dsp:nvSpPr>
        <dsp:cNvPr id="0" name=""/>
        <dsp:cNvSpPr/>
      </dsp:nvSpPr>
      <dsp:spPr>
        <a:xfrm>
          <a:off x="211013" y="612136"/>
          <a:ext cx="2143343" cy="1187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84480" rIns="0" bIns="2844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bg1"/>
              </a:solidFill>
            </a:rPr>
            <a:t>Vstup</a:t>
          </a:r>
          <a:r>
            <a:rPr lang="cs-CZ" sz="1800" b="1" kern="1200" dirty="0">
              <a:solidFill>
                <a:schemeClr val="bg1"/>
              </a:solidFill>
            </a:rPr>
            <a:t> </a:t>
          </a:r>
          <a:br>
            <a:rPr lang="cs-CZ" sz="1800" b="1" kern="1200" dirty="0">
              <a:solidFill>
                <a:schemeClr val="bg1"/>
              </a:solidFill>
            </a:rPr>
          </a:br>
          <a:r>
            <a:rPr lang="cs-CZ" sz="1800" b="1" kern="1200" dirty="0">
              <a:solidFill>
                <a:schemeClr val="bg1"/>
              </a:solidFill>
            </a:rPr>
            <a:t>(sériový, paralelní)</a:t>
          </a:r>
        </a:p>
      </dsp:txBody>
      <dsp:txXfrm>
        <a:off x="211013" y="612136"/>
        <a:ext cx="2143343" cy="11870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9431F-2F06-472C-B0F5-9BF9D429CADD}">
      <dsp:nvSpPr>
        <dsp:cNvPr id="0" name=""/>
        <dsp:cNvSpPr/>
      </dsp:nvSpPr>
      <dsp:spPr>
        <a:xfrm>
          <a:off x="0" y="272"/>
          <a:ext cx="2615952" cy="2448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29641-4D20-42EE-B9E7-DBE4DD0428EA}">
      <dsp:nvSpPr>
        <dsp:cNvPr id="0" name=""/>
        <dsp:cNvSpPr/>
      </dsp:nvSpPr>
      <dsp:spPr>
        <a:xfrm>
          <a:off x="211013" y="612136"/>
          <a:ext cx="2143343" cy="1187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84480" rIns="0" bIns="2844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bg1"/>
              </a:solidFill>
            </a:rPr>
            <a:t>Výstup</a:t>
          </a:r>
          <a:r>
            <a:rPr lang="cs-CZ" sz="1800" b="1" kern="1200" dirty="0">
              <a:solidFill>
                <a:schemeClr val="bg1"/>
              </a:solidFill>
            </a:rPr>
            <a:t> </a:t>
          </a:r>
          <a:br>
            <a:rPr lang="cs-CZ" sz="1800" b="1" kern="1200" dirty="0">
              <a:solidFill>
                <a:schemeClr val="bg1"/>
              </a:solidFill>
            </a:rPr>
          </a:br>
          <a:r>
            <a:rPr lang="cs-CZ" sz="1800" b="1" kern="1200" dirty="0">
              <a:solidFill>
                <a:schemeClr val="bg1"/>
              </a:solidFill>
            </a:rPr>
            <a:t>(sériový, paralelní)</a:t>
          </a:r>
        </a:p>
      </dsp:txBody>
      <dsp:txXfrm>
        <a:off x="211013" y="612136"/>
        <a:ext cx="2143343" cy="11870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605DD-A060-472B-A033-45BAE018CE98}">
      <dsp:nvSpPr>
        <dsp:cNvPr id="0" name=""/>
        <dsp:cNvSpPr/>
      </dsp:nvSpPr>
      <dsp:spPr>
        <a:xfrm>
          <a:off x="0" y="2588897"/>
          <a:ext cx="1677811" cy="4867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 dirty="0"/>
            <a:t>Registry</a:t>
          </a:r>
        </a:p>
      </dsp:txBody>
      <dsp:txXfrm>
        <a:off x="14256" y="2603153"/>
        <a:ext cx="1649299" cy="458216"/>
      </dsp:txXfrm>
    </dsp:sp>
    <dsp:sp modelId="{166A1B62-BB4F-4C1E-998D-DD4926AA8DFC}">
      <dsp:nvSpPr>
        <dsp:cNvPr id="0" name=""/>
        <dsp:cNvSpPr/>
      </dsp:nvSpPr>
      <dsp:spPr>
        <a:xfrm rot="16797168">
          <a:off x="723351" y="1688059"/>
          <a:ext cx="2307791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2307791" y="76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400" kern="1200"/>
        </a:p>
      </dsp:txBody>
      <dsp:txXfrm>
        <a:off x="1819552" y="1638036"/>
        <a:ext cx="115389" cy="115389"/>
      </dsp:txXfrm>
    </dsp:sp>
    <dsp:sp modelId="{954D66D6-C635-4BC9-9086-33E193858B62}">
      <dsp:nvSpPr>
        <dsp:cNvPr id="0" name=""/>
        <dsp:cNvSpPr/>
      </dsp:nvSpPr>
      <dsp:spPr>
        <a:xfrm>
          <a:off x="2076682" y="315836"/>
          <a:ext cx="2315357" cy="4867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sériový IN – sériový OUT</a:t>
          </a:r>
          <a:endParaRPr lang="cs-CZ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90938" y="330092"/>
        <a:ext cx="2286845" cy="458216"/>
      </dsp:txXfrm>
    </dsp:sp>
    <dsp:sp modelId="{950F4BC5-F877-4F02-829D-A688E36FC7A2}">
      <dsp:nvSpPr>
        <dsp:cNvPr id="0" name=""/>
        <dsp:cNvSpPr/>
      </dsp:nvSpPr>
      <dsp:spPr>
        <a:xfrm rot="17135673">
          <a:off x="1135376" y="2110028"/>
          <a:ext cx="1483741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1483741" y="76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400" kern="1200"/>
        </a:p>
      </dsp:txBody>
      <dsp:txXfrm>
        <a:off x="1840153" y="2080607"/>
        <a:ext cx="74187" cy="74187"/>
      </dsp:txXfrm>
    </dsp:sp>
    <dsp:sp modelId="{A5C6CD23-0FAA-4BC8-B3EF-F949CD373D22}">
      <dsp:nvSpPr>
        <dsp:cNvPr id="0" name=""/>
        <dsp:cNvSpPr/>
      </dsp:nvSpPr>
      <dsp:spPr>
        <a:xfrm>
          <a:off x="2076682" y="1159775"/>
          <a:ext cx="2315357" cy="4867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sériový IN –  paralelní OUT</a:t>
          </a:r>
          <a:endParaRPr lang="cs-CZ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90938" y="1174031"/>
        <a:ext cx="2286845" cy="458216"/>
      </dsp:txXfrm>
    </dsp:sp>
    <dsp:sp modelId="{2120C249-44AC-4573-B384-AC5687842ACB}">
      <dsp:nvSpPr>
        <dsp:cNvPr id="0" name=""/>
        <dsp:cNvSpPr/>
      </dsp:nvSpPr>
      <dsp:spPr>
        <a:xfrm rot="197409">
          <a:off x="1677485" y="2835918"/>
          <a:ext cx="394777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394777" y="76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400" kern="1200"/>
        </a:p>
      </dsp:txBody>
      <dsp:txXfrm>
        <a:off x="1865005" y="2833720"/>
        <a:ext cx="19738" cy="19738"/>
      </dsp:txXfrm>
    </dsp:sp>
    <dsp:sp modelId="{625A4353-DA04-424C-A0B5-A63E6EBDAA35}">
      <dsp:nvSpPr>
        <dsp:cNvPr id="0" name=""/>
        <dsp:cNvSpPr/>
      </dsp:nvSpPr>
      <dsp:spPr>
        <a:xfrm>
          <a:off x="2071938" y="2611554"/>
          <a:ext cx="2315357" cy="4867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paralelní IN – sériový OUT</a:t>
          </a:r>
          <a:endParaRPr lang="cs-CZ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86194" y="2625810"/>
        <a:ext cx="2286845" cy="458216"/>
      </dsp:txXfrm>
    </dsp:sp>
    <dsp:sp modelId="{D3426AE2-46C4-452D-9957-5F1657E0A142}">
      <dsp:nvSpPr>
        <dsp:cNvPr id="0" name=""/>
        <dsp:cNvSpPr/>
      </dsp:nvSpPr>
      <dsp:spPr>
        <a:xfrm rot="4201439">
          <a:off x="1293464" y="3373249"/>
          <a:ext cx="1167565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1167565" y="76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400" kern="1200"/>
        </a:p>
      </dsp:txBody>
      <dsp:txXfrm>
        <a:off x="1848057" y="3351732"/>
        <a:ext cx="58378" cy="58378"/>
      </dsp:txXfrm>
    </dsp:sp>
    <dsp:sp modelId="{FDDBC0C8-62B3-4004-AE62-7DCB9DDDA768}">
      <dsp:nvSpPr>
        <dsp:cNvPr id="0" name=""/>
        <dsp:cNvSpPr/>
      </dsp:nvSpPr>
      <dsp:spPr>
        <a:xfrm>
          <a:off x="2076682" y="3686217"/>
          <a:ext cx="2315357" cy="4867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paralelní IN – paralelní OUT</a:t>
          </a:r>
          <a:endParaRPr lang="cs-CZ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90938" y="3700473"/>
        <a:ext cx="2286845" cy="458216"/>
      </dsp:txXfrm>
    </dsp:sp>
    <dsp:sp modelId="{60CA4865-E7E7-462E-BABB-1BEA199022F0}">
      <dsp:nvSpPr>
        <dsp:cNvPr id="0" name=""/>
        <dsp:cNvSpPr/>
      </dsp:nvSpPr>
      <dsp:spPr>
        <a:xfrm rot="4813682">
          <a:off x="702210" y="3982577"/>
          <a:ext cx="2350072" cy="15343"/>
        </a:xfrm>
        <a:custGeom>
          <a:avLst/>
          <a:gdLst/>
          <a:ahLst/>
          <a:cxnLst/>
          <a:rect l="0" t="0" r="0" b="0"/>
          <a:pathLst>
            <a:path>
              <a:moveTo>
                <a:pt x="0" y="7671"/>
              </a:moveTo>
              <a:lnTo>
                <a:pt x="2350072" y="767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400" kern="1200"/>
        </a:p>
      </dsp:txBody>
      <dsp:txXfrm>
        <a:off x="1818495" y="3931497"/>
        <a:ext cx="117503" cy="117503"/>
      </dsp:txXfrm>
    </dsp:sp>
    <dsp:sp modelId="{4BCE41BB-C6E3-4B8D-9697-10D3CE56585D}">
      <dsp:nvSpPr>
        <dsp:cNvPr id="0" name=""/>
        <dsp:cNvSpPr/>
      </dsp:nvSpPr>
      <dsp:spPr>
        <a:xfrm>
          <a:off x="2076682" y="4904873"/>
          <a:ext cx="2315357" cy="4867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Kruhový</a:t>
          </a:r>
          <a:endParaRPr lang="cs-CZ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90938" y="4919129"/>
        <a:ext cx="2286845" cy="4582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8074" cy="51190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391" tIns="47697" rIns="95391" bIns="47697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406" y="1"/>
            <a:ext cx="3078073" cy="51190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391" tIns="47697" rIns="95391" bIns="47697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9539"/>
            <a:ext cx="3078074" cy="511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391" tIns="47697" rIns="95391" bIns="47697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406" y="9719539"/>
            <a:ext cx="3078073" cy="511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391" tIns="47697" rIns="95391" bIns="47697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fld id="{C86032F6-BFD9-41A3-9A4E-B1FBD589555D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74424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49650" cy="474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91" tIns="47697" rIns="95391" bIns="47697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2698" y="1"/>
            <a:ext cx="3049650" cy="474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91" tIns="47697" rIns="95391" bIns="47697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cs-CZ"/>
          </a:p>
        </p:txBody>
      </p:sp>
      <p:sp>
        <p:nvSpPr>
          <p:cNvPr id="174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4575" y="788988"/>
            <a:ext cx="5054600" cy="37925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3050" y="4898450"/>
            <a:ext cx="5216507" cy="4582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91" tIns="47697" rIns="95391" bIns="476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17891"/>
            <a:ext cx="3049650" cy="474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91" tIns="47697" rIns="95391" bIns="47697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2698" y="9717891"/>
            <a:ext cx="3049650" cy="474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391" tIns="47697" rIns="95391" bIns="47697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fld id="{0D7995FC-2D19-4EFE-BBB9-A68DE18B3376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45511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EEAFF5-42F6-48E8-8B2A-FBA7A2EC0999}" type="slidenum">
              <a:rPr lang="cs-CZ" smtClean="0"/>
              <a:pPr/>
              <a:t>1</a:t>
            </a:fld>
            <a:endParaRPr lang="cs-CZ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604858-0458-41FC-B4B3-4D8B5A286339}" type="slidenum">
              <a:rPr lang="cs-CZ"/>
              <a:pPr/>
              <a:t>2</a:t>
            </a:fld>
            <a:endParaRPr lang="cs-CZ"/>
          </a:p>
        </p:txBody>
      </p:sp>
      <p:sp>
        <p:nvSpPr>
          <p:cNvPr id="28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6ACE72-45B9-46EB-9812-BE6DEFC3F096}" type="slidenum">
              <a:rPr lang="cs-CZ">
                <a:solidFill>
                  <a:prstClr val="black"/>
                </a:solidFill>
              </a:rPr>
              <a:pPr/>
              <a:t>3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F345F-C42D-4BFB-832D-7718F492B793}" type="slidenum">
              <a:rPr lang="cs-CZ"/>
              <a:pPr/>
              <a:t>4</a:t>
            </a:fld>
            <a:endParaRPr lang="cs-CZ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5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9527F9-336E-460A-A2F0-3C043A77F706}" type="slidenum">
              <a:rPr lang="cs-CZ"/>
              <a:pPr/>
              <a:t>6</a:t>
            </a:fld>
            <a:endParaRPr lang="cs-CZ"/>
          </a:p>
        </p:txBody>
      </p:sp>
      <p:sp>
        <p:nvSpPr>
          <p:cNvPr id="28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E7A647-95F5-41A2-A8DA-7991749AEB96}" type="slidenum">
              <a:rPr lang="cs-CZ"/>
              <a:pPr/>
              <a:t>7</a:t>
            </a:fld>
            <a:endParaRPr lang="cs-CZ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74B2B1-C24F-4FB6-8ED7-935AEB2E7DC1}" type="slidenum">
              <a:rPr lang="cs-CZ"/>
              <a:pPr/>
              <a:t>8</a:t>
            </a:fld>
            <a:endParaRPr lang="cs-CZ"/>
          </a:p>
        </p:txBody>
      </p:sp>
      <p:sp>
        <p:nvSpPr>
          <p:cNvPr id="290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74B2B1-C24F-4FB6-8ED7-935AEB2E7DC1}" type="slidenum">
              <a:rPr lang="cs-CZ"/>
              <a:pPr/>
              <a:t>9</a:t>
            </a:fld>
            <a:endParaRPr lang="cs-CZ"/>
          </a:p>
        </p:txBody>
      </p:sp>
      <p:sp>
        <p:nvSpPr>
          <p:cNvPr id="290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C484D4-F850-46A6-AA8E-03301FC79A3A}" type="slidenum">
              <a:rPr lang="cs-CZ"/>
              <a:pPr/>
              <a:t>10</a:t>
            </a:fld>
            <a:endParaRPr lang="cs-CZ"/>
          </a:p>
        </p:txBody>
      </p:sp>
      <p:sp>
        <p:nvSpPr>
          <p:cNvPr id="29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C484D4-F850-46A6-AA8E-03301FC79A3A}" type="slidenum">
              <a:rPr lang="cs-CZ"/>
              <a:pPr/>
              <a:t>11</a:t>
            </a:fld>
            <a:endParaRPr lang="cs-CZ"/>
          </a:p>
        </p:txBody>
      </p:sp>
      <p:sp>
        <p:nvSpPr>
          <p:cNvPr id="29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33EA94-5CC6-4940-95DD-48A320E1BF01}" type="slidenum">
              <a:rPr lang="cs-CZ"/>
              <a:pPr/>
              <a:t>12</a:t>
            </a:fld>
            <a:endParaRPr lang="cs-CZ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71649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B272D5-8DDE-4FCA-AF86-89790FE6CF02}" type="slidenum">
              <a:rPr lang="cs-CZ"/>
              <a:pPr/>
              <a:t>13</a:t>
            </a:fld>
            <a:endParaRPr lang="cs-CZ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21850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49DFDB-1C1F-4EE3-BE79-09A0FB3D5BFE}" type="slidenum">
              <a:rPr lang="cs-CZ"/>
              <a:pPr/>
              <a:t>14</a:t>
            </a:fld>
            <a:endParaRPr lang="cs-CZ"/>
          </a:p>
        </p:txBody>
      </p:sp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49DFDB-1C1F-4EE3-BE79-09A0FB3D5BFE}" type="slidenum">
              <a:rPr lang="cs-CZ"/>
              <a:pPr/>
              <a:t>15</a:t>
            </a:fld>
            <a:endParaRPr lang="cs-CZ"/>
          </a:p>
        </p:txBody>
      </p:sp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4AEB8B-5556-46DF-8AC4-BC9128C5783C}" type="slidenum">
              <a:rPr lang="cs-CZ"/>
              <a:pPr/>
              <a:t>16</a:t>
            </a:fld>
            <a:endParaRPr lang="cs-CZ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4AEB8B-5556-46DF-8AC4-BC9128C5783C}" type="slidenum">
              <a:rPr lang="cs-CZ"/>
              <a:pPr/>
              <a:t>17</a:t>
            </a:fld>
            <a:endParaRPr lang="cs-CZ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C5DC54-D139-4F58-BB24-01817961012C}" type="slidenum">
              <a:rPr lang="cs-CZ"/>
              <a:pPr/>
              <a:t>18</a:t>
            </a:fld>
            <a:endParaRPr lang="cs-CZ"/>
          </a:p>
        </p:txBody>
      </p:sp>
      <p:sp>
        <p:nvSpPr>
          <p:cNvPr id="29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4643F4-3CFA-406E-A8BD-AE9A53DDA2B2}" type="slidenum">
              <a:rPr lang="cs-CZ"/>
              <a:pPr/>
              <a:t>19</a:t>
            </a:fld>
            <a:endParaRPr lang="cs-CZ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4643F4-3CFA-406E-A8BD-AE9A53DDA2B2}" type="slidenum">
              <a:rPr lang="cs-CZ"/>
              <a:pPr/>
              <a:t>20</a:t>
            </a:fld>
            <a:endParaRPr lang="cs-CZ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4643F4-3CFA-406E-A8BD-AE9A53DDA2B2}" type="slidenum">
              <a:rPr lang="cs-CZ"/>
              <a:pPr/>
              <a:t>21</a:t>
            </a:fld>
            <a:endParaRPr lang="cs-CZ"/>
          </a:p>
        </p:txBody>
      </p:sp>
      <p:sp>
        <p:nvSpPr>
          <p:cNvPr id="29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7B2B8C-2832-4BBF-9474-EC26B6C27227}" type="slidenum">
              <a:rPr lang="cs-CZ"/>
              <a:pPr/>
              <a:t>22</a:t>
            </a:fld>
            <a:endParaRPr lang="cs-CZ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B272D5-8DDE-4FCA-AF86-89790FE6CF02}" type="slidenum">
              <a:rPr lang="cs-CZ"/>
              <a:pPr/>
              <a:t>23</a:t>
            </a:fld>
            <a:endParaRPr lang="cs-CZ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B272D5-8DDE-4FCA-AF86-89790FE6CF02}" type="slidenum">
              <a:rPr lang="cs-CZ"/>
              <a:pPr/>
              <a:t>24</a:t>
            </a:fld>
            <a:endParaRPr lang="cs-CZ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endParaRPr lang="cs-CZ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cs-CZ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BA40350-3BC6-45D0-9DC8-F8AC499D778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7499ED-14D5-4E94-945C-1DA5FE6BF373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BC849AFB-70B3-4D63-BA17-DE8F7E2D0B22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E9B4A-B129-4845-A122-4F0CA5FFDC0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35D2A600-E654-4C68-9E26-F9607EA877B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C4D28D-2C63-4886-B89B-4DAF1C8D47DC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C5264B87-2E20-4C93-9727-2B0C54C9133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D0B394-762F-4354-80C3-F1E1ECA2545C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499F3CA6-B0FE-4470-B5AD-ABF4DAD45656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7005D0-32CD-44E6-B634-1BD12480D464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3F96D4FC-0327-48F2-9249-F3D48DDDF06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E6704B-30B9-4B87-89B5-39DAA018528D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26DF38F9-CCF9-4C47-BBD5-94F1ADD159F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B12754-DE51-41E8-B553-C4F73BE3E280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86FBE4CF-A20E-4B43-BD8D-D434AC55643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DBC733-978F-468A-A29A-B82469DB382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D6BC5A3C-4CBC-4F85-98BE-960955E8418B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A6C40C-4363-4A04-AA14-A85C467C4A72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EFDC3EE0-CBB7-4FDC-A154-C59C8E0A6FCB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0395F2-79BE-49F0-B8F3-E06CEC60E1A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CB862C43-33D6-41D2-A9A2-F24087C5BDD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A347FD-9D3D-442B-A1FC-52DA51DD904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5C41ABC9-F135-421B-B834-FEEA62FAF2F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054DA2-484A-403C-822D-18592904BABB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46BEFC04-6A97-409F-A5D3-1D9F1F4634BB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A347FD-9D3D-442B-A1FC-52DA51DD904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cs-CZ"/>
              <a:t> </a:t>
            </a:r>
            <a:fld id="{5C41ABC9-F135-421B-B834-FEEA62FAF2F8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dirty="0">
                <a:solidFill>
                  <a:srgbClr val="000000"/>
                </a:solidFill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rgbClr val="000000"/>
                </a:solidFill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cs-CZ" dirty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r"/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DA347E44-1AAC-420B-AB32-12DDDBCDE885}" type="slidenum">
              <a:rPr lang="cs-CZ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642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C8903D-23E7-46FD-A74A-6DF06809A117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F6A0C1FC-A554-491D-A23A-A703A9D524E7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423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0DF35-2688-4F44-9F8C-2107F806ADC6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9145DC76-6872-4DF4-9E14-3C9F149DB051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410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387A52-E705-490A-838D-8B1C5ED7F7CC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3CCA7D36-5D0B-46DA-8B86-93CC45348741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48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7CE658-0EE9-48FF-B2F3-346B209313CA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6FC0A10C-74C9-4EDA-8B18-281A1C85680F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49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F259AA-69C5-45ED-B1EF-90BAC465720E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4A972A3D-E40E-44AE-8599-5054B70DFC1D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5157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D2316D-E476-4C1C-97C5-38113797E089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BB126D77-9135-4E47-A5DC-34E5006577A9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756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E249D1-C02F-4E77-A829-446A2E49D60E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BC81E695-55B3-4878-8A1B-BFF729C1E317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6534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96806B-82A5-4237-952D-C352BA9CEF60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5C5BDBD8-354C-4C33-8509-9899503E8362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813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69EF09-CD29-477D-ABCE-FD6C28D05070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A7743F0B-D3BD-4B64-87E9-5E7926EE0CE3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9829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0F7D18-8356-410F-86CC-C0A59AA6E5C2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FFF29617-F229-4AA3-AF63-629A34F9D0C9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4671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4E9C55-C54B-46F2-802C-C950BBC5F97F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EC377670-D1B4-4464-8ADD-7E5B3403F0F4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709749"/>
      </p:ext>
    </p:extLst>
  </p:cSld>
  <p:clrMapOvr>
    <a:masterClrMapping/>
  </p:clrMapOvr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ACD1D1-1FD1-4BD2-B5AA-BAAE11F8E4F6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AD5EE032-125E-4EF1-897C-C6C132F4C071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2327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4E9C55-C54B-46F2-802C-C950BBC5F97F}" type="slidenum">
              <a:rPr lang="cs-CZ" smtClean="0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EC377670-D1B4-4464-8ADD-7E5B3403F0F4}" type="slidenum">
              <a:rPr lang="cs-CZ" smtClean="0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834251"/>
      </p:ext>
    </p:extLst>
  </p:cSld>
  <p:clrMapOvr>
    <a:masterClrMapping/>
  </p:clrMapOvr>
  <p:hf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/>
            <a:r>
              <a:rPr lang="cs-CZ" dirty="0">
                <a:solidFill>
                  <a:srgbClr val="000000"/>
                </a:solidFill>
              </a:rPr>
              <a:t> </a:t>
            </a:r>
            <a:fld id="{72F054CC-169B-405A-8EFC-341DCDFEA7DC}" type="slidenum">
              <a:rPr lang="cs-CZ">
                <a:solidFill>
                  <a:srgbClr val="000000"/>
                </a:solidFill>
              </a:rPr>
              <a:pPr algn="r"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1FCE2D9-6AD3-4231-B397-0257783385A2}" type="slidenum">
              <a:rPr lang="cs-CZ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014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endParaRPr lang="cs-CZ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fld id="{3BA347FD-9D3D-442B-A1FC-52DA51DD9047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sz="2400">
                <a:latin typeface="Times New Roman" pitchFamily="18" charset="0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>
                <a:solidFill>
                  <a:schemeClr val="accent2"/>
                </a:solidFill>
                <a:latin typeface="Arial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r>
              <a:rPr lang="cs-CZ"/>
              <a:t> </a:t>
            </a:r>
            <a:fld id="{5C41ABC9-F135-421B-B834-FEEA62FAF2F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fld id="{A24E9C55-C54B-46F2-802C-C950BBC5F97F}" type="slidenum">
              <a:rPr lang="cs-CZ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cs-CZ" dirty="0">
                <a:solidFill>
                  <a:srgbClr val="000000"/>
                </a:solidFill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rgbClr val="000000"/>
                </a:solidFill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rgbClr val="663300"/>
                </a:solidFill>
                <a:latin typeface="Arial" pitchFamily="34" charset="0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rgbClr val="663300"/>
                </a:solidFill>
                <a:latin typeface="Arial" pitchFamily="34" charset="0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rgbClr val="CC6600"/>
                </a:solidFill>
                <a:latin typeface="Arial" pitchFamily="34" charset="0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rgbClr val="663300"/>
                </a:solidFill>
                <a:latin typeface="Arial" pitchFamily="34" charset="0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rgbClr val="000000"/>
                </a:solidFill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rgbClr val="CC6600"/>
                </a:solidFill>
                <a:latin typeface="Arial" pitchFamily="34" charset="0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cs-CZ" dirty="0">
                <a:solidFill>
                  <a:srgbClr val="CC6600"/>
                </a:solidFill>
                <a:latin typeface="Arial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r>
              <a:rPr lang="cs-CZ" dirty="0">
                <a:solidFill>
                  <a:srgbClr val="000000"/>
                </a:solidFill>
              </a:rPr>
              <a:t> </a:t>
            </a:r>
            <a:fld id="{EC377670-D1B4-4464-8ADD-7E5B3403F0F4}" type="slidenum">
              <a:rPr lang="cs-CZ">
                <a:solidFill>
                  <a:srgbClr val="000000"/>
                </a:solidFill>
              </a:rPr>
              <a:pPr/>
              <a:t>‹#›</a:t>
            </a:fld>
            <a:endParaRPr lang="cs-CZ" dirty="0">
              <a:solidFill>
                <a:srgbClr val="000000"/>
              </a:solidFill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endParaRPr lang="cs-CZ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14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slide" Target="slide14.xml"/><Relationship Id="rId5" Type="http://schemas.openxmlformats.org/officeDocument/2006/relationships/slide" Target="slide12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owebu.bloger.cz/Hardware-a-mobily/Jak-funguje-dotykovy-displej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slide" Target="slide3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13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openxmlformats.org/officeDocument/2006/relationships/diagramLayout" Target="../diagrams/layout3.xml"/><Relationship Id="rId12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diagramData" Target="../diagrams/data3.xml"/><Relationship Id="rId11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microsoft.com/office/2007/relationships/diagramDrawing" Target="../diagrams/drawing3.xml"/><Relationship Id="rId4" Type="http://schemas.openxmlformats.org/officeDocument/2006/relationships/image" Target="../media/image3.jpeg"/><Relationship Id="rId9" Type="http://schemas.openxmlformats.org/officeDocument/2006/relationships/diagramColors" Target="../diagrams/colors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5"/>
          <p:cNvSpPr>
            <a:spLocks noGrp="1"/>
          </p:cNvSpPr>
          <p:nvPr>
            <p:ph type="ctrTitle"/>
          </p:nvPr>
        </p:nvSpPr>
        <p:spPr>
          <a:xfrm>
            <a:off x="2880000" y="1800000"/>
            <a:ext cx="6264000" cy="2209800"/>
          </a:xfrm>
        </p:spPr>
        <p:txBody>
          <a:bodyPr wrap="square">
            <a:spAutoFit/>
          </a:bodyPr>
          <a:lstStyle/>
          <a:p>
            <a:r>
              <a:rPr lang="cs-CZ" sz="8800" b="1" dirty="0"/>
              <a:t>CIT</a:t>
            </a:r>
            <a:br>
              <a:rPr lang="cs-CZ" dirty="0"/>
            </a:br>
            <a:r>
              <a:rPr lang="cs-CZ" sz="4600" b="1" dirty="0"/>
              <a:t>Registry</a:t>
            </a:r>
          </a:p>
        </p:txBody>
      </p:sp>
      <p:sp>
        <p:nvSpPr>
          <p:cNvPr id="9" name="Podnadpis 6"/>
          <p:cNvSpPr>
            <a:spLocks noGrp="1"/>
          </p:cNvSpPr>
          <p:nvPr>
            <p:ph type="subTitle" idx="1"/>
          </p:nvPr>
        </p:nvSpPr>
        <p:spPr>
          <a:xfrm>
            <a:off x="2880000" y="4320000"/>
            <a:ext cx="6264000" cy="1323439"/>
          </a:xfrm>
        </p:spPr>
        <p:txBody>
          <a:bodyPr wrap="square">
            <a:spAutoFit/>
          </a:bodyPr>
          <a:lstStyle/>
          <a:p>
            <a:r>
              <a:rPr lang="cs-CZ" sz="8000" b="1" dirty="0">
                <a:solidFill>
                  <a:schemeClr val="accent5">
                    <a:lumMod val="25000"/>
                  </a:schemeClr>
                </a:solidFill>
              </a:rPr>
              <a:t>Díl VIII</a:t>
            </a:r>
          </a:p>
        </p:txBody>
      </p:sp>
      <p:pic>
        <p:nvPicPr>
          <p:cNvPr id="10" name="Picture 1" descr="D:\www\ljuraneknew\images\CIT100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0934" y="1928802"/>
            <a:ext cx="1428760" cy="14287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351546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Číslicová technika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60000" y="1440001"/>
            <a:ext cx="87840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>
                <a:latin typeface="Arial" charset="0"/>
              </a:rPr>
              <a:t>Téma	</a:t>
            </a:r>
            <a:r>
              <a:rPr lang="cs-CZ" b="1" dirty="0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Registry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Předmět</a:t>
            </a:r>
            <a:r>
              <a:rPr lang="cs-CZ" dirty="0"/>
              <a:t> 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CIT</a:t>
            </a:r>
            <a:endParaRPr lang="cs-CZ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Ročník</a:t>
            </a:r>
            <a:r>
              <a:rPr lang="cs-CZ" dirty="0"/>
              <a:t> 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2</a:t>
            </a:r>
            <a:endParaRPr lang="cs-CZ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Autor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Ing. Leoš Juránek 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Datum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březen 2020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7E4A502E-704D-7399-4A68-13AA080FC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7890"/>
            <a:ext cx="257176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 eaLnBrk="1" hangingPunct="1">
              <a:buClr>
                <a:srgbClr val="006600"/>
              </a:buClr>
              <a:buFont typeface="Wingdings" pitchFamily="2" charset="2"/>
              <a:buNone/>
            </a:pPr>
            <a:r>
              <a:rPr lang="cs-CZ" sz="2000" kern="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10.3.2025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</a:t>
            </a:r>
          </a:p>
        </p:txBody>
      </p:sp>
      <p:sp>
        <p:nvSpPr>
          <p:cNvPr id="7" name="Obdélník 6">
            <a:hlinkClick r:id="rId3" action="ppaction://hlinksldjump"/>
          </p:cNvPr>
          <p:cNvSpPr/>
          <p:nvPr/>
        </p:nvSpPr>
        <p:spPr>
          <a:xfrm>
            <a:off x="540001" y="1438783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rgbClr val="CC3300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rgbClr val="CC33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Typy registrů</a:t>
            </a:r>
          </a:p>
        </p:txBody>
      </p:sp>
      <p:sp>
        <p:nvSpPr>
          <p:cNvPr id="8" name="Obdélník 7">
            <a:hlinkClick r:id="rId4" action="ppaction://hlinksldjump"/>
          </p:cNvPr>
          <p:cNvSpPr/>
          <p:nvPr/>
        </p:nvSpPr>
        <p:spPr>
          <a:xfrm>
            <a:off x="540001" y="1785051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rgbClr val="CC3300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rgbClr val="CC33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Funkce registrů</a:t>
            </a:r>
          </a:p>
        </p:txBody>
      </p:sp>
      <p:sp>
        <p:nvSpPr>
          <p:cNvPr id="9" name="Obdélník 8">
            <a:hlinkClick r:id="rId5" action="ppaction://hlinksldjump"/>
          </p:cNvPr>
          <p:cNvSpPr/>
          <p:nvPr/>
        </p:nvSpPr>
        <p:spPr>
          <a:xfrm>
            <a:off x="540001" y="2145051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rgbClr val="CC3300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rgbClr val="CC33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Sériový vstup-sériový výstup</a:t>
            </a:r>
          </a:p>
        </p:txBody>
      </p:sp>
      <p:sp>
        <p:nvSpPr>
          <p:cNvPr id="14" name="Obdélník 13">
            <a:hlinkClick r:id="rId6" action="ppaction://hlinksldjump"/>
          </p:cNvPr>
          <p:cNvSpPr/>
          <p:nvPr/>
        </p:nvSpPr>
        <p:spPr>
          <a:xfrm>
            <a:off x="540001" y="2505051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rgbClr val="CC3300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rgbClr val="CC33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Nastavení asynchronních vstupů</a:t>
            </a:r>
          </a:p>
        </p:txBody>
      </p:sp>
      <p:sp>
        <p:nvSpPr>
          <p:cNvPr id="15" name="Obdélník 14">
            <a:hlinkClick r:id="rId7" action="ppaction://hlinksldjump"/>
          </p:cNvPr>
          <p:cNvSpPr/>
          <p:nvPr/>
        </p:nvSpPr>
        <p:spPr>
          <a:xfrm>
            <a:off x="540001" y="2865051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rgbClr val="CC3300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rgbClr val="CC33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Paralelní vstup - sériový výstup</a:t>
            </a:r>
          </a:p>
        </p:txBody>
      </p:sp>
      <p:sp>
        <p:nvSpPr>
          <p:cNvPr id="2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rgbClr val="000000"/>
              </a:solidFill>
              <a:latin typeface="Arial Black" pitchFamily="34" charset="0"/>
            </a:endParaRPr>
          </a:p>
        </p:txBody>
      </p:sp>
      <p:sp>
        <p:nvSpPr>
          <p:cNvPr id="2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fld id="{746BE85E-3166-4972-8817-88E151AF81A2}" type="slidenum">
              <a:rPr lang="cs-CZ" sz="2000" b="1" smtClean="0">
                <a:solidFill>
                  <a:srgbClr val="000000"/>
                </a:solidFill>
                <a:latin typeface="Arial Black" pitchFamily="34" charset="0"/>
              </a:rPr>
              <a:pPr algn="ctr">
                <a:defRPr/>
              </a:pPr>
              <a:t>3</a:t>
            </a:fld>
            <a:endParaRPr lang="cs-CZ" sz="2000" b="1" dirty="0">
              <a:solidFill>
                <a:srgbClr val="000000"/>
              </a:solidFill>
              <a:latin typeface="Arial Black" pitchFamily="34" charset="0"/>
            </a:endParaRPr>
          </a:p>
        </p:txBody>
      </p:sp>
      <p:sp>
        <p:nvSpPr>
          <p:cNvPr id="28" name="Tlačítko akce: Vlastní 2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Obdélník 10">
            <a:hlinkClick r:id="rId7" action="ppaction://hlinksldjump"/>
          </p:cNvPr>
          <p:cNvSpPr/>
          <p:nvPr/>
        </p:nvSpPr>
        <p:spPr>
          <a:xfrm>
            <a:off x="540001" y="3225051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rgbClr val="CC3300"/>
              </a:buClr>
              <a:buSzPct val="75000"/>
              <a:buFont typeface="Wingdings" pitchFamily="2" charset="2"/>
              <a:buChar char="n"/>
            </a:pPr>
            <a:r>
              <a:rPr lang="cs-CZ" sz="2000" kern="0" dirty="0">
                <a:solidFill>
                  <a:srgbClr val="CC33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Paralelní vstup - sériový výstup</a:t>
            </a:r>
          </a:p>
        </p:txBody>
      </p:sp>
      <p:sp>
        <p:nvSpPr>
          <p:cNvPr id="12" name="Obdélník 11">
            <a:extLst>
              <a:ext uri="{FF2B5EF4-FFF2-40B4-BE49-F238E27FC236}">
                <a16:creationId xmlns:a16="http://schemas.microsoft.com/office/drawing/2014/main" id="{6DA5A6AF-0410-4BF4-8553-5D6ECFD2DA7A}"/>
              </a:ext>
            </a:extLst>
          </p:cNvPr>
          <p:cNvSpPr/>
          <p:nvPr/>
        </p:nvSpPr>
        <p:spPr>
          <a:xfrm>
            <a:off x="540001" y="1078783"/>
            <a:ext cx="8100000" cy="36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lvl="0" algn="l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</a:pPr>
            <a:r>
              <a:rPr lang="cs-CZ" sz="2000" b="0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Registry</a:t>
            </a:r>
          </a:p>
        </p:txBody>
      </p:sp>
    </p:spTree>
    <p:extLst>
      <p:ext uri="{BB962C8B-B14F-4D97-AF65-F5344CB8AC3E}">
        <p14:creationId xmlns:p14="http://schemas.microsoft.com/office/powerpoint/2010/main" val="522172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Zdroje</a:t>
            </a:r>
          </a:p>
        </p:txBody>
      </p:sp>
      <p:sp>
        <p:nvSpPr>
          <p:cNvPr id="14" name="Obdélník 13">
            <a:hlinkClick r:id="rId3"/>
          </p:cNvPr>
          <p:cNvSpPr/>
          <p:nvPr/>
        </p:nvSpPr>
        <p:spPr>
          <a:xfrm>
            <a:off x="540000" y="108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algn="l" eaLnBrk="1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cs-CZ" sz="2000" b="1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Návrh číslicových systémů</a:t>
            </a:r>
            <a:r>
              <a:rPr lang="cs-CZ" sz="2000" kern="0" dirty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Otto Fučík</a:t>
            </a:r>
            <a:endParaRPr lang="en-US" sz="2000" kern="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077891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/>
        </p:nvSpPr>
        <p:spPr bwMode="auto">
          <a:xfrm>
            <a:off x="720000" y="72000"/>
            <a:ext cx="2776392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l">
              <a:buClr>
                <a:srgbClr val="006600"/>
              </a:buClr>
              <a:buFont typeface="Wingdings" pitchFamily="2" charset="2"/>
              <a:buNone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Nová kapitola 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27378"/>
            <a:ext cx="9144000" cy="1569660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9600" dirty="0">
                <a:latin typeface="Arial Black" pitchFamily="34" charset="0"/>
              </a:rPr>
              <a:t>Registry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98804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Typy registrů</a:t>
            </a:r>
          </a:p>
        </p:txBody>
      </p:sp>
      <p:sp>
        <p:nvSpPr>
          <p:cNvPr id="2" name="TextovéPole 1"/>
          <p:cNvSpPr txBox="1"/>
          <p:nvPr/>
        </p:nvSpPr>
        <p:spPr bwMode="auto">
          <a:xfrm>
            <a:off x="3779912" y="1772816"/>
            <a:ext cx="1728192" cy="201622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32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Registr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608126315"/>
              </p:ext>
            </p:extLst>
          </p:nvPr>
        </p:nvGraphicFramePr>
        <p:xfrm>
          <a:off x="1163960" y="1556792"/>
          <a:ext cx="2615952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3175672364"/>
              </p:ext>
            </p:extLst>
          </p:nvPr>
        </p:nvGraphicFramePr>
        <p:xfrm>
          <a:off x="5556448" y="1556792"/>
          <a:ext cx="2615952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92614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/>
      <p:bldGraphic spid="3" grpId="0">
        <p:bldAsOne/>
      </p:bldGraphic>
      <p:bldGraphic spid="12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" descr="D:\lj\prezentace\CIT\obrázky\REG_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565522"/>
            <a:ext cx="2880000" cy="112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D:\lj\prezentace\CIT\obrázky\REG_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376" y="4942373"/>
            <a:ext cx="2880000" cy="112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5" descr="D:\lj\prezentace\CIT\obrázky\REG_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612347"/>
            <a:ext cx="2880000" cy="1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331749236"/>
              </p:ext>
            </p:extLst>
          </p:nvPr>
        </p:nvGraphicFramePr>
        <p:xfrm>
          <a:off x="323528" y="476672"/>
          <a:ext cx="4392040" cy="5709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3074" name="Picture 2" descr="D:\lj\prezentace\CIT\obrázky\REG_1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76672"/>
            <a:ext cx="2880000" cy="111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12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5" name="Picture 3" descr="D:\lj\prezentace\CIT\obrázky\REG_3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518697"/>
            <a:ext cx="2880000" cy="112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19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C0D605DD-A060-472B-A033-45BAE018CE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graphicEl>
                                              <a:dgm id="{166A1B62-BB4F-4C1E-998D-DD4926AA8D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graphicEl>
                                              <a:dgm id="{954D66D6-C635-4BC9-9086-33E193858B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950F4BC5-F877-4F02-829D-A688E36FC7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graphicEl>
                                              <a:dgm id="{A5C6CD23-0FAA-4BC8-B3EF-F949CD373D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120C249-44AC-4573-B384-AC5687842A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graphicEl>
                                              <a:dgm id="{2120C249-44AC-4573-B384-AC5687842A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25A4353-DA04-424C-A0B5-A63E6EBDAA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graphicEl>
                                              <a:dgm id="{625A4353-DA04-424C-A0B5-A63E6EBDAA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3426AE2-46C4-452D-9957-5F1657E0A1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graphicEl>
                                              <a:dgm id="{D3426AE2-46C4-452D-9957-5F1657E0A1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DBC0C8-62B3-4004-AE62-7DCB9DDDA7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graphicEl>
                                              <a:dgm id="{FDDBC0C8-62B3-4004-AE62-7DCB9DDDA7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0CA4865-E7E7-462E-BABB-1BEA199022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graphicEl>
                                              <a:dgm id="{60CA4865-E7E7-462E-BABB-1BEA199022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BCE41BB-C6E3-4B8D-9697-10D3CE5658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graphicEl>
                                              <a:dgm id="{4BCE41BB-C6E3-4B8D-9697-10D3CE5658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  <p:bldP spid="19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349326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Uchování informace</a:t>
            </a:r>
          </a:p>
          <a:p>
            <a:pPr marL="504000" indent="-504000" algn="l">
              <a:spcAft>
                <a:spcPts val="1200"/>
              </a:spcAft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latin typeface="Verdana" pitchFamily="34" charset="0"/>
              </a:rPr>
              <a:t>Sériový - sériový</a:t>
            </a:r>
            <a:r>
              <a:rPr lang="cs-CZ" sz="2000" dirty="0">
                <a:latin typeface="Verdana" pitchFamily="34" charset="0"/>
              </a:rPr>
              <a:t> - zpoždění</a:t>
            </a:r>
          </a:p>
          <a:p>
            <a:pPr marL="504000" indent="-504000" algn="l">
              <a:spcAft>
                <a:spcPts val="1800"/>
              </a:spcAft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latin typeface="Verdana" pitchFamily="34" charset="0"/>
              </a:rPr>
              <a:t>Paralelní - paralelní -</a:t>
            </a:r>
            <a:r>
              <a:rPr lang="cs-CZ" sz="2000" dirty="0">
                <a:latin typeface="Verdana" pitchFamily="34" charset="0"/>
              </a:rPr>
              <a:t> vyrovnávají zpoždění kombinačních obvodů (odstraňují hazardní stavy)</a:t>
            </a:r>
          </a:p>
          <a:p>
            <a:pPr marL="504000" lvl="1" indent="-504000" algn="l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Převod</a:t>
            </a:r>
            <a:r>
              <a:rPr lang="cs-CZ" dirty="0">
                <a:latin typeface="Verdana" pitchFamily="34" charset="0"/>
              </a:rPr>
              <a:t> </a:t>
            </a:r>
            <a:r>
              <a:rPr lang="cs-CZ" b="1" dirty="0">
                <a:latin typeface="Verdana" pitchFamily="34" charset="0"/>
              </a:rPr>
              <a:t>sériové</a:t>
            </a:r>
            <a:r>
              <a:rPr lang="cs-CZ" dirty="0">
                <a:latin typeface="Verdana" pitchFamily="34" charset="0"/>
              </a:rPr>
              <a:t> informace na </a:t>
            </a:r>
            <a:r>
              <a:rPr lang="cs-CZ" b="1" dirty="0">
                <a:latin typeface="Verdana" pitchFamily="34" charset="0"/>
              </a:rPr>
              <a:t>paralelní</a:t>
            </a:r>
            <a:r>
              <a:rPr lang="cs-CZ" dirty="0">
                <a:latin typeface="Verdana" pitchFamily="34" charset="0"/>
              </a:rPr>
              <a:t> a naopak 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latin typeface="Verdana" pitchFamily="34" charset="0"/>
              </a:rPr>
              <a:t>Sériový - paralelní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cs-CZ" sz="2000" b="1" dirty="0">
                <a:latin typeface="Verdana" pitchFamily="34" charset="0"/>
              </a:rPr>
              <a:t>Paralelní - sériový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Použití registrů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70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70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70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5" grpId="0" uiExpand="1" build="allAtOnce"/>
      <p:bldP spid="9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5" name="Text Box 7"/>
          <p:cNvSpPr txBox="1">
            <a:spLocks noChangeArrowheads="1"/>
          </p:cNvSpPr>
          <p:nvPr/>
        </p:nvSpPr>
        <p:spPr bwMode="auto">
          <a:xfrm>
            <a:off x="360000" y="1080000"/>
            <a:ext cx="8784000" cy="140038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000" b="1" dirty="0">
                <a:latin typeface="Verdana" pitchFamily="34" charset="0"/>
              </a:rPr>
              <a:t>Konstrukce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Používají klopné obvody D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Přenášejí informaci ze vstupu na výstup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Konstrukce registru</a:t>
            </a:r>
          </a:p>
        </p:txBody>
      </p:sp>
    </p:spTree>
    <p:extLst>
      <p:ext uri="{BB962C8B-B14F-4D97-AF65-F5344CB8AC3E}">
        <p14:creationId xmlns:p14="http://schemas.microsoft.com/office/powerpoint/2010/main" val="198722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0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70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5" grpId="0" uiExpand="1" build="allAtOnce"/>
      <p:bldP spid="7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Sériový vstup-sériový výstup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0" y="1800000"/>
            <a:ext cx="8640000" cy="2189758"/>
          </a:xfrm>
          <a:prstGeom prst="rect">
            <a:avLst/>
          </a:prstGeom>
        </p:spPr>
      </p:pic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64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90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284693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Popis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4-bitový registr, </a:t>
            </a:r>
            <a:r>
              <a:rPr lang="cs-CZ" sz="2000" b="1" dirty="0">
                <a:latin typeface="Verdana" pitchFamily="34" charset="0"/>
              </a:rPr>
              <a:t>4xKO D hranové </a:t>
            </a:r>
            <a:r>
              <a:rPr lang="cs-CZ" sz="2000" dirty="0">
                <a:latin typeface="Verdana" pitchFamily="34" charset="0"/>
              </a:rPr>
              <a:t>(reagují na nástupnou hranu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CLK</a:t>
            </a:r>
            <a:r>
              <a:rPr lang="cs-CZ" sz="2000" dirty="0">
                <a:latin typeface="Verdana" pitchFamily="34" charset="0"/>
              </a:rPr>
              <a:t>)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Asynchronní </a:t>
            </a:r>
            <a:r>
              <a:rPr lang="cs-CZ" sz="2000" b="1" dirty="0">
                <a:latin typeface="Verdana" pitchFamily="34" charset="0"/>
              </a:rPr>
              <a:t>vstupy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CLR</a:t>
            </a:r>
            <a:r>
              <a:rPr lang="cs-CZ" sz="2000" dirty="0">
                <a:latin typeface="Verdana" pitchFamily="34" charset="0"/>
              </a:rPr>
              <a:t> jsou připojeny na </a:t>
            </a:r>
            <a:r>
              <a:rPr lang="cs-CZ" sz="2000" b="1" dirty="0">
                <a:latin typeface="Verdana" pitchFamily="34" charset="0"/>
              </a:rPr>
              <a:t>nulovací signál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CLR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b="1" dirty="0">
                <a:latin typeface="Verdana" pitchFamily="34" charset="0"/>
              </a:rPr>
              <a:t>Vstupy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</a:t>
            </a:r>
            <a:r>
              <a:rPr lang="cs-CZ" sz="2000" dirty="0">
                <a:latin typeface="Verdana" pitchFamily="34" charset="0"/>
              </a:rPr>
              <a:t> jsou připojeny na </a:t>
            </a:r>
            <a:r>
              <a:rPr lang="cs-CZ" sz="2000" b="1" dirty="0">
                <a:latin typeface="Verdana" pitchFamily="34" charset="0"/>
              </a:rPr>
              <a:t>signál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CLK</a:t>
            </a:r>
            <a:r>
              <a:rPr lang="cs-CZ" sz="2000" b="1" dirty="0">
                <a:latin typeface="Verdana" pitchFamily="34" charset="0"/>
              </a:rPr>
              <a:t>, </a:t>
            </a:r>
            <a:r>
              <a:rPr lang="cs-CZ" sz="2000" dirty="0">
                <a:latin typeface="Verdana" pitchFamily="34" charset="0"/>
              </a:rPr>
              <a:t>který</a:t>
            </a:r>
            <a:r>
              <a:rPr lang="cs-CZ" sz="2000" b="1" dirty="0">
                <a:latin typeface="Verdana" pitchFamily="34" charset="0"/>
              </a:rPr>
              <a:t> </a:t>
            </a:r>
            <a:r>
              <a:rPr lang="cs-CZ" sz="2000" dirty="0">
                <a:latin typeface="Verdana" pitchFamily="34" charset="0"/>
              </a:rPr>
              <a:t>posouvá informaci v klopných obvodech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Sériový vstup-sériový výstup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2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2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539995"/>
            <a:ext cx="7200000" cy="6046259"/>
          </a:xfrm>
          <a:prstGeom prst="rect">
            <a:avLst/>
          </a:prstGeom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Časový diagram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Sériový vstup-sériový výstup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633912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360000" y="540000"/>
            <a:ext cx="8460000" cy="5844604"/>
          </a:xfrm>
          <a:prstGeom prst="rect">
            <a:avLst/>
          </a:prstGeom>
          <a:solidFill>
            <a:srgbClr val="FFFFFF">
              <a:lumMod val="75000"/>
            </a:srgbClr>
          </a:solidFill>
          <a:ln w="28575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>
            <a:defPPr>
              <a:defRPr lang="en-US"/>
            </a:defPPr>
            <a:lvl1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kern="0">
                <a:solidFill>
                  <a:srgbClr val="00007D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>
              <a:defRPr/>
            </a:pPr>
            <a:r>
              <a:rPr lang="en-US" dirty="0"/>
              <a:t>entity </a:t>
            </a:r>
            <a:r>
              <a:rPr lang="cs-CZ" dirty="0" err="1">
                <a:solidFill>
                  <a:schemeClr val="tx1"/>
                </a:solidFill>
              </a:rPr>
              <a:t>reg_si_so</a:t>
            </a:r>
            <a:r>
              <a:rPr lang="en-US" dirty="0"/>
              <a:t> is</a:t>
            </a:r>
            <a:br>
              <a:rPr lang="en-US" dirty="0"/>
            </a:br>
            <a:r>
              <a:rPr lang="en-US" dirty="0"/>
              <a:t> port (</a:t>
            </a:r>
            <a:r>
              <a:rPr lang="cs-CZ" dirty="0" err="1">
                <a:solidFill>
                  <a:schemeClr val="tx1"/>
                </a:solidFill>
              </a:rPr>
              <a:t>clk</a:t>
            </a:r>
            <a:r>
              <a:rPr lang="en-US" dirty="0">
                <a:solidFill>
                  <a:schemeClr val="tx1"/>
                </a:solidFill>
              </a:rPr>
              <a:t> :</a:t>
            </a:r>
            <a:r>
              <a:rPr lang="en-US" dirty="0"/>
              <a:t> in </a:t>
            </a:r>
            <a:r>
              <a:rPr lang="en-US" dirty="0" err="1"/>
              <a:t>std_logic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cs-CZ" dirty="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cs-CZ" dirty="0">
                <a:solidFill>
                  <a:schemeClr val="tx1"/>
                </a:solidFill>
              </a:rPr>
              <a:t>	in</a:t>
            </a:r>
            <a:r>
              <a:rPr lang="en-US" dirty="0">
                <a:solidFill>
                  <a:schemeClr val="tx1"/>
                </a:solidFill>
              </a:rPr>
              <a:t> :</a:t>
            </a:r>
            <a:r>
              <a:rPr lang="en-US" dirty="0"/>
              <a:t> in </a:t>
            </a:r>
            <a:r>
              <a:rPr lang="en-US" dirty="0" err="1"/>
              <a:t>std_logic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cs-CZ" dirty="0">
              <a:solidFill>
                <a:schemeClr val="tx1"/>
              </a:solidFill>
            </a:endParaRPr>
          </a:p>
          <a:p>
            <a:pPr lvl="0">
              <a:defRPr/>
            </a:pPr>
            <a:r>
              <a:rPr lang="cs-CZ" dirty="0">
                <a:solidFill>
                  <a:schemeClr val="tx1"/>
                </a:solidFill>
              </a:rPr>
              <a:t>	</a:t>
            </a:r>
            <a:r>
              <a:rPr lang="cs-CZ" dirty="0" err="1">
                <a:solidFill>
                  <a:schemeClr val="tx1"/>
                </a:solidFill>
              </a:rPr>
              <a:t>clr</a:t>
            </a:r>
            <a:r>
              <a:rPr lang="cs-CZ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en-US" dirty="0"/>
              <a:t> in </a:t>
            </a:r>
            <a:r>
              <a:rPr lang="en-US" dirty="0" err="1"/>
              <a:t>std_logic</a:t>
            </a:r>
            <a:r>
              <a:rPr lang="en-US" dirty="0">
                <a:solidFill>
                  <a:schemeClr val="tx1"/>
                </a:solidFill>
              </a:rPr>
              <a:t>;</a:t>
            </a:r>
            <a:br>
              <a:rPr lang="en-US" dirty="0"/>
            </a:br>
            <a:r>
              <a:rPr lang="en-US" dirty="0"/>
              <a:t>       </a:t>
            </a:r>
            <a:r>
              <a:rPr lang="cs-CZ" dirty="0" err="1">
                <a:solidFill>
                  <a:schemeClr val="tx1"/>
                </a:solidFill>
              </a:rPr>
              <a:t>out</a:t>
            </a:r>
            <a:r>
              <a:rPr lang="en-US" dirty="0">
                <a:solidFill>
                  <a:schemeClr val="tx1"/>
                </a:solidFill>
              </a:rPr>
              <a:t> :</a:t>
            </a:r>
            <a:r>
              <a:rPr lang="en-US" dirty="0"/>
              <a:t> out </a:t>
            </a:r>
            <a:r>
              <a:rPr lang="en-US" dirty="0" err="1"/>
              <a:t>std_logic</a:t>
            </a:r>
            <a:r>
              <a:rPr lang="en-US" dirty="0"/>
              <a:t>)</a:t>
            </a:r>
            <a:r>
              <a:rPr lang="en-US" dirty="0">
                <a:solidFill>
                  <a:schemeClr val="tx1"/>
                </a:solidFill>
              </a:rPr>
              <a:t>;</a:t>
            </a:r>
            <a:br>
              <a:rPr lang="en-US" dirty="0"/>
            </a:br>
            <a:r>
              <a:rPr lang="en-US" dirty="0"/>
              <a:t>end </a:t>
            </a:r>
            <a:r>
              <a:rPr lang="cs-CZ" dirty="0" err="1">
                <a:solidFill>
                  <a:schemeClr val="tx1"/>
                </a:solidFill>
              </a:rPr>
              <a:t>reg_si_so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lvl="0">
              <a:defRPr/>
            </a:pPr>
            <a:r>
              <a:rPr lang="en-US" dirty="0">
                <a:solidFill>
                  <a:srgbClr val="00B050"/>
                </a:solidFill>
              </a:rPr>
              <a:t>-</a:t>
            </a:r>
            <a:r>
              <a:rPr lang="cs-CZ" dirty="0">
                <a:solidFill>
                  <a:srgbClr val="00B050"/>
                </a:solidFill>
              </a:rPr>
              <a:t>posun vpravo</a:t>
            </a:r>
            <a:r>
              <a:rPr lang="en-US" dirty="0">
                <a:solidFill>
                  <a:srgbClr val="00B050"/>
                </a:solidFill>
              </a:rPr>
              <a:t>---------------------------------------------</a:t>
            </a:r>
            <a:endParaRPr lang="cs-CZ" dirty="0"/>
          </a:p>
          <a:p>
            <a:r>
              <a:rPr lang="en-US" dirty="0"/>
              <a:t>process (</a:t>
            </a:r>
            <a:r>
              <a:rPr lang="cs-CZ" dirty="0" err="1">
                <a:solidFill>
                  <a:schemeClr val="tx1"/>
                </a:solidFill>
              </a:rPr>
              <a:t>clk,clr</a:t>
            </a:r>
            <a:r>
              <a:rPr lang="en-US" dirty="0"/>
              <a:t>)</a:t>
            </a:r>
          </a:p>
          <a:p>
            <a:r>
              <a:rPr lang="cs-CZ" dirty="0"/>
              <a:t>	</a:t>
            </a:r>
            <a:r>
              <a:rPr lang="cs-CZ" dirty="0" err="1"/>
              <a:t>signal</a:t>
            </a:r>
            <a:r>
              <a:rPr lang="en-US" dirty="0"/>
              <a:t> </a:t>
            </a:r>
            <a:r>
              <a:rPr lang="cs-CZ" dirty="0" err="1">
                <a:solidFill>
                  <a:schemeClr val="tx1"/>
                </a:solidFill>
              </a:rPr>
              <a:t>reg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/>
              <a:t>std_logic</a:t>
            </a:r>
            <a:r>
              <a:rPr lang="en-US" dirty="0"/>
              <a:t>_</a:t>
            </a:r>
            <a:r>
              <a:rPr lang="cs-CZ" dirty="0" err="1"/>
              <a:t>vector</a:t>
            </a:r>
            <a:r>
              <a:rPr lang="en-US" dirty="0">
                <a:solidFill>
                  <a:schemeClr val="tx1"/>
                </a:solidFill>
              </a:rPr>
              <a:t>(3 </a:t>
            </a:r>
            <a:r>
              <a:rPr lang="en-US" dirty="0" err="1">
                <a:solidFill>
                  <a:schemeClr val="tx1"/>
                </a:solidFill>
              </a:rPr>
              <a:t>downto</a:t>
            </a:r>
            <a:r>
              <a:rPr lang="en-US" dirty="0">
                <a:solidFill>
                  <a:schemeClr val="tx1"/>
                </a:solidFill>
              </a:rPr>
              <a:t> 0);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	</a:t>
            </a:r>
            <a:r>
              <a:rPr lang="cs-CZ" dirty="0" err="1"/>
              <a:t>if</a:t>
            </a:r>
            <a:r>
              <a:rPr lang="cs-CZ" dirty="0"/>
              <a:t> </a:t>
            </a:r>
            <a:r>
              <a:rPr lang="cs-CZ" dirty="0" err="1">
                <a:solidFill>
                  <a:schemeClr val="tx1"/>
                </a:solidFill>
              </a:rPr>
              <a:t>clr</a:t>
            </a:r>
            <a:r>
              <a:rPr lang="cs-CZ" dirty="0">
                <a:solidFill>
                  <a:schemeClr val="tx1"/>
                </a:solidFill>
              </a:rPr>
              <a:t>=</a:t>
            </a:r>
            <a:r>
              <a:rPr lang="en-US" dirty="0">
                <a:solidFill>
                  <a:schemeClr val="tx1"/>
                </a:solidFill>
              </a:rPr>
              <a:t>'</a:t>
            </a:r>
            <a:r>
              <a:rPr lang="cs-CZ" dirty="0">
                <a:solidFill>
                  <a:schemeClr val="tx1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'</a:t>
            </a:r>
            <a:r>
              <a:rPr lang="cs-CZ" dirty="0">
                <a:solidFill>
                  <a:schemeClr val="tx1"/>
                </a:solidFill>
              </a:rPr>
              <a:t> </a:t>
            </a:r>
            <a:r>
              <a:rPr lang="cs-CZ" dirty="0" err="1"/>
              <a:t>then</a:t>
            </a:r>
            <a:endParaRPr lang="cs-CZ" dirty="0"/>
          </a:p>
          <a:p>
            <a:r>
              <a:rPr lang="cs-CZ" dirty="0"/>
              <a:t>		</a:t>
            </a:r>
            <a:r>
              <a:rPr lang="cs-CZ" dirty="0" err="1">
                <a:solidFill>
                  <a:schemeClr val="tx1"/>
                </a:solidFill>
              </a:rPr>
              <a:t>reg</a:t>
            </a:r>
            <a:r>
              <a:rPr lang="cs-CZ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&lt;= "0000";</a:t>
            </a: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rgbClr val="000099"/>
                </a:solidFill>
              </a:rPr>
              <a:t>else</a:t>
            </a:r>
            <a:endParaRPr lang="cs-CZ" dirty="0">
              <a:solidFill>
                <a:srgbClr val="000099"/>
              </a:solidFill>
            </a:endParaRPr>
          </a:p>
          <a:p>
            <a:r>
              <a:rPr lang="cs-CZ" dirty="0"/>
              <a:t>		</a:t>
            </a:r>
            <a:r>
              <a:rPr lang="en-US" dirty="0"/>
              <a:t>if </a:t>
            </a:r>
            <a:r>
              <a:rPr lang="cs-CZ" dirty="0" err="1">
                <a:solidFill>
                  <a:schemeClr val="tx1"/>
                </a:solidFill>
              </a:rPr>
              <a:t>clk</a:t>
            </a:r>
            <a:r>
              <a:rPr lang="en-US" dirty="0">
                <a:solidFill>
                  <a:schemeClr val="tx1"/>
                </a:solidFill>
              </a:rPr>
              <a:t>'event</a:t>
            </a:r>
            <a:r>
              <a:rPr lang="en-US" dirty="0"/>
              <a:t> and </a:t>
            </a:r>
            <a:r>
              <a:rPr lang="cs-CZ" dirty="0" err="1">
                <a:solidFill>
                  <a:schemeClr val="tx1"/>
                </a:solidFill>
              </a:rPr>
              <a:t>clk</a:t>
            </a:r>
            <a:r>
              <a:rPr lang="en-US" dirty="0">
                <a:solidFill>
                  <a:schemeClr val="tx1"/>
                </a:solidFill>
              </a:rPr>
              <a:t>='1' </a:t>
            </a:r>
            <a:r>
              <a:rPr lang="en-US" dirty="0"/>
              <a:t>then  </a:t>
            </a:r>
          </a:p>
          <a:p>
            <a:r>
              <a:rPr lang="en-US" dirty="0"/>
              <a:t>		</a:t>
            </a:r>
            <a:r>
              <a:rPr lang="cs-CZ" dirty="0"/>
              <a:t>	</a:t>
            </a:r>
            <a:r>
              <a:rPr lang="cs-CZ" dirty="0" err="1">
                <a:solidFill>
                  <a:schemeClr val="tx1"/>
                </a:solidFill>
              </a:rPr>
              <a:t>reg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&lt;=</a:t>
            </a:r>
            <a:r>
              <a:rPr lang="en-US" dirty="0"/>
              <a:t> </a:t>
            </a:r>
            <a:r>
              <a:rPr lang="cs-CZ" dirty="0">
                <a:solidFill>
                  <a:schemeClr val="tx1"/>
                </a:solidFill>
              </a:rPr>
              <a:t>in</a:t>
            </a:r>
            <a:r>
              <a:rPr lang="en-US" dirty="0">
                <a:solidFill>
                  <a:schemeClr val="tx1"/>
                </a:solidFill>
              </a:rPr>
              <a:t> &amp; </a:t>
            </a:r>
            <a:r>
              <a:rPr lang="cs-CZ" dirty="0" err="1">
                <a:solidFill>
                  <a:schemeClr val="tx1"/>
                </a:solidFill>
              </a:rPr>
              <a:t>reg</a:t>
            </a:r>
            <a:r>
              <a:rPr lang="en-US" dirty="0">
                <a:solidFill>
                  <a:schemeClr val="tx1"/>
                </a:solidFill>
              </a:rPr>
              <a:t>(3 </a:t>
            </a:r>
            <a:r>
              <a:rPr lang="en-US" dirty="0" err="1">
                <a:solidFill>
                  <a:schemeClr val="tx1"/>
                </a:solidFill>
              </a:rPr>
              <a:t>downto</a:t>
            </a:r>
            <a:r>
              <a:rPr lang="en-US" dirty="0">
                <a:solidFill>
                  <a:schemeClr val="tx1"/>
                </a:solidFill>
              </a:rPr>
              <a:t> 1);</a:t>
            </a:r>
          </a:p>
          <a:p>
            <a:r>
              <a:rPr lang="cs-CZ" dirty="0"/>
              <a:t>		</a:t>
            </a:r>
            <a:r>
              <a:rPr lang="en-US" dirty="0"/>
              <a:t>end if;	</a:t>
            </a:r>
          </a:p>
          <a:p>
            <a:r>
              <a:rPr lang="cs-CZ" dirty="0"/>
              <a:t>	</a:t>
            </a:r>
            <a:r>
              <a:rPr lang="en-US" dirty="0"/>
              <a:t>end if;</a:t>
            </a:r>
          </a:p>
          <a:p>
            <a:r>
              <a:rPr lang="en-US" dirty="0"/>
              <a:t>	</a:t>
            </a:r>
            <a:r>
              <a:rPr lang="cs-CZ" dirty="0" err="1">
                <a:solidFill>
                  <a:schemeClr val="tx1"/>
                </a:solidFill>
              </a:rPr>
              <a:t>out</a:t>
            </a:r>
            <a:r>
              <a:rPr lang="en-US" dirty="0">
                <a:solidFill>
                  <a:schemeClr val="tx1"/>
                </a:solidFill>
              </a:rPr>
              <a:t> &lt;= </a:t>
            </a:r>
            <a:r>
              <a:rPr lang="cs-CZ" dirty="0" err="1">
                <a:solidFill>
                  <a:schemeClr val="tx1"/>
                </a:solidFill>
              </a:rPr>
              <a:t>reg</a:t>
            </a:r>
            <a:r>
              <a:rPr lang="en-US" dirty="0">
                <a:solidFill>
                  <a:schemeClr val="tx1"/>
                </a:solidFill>
              </a:rPr>
              <a:t>(0);</a:t>
            </a:r>
          </a:p>
          <a:p>
            <a:r>
              <a:rPr lang="en-US" dirty="0"/>
              <a:t>end process;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720000" y="69945"/>
            <a:ext cx="68043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Posuvný registr sériový vstup – sériový výstup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en-US" b="1" dirty="0">
                <a:latin typeface="Verdana" pitchFamily="34" charset="0"/>
              </a:rPr>
              <a:t>VHDL</a:t>
            </a:r>
            <a:endParaRPr lang="cs-CZ" b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967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Nastavení asynchronních vstupů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1080000"/>
            <a:ext cx="5400000" cy="55410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4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300082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Popis</a:t>
            </a:r>
          </a:p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Signálem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LOAD</a:t>
            </a:r>
            <a:r>
              <a:rPr lang="cs-CZ" sz="2000" dirty="0">
                <a:latin typeface="Verdana" pitchFamily="34" charset="0"/>
              </a:rPr>
              <a:t> se řídí ovládání </a:t>
            </a:r>
            <a:r>
              <a:rPr lang="cs-CZ" sz="2000" b="1" dirty="0">
                <a:latin typeface="Verdana" pitchFamily="34" charset="0"/>
              </a:rPr>
              <a:t>asynchronních vstupů</a:t>
            </a:r>
          </a:p>
          <a:p>
            <a:pPr marL="504000" indent="-504000" algn="l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Je-li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LOAD=1</a:t>
            </a:r>
            <a:r>
              <a:rPr lang="cs-CZ" sz="2000" dirty="0">
                <a:latin typeface="Verdana" pitchFamily="34" charset="0"/>
              </a:rPr>
              <a:t>, akceptuje se hodnota na vstupu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</a:t>
            </a:r>
          </a:p>
          <a:p>
            <a:pPr marL="504000" indent="-504000" algn="l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Je-li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IN=1</a:t>
            </a:r>
            <a:r>
              <a:rPr lang="cs-CZ" sz="2000" dirty="0">
                <a:latin typeface="Verdana" pitchFamily="34" charset="0"/>
              </a:rPr>
              <a:t>, potom je na vstupu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PRE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1" dirty="0">
                <a:latin typeface="Consolas" panose="020B0609020204030204" pitchFamily="49" charset="0"/>
              </a:rPr>
              <a:t>log0</a:t>
            </a:r>
            <a:r>
              <a:rPr lang="cs-CZ" sz="2000" dirty="0">
                <a:latin typeface="Verdana" pitchFamily="34" charset="0"/>
              </a:rPr>
              <a:t> a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Q</a:t>
            </a:r>
            <a:r>
              <a:rPr lang="cs-CZ" sz="2000" dirty="0">
                <a:latin typeface="Verdana" pitchFamily="34" charset="0"/>
              </a:rPr>
              <a:t> se nastaví do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1</a:t>
            </a:r>
            <a:r>
              <a:rPr lang="cs-CZ" sz="2000" dirty="0">
                <a:latin typeface="Verdana" pitchFamily="34" charset="0"/>
              </a:rPr>
              <a:t> (na vstupu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CLR</a:t>
            </a:r>
            <a:r>
              <a:rPr lang="cs-CZ" sz="2000" dirty="0">
                <a:latin typeface="Verdana" pitchFamily="34" charset="0"/>
              </a:rPr>
              <a:t> je 1 a není aktivní)</a:t>
            </a:r>
          </a:p>
          <a:p>
            <a:pPr marL="504000" indent="-504000" algn="l"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Je-li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IN=0</a:t>
            </a:r>
            <a:r>
              <a:rPr lang="cs-CZ" sz="2000" dirty="0">
                <a:latin typeface="Verdana" pitchFamily="34" charset="0"/>
              </a:rPr>
              <a:t>, potom je na vstupu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CLR</a:t>
            </a:r>
            <a:r>
              <a:rPr lang="cs-CZ" sz="2000" dirty="0">
                <a:latin typeface="Verdana" pitchFamily="34" charset="0"/>
              </a:rPr>
              <a:t> </a:t>
            </a:r>
            <a:r>
              <a:rPr lang="cs-CZ" sz="2000" b="1" dirty="0">
                <a:latin typeface="Consolas" panose="020B0609020204030204" pitchFamily="49" charset="0"/>
              </a:rPr>
              <a:t>log0</a:t>
            </a:r>
            <a:r>
              <a:rPr lang="cs-CZ" sz="2000" dirty="0">
                <a:latin typeface="Verdana" pitchFamily="34" charset="0"/>
              </a:rPr>
              <a:t> a KO se nastaví do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0</a:t>
            </a:r>
            <a:r>
              <a:rPr lang="cs-CZ" sz="2000" dirty="0">
                <a:latin typeface="Verdana" pitchFamily="34" charset="0"/>
              </a:rPr>
              <a:t> (na vstupu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PRE</a:t>
            </a:r>
            <a:r>
              <a:rPr lang="cs-CZ" sz="2000" dirty="0">
                <a:latin typeface="Verdana" pitchFamily="34" charset="0"/>
              </a:rPr>
              <a:t> je 1 a není aktivní)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Nastavení asynchronních vstupů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4" name="Tlačítko akce: Vlastní 1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57886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3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3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3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3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Paralelní vstup - sériový výstup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0" y="1440000"/>
            <a:ext cx="8820000" cy="37122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Paralelní vstup - sériový výstup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34624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Popis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4-bitový registr, </a:t>
            </a:r>
            <a:r>
              <a:rPr lang="cs-CZ" sz="2000" b="1" dirty="0">
                <a:latin typeface="Verdana" pitchFamily="34" charset="0"/>
              </a:rPr>
              <a:t>4xKO D hranové </a:t>
            </a:r>
            <a:r>
              <a:rPr lang="cs-CZ" sz="2000" dirty="0">
                <a:latin typeface="Verdana" pitchFamily="34" charset="0"/>
              </a:rPr>
              <a:t>(reagují na nástupnou hranu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CLK</a:t>
            </a:r>
            <a:r>
              <a:rPr lang="cs-CZ" sz="2000" dirty="0">
                <a:latin typeface="Verdana" pitchFamily="34" charset="0"/>
              </a:rPr>
              <a:t>)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Asynchronní vstupy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CLR</a:t>
            </a:r>
            <a:r>
              <a:rPr lang="cs-CZ" sz="2000" b="1" dirty="0">
                <a:latin typeface="Verdana" pitchFamily="34" charset="0"/>
              </a:rPr>
              <a:t> </a:t>
            </a:r>
            <a:r>
              <a:rPr lang="cs-CZ" sz="2000" dirty="0">
                <a:latin typeface="Verdana" pitchFamily="34" charset="0"/>
              </a:rPr>
              <a:t>a</a:t>
            </a:r>
            <a:r>
              <a:rPr lang="cs-CZ" sz="2000" b="1" dirty="0">
                <a:latin typeface="Verdana" pitchFamily="34" charset="0"/>
              </a:rPr>
              <a:t>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PRE</a:t>
            </a:r>
            <a:r>
              <a:rPr lang="cs-CZ" sz="2000" b="1" dirty="0">
                <a:latin typeface="Verdana" pitchFamily="34" charset="0"/>
              </a:rPr>
              <a:t> </a:t>
            </a:r>
            <a:r>
              <a:rPr lang="cs-CZ" sz="2000" dirty="0">
                <a:latin typeface="Verdana" pitchFamily="34" charset="0"/>
              </a:rPr>
              <a:t>jsou nastavovány pomocí signálu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LOAD</a:t>
            </a:r>
            <a:endParaRPr lang="cs-CZ" sz="2000" dirty="0">
              <a:latin typeface="Verdana" pitchFamily="34" charset="0"/>
            </a:endParaRP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Je-li signál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LOAD=1</a:t>
            </a:r>
            <a:r>
              <a:rPr lang="cs-CZ" sz="2000" dirty="0">
                <a:latin typeface="Verdana" pitchFamily="34" charset="0"/>
              </a:rPr>
              <a:t> nastaví se KO podle </a:t>
            </a:r>
            <a:r>
              <a:rPr lang="cs-CZ" sz="2000" b="1" dirty="0">
                <a:latin typeface="Verdana" pitchFamily="34" charset="0"/>
              </a:rPr>
              <a:t>hodnot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D1</a:t>
            </a:r>
            <a:r>
              <a:rPr lang="cs-CZ" sz="2000" b="1" dirty="0">
                <a:latin typeface="Verdana" pitchFamily="34" charset="0"/>
              </a:rPr>
              <a:t> </a:t>
            </a:r>
            <a:r>
              <a:rPr lang="cs-CZ" sz="2000" dirty="0">
                <a:latin typeface="Verdana" pitchFamily="34" charset="0"/>
              </a:rPr>
              <a:t>až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D4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Je-li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LOAD=0</a:t>
            </a:r>
            <a:r>
              <a:rPr lang="cs-CZ" sz="2000" dirty="0">
                <a:latin typeface="Verdana" pitchFamily="34" charset="0"/>
              </a:rPr>
              <a:t>, je uvolněn posun informace v registru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Na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výstupu OUT </a:t>
            </a:r>
            <a:r>
              <a:rPr lang="cs-CZ" sz="2000" dirty="0">
                <a:latin typeface="Verdana" pitchFamily="34" charset="0"/>
              </a:rPr>
              <a:t>je sériová informace z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D1</a:t>
            </a:r>
            <a:r>
              <a:rPr lang="cs-CZ" sz="2000" dirty="0">
                <a:latin typeface="Verdana" pitchFamily="34" charset="0"/>
              </a:rPr>
              <a:t> až </a:t>
            </a:r>
            <a:r>
              <a:rPr lang="cs-CZ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D4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3182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8" y="540000"/>
            <a:ext cx="7560000" cy="6047397"/>
          </a:xfrm>
          <a:prstGeom prst="rect">
            <a:avLst/>
          </a:prstGeom>
        </p:spPr>
      </p:pic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Časový diagram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Paralelní vstup - sériový výstup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Kruhový registr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0" name="Obráze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68" y="1844824"/>
            <a:ext cx="7380320" cy="25795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253915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 algn="l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b="1" dirty="0">
                <a:latin typeface="Verdana" pitchFamily="34" charset="0"/>
              </a:rPr>
              <a:t>Popis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4-bitový registr, </a:t>
            </a:r>
            <a:r>
              <a:rPr lang="cs-CZ" sz="2000" b="1" dirty="0">
                <a:latin typeface="Verdana" pitchFamily="34" charset="0"/>
              </a:rPr>
              <a:t>4xKO D hranové </a:t>
            </a:r>
            <a:r>
              <a:rPr lang="cs-CZ" sz="2000" dirty="0">
                <a:latin typeface="Verdana" pitchFamily="34" charset="0"/>
              </a:rPr>
              <a:t>(reagují na nástupnou hranu)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b="1" dirty="0">
                <a:latin typeface="Verdana" pitchFamily="34" charset="0"/>
              </a:rPr>
              <a:t>Invertovaný výstup </a:t>
            </a:r>
            <a:r>
              <a:rPr lang="cs-CZ" sz="2000" dirty="0">
                <a:latin typeface="Verdana" pitchFamily="34" charset="0"/>
              </a:rPr>
              <a:t>posledního KO je přiveden na vstup prvního KO</a:t>
            </a:r>
          </a:p>
          <a:p>
            <a:pPr marL="504000" lvl="1" indent="-504000" algn="l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sz="2000" dirty="0">
                <a:latin typeface="Verdana" pitchFamily="34" charset="0"/>
              </a:rPr>
              <a:t>Posuvný registr se nazývá </a:t>
            </a:r>
            <a:r>
              <a:rPr lang="cs-CZ" sz="2000" b="1" dirty="0" err="1">
                <a:latin typeface="Verdana" pitchFamily="34" charset="0"/>
              </a:rPr>
              <a:t>Johnsonův</a:t>
            </a:r>
            <a:r>
              <a:rPr lang="cs-CZ" sz="2000" b="1" dirty="0">
                <a:latin typeface="Verdana" pitchFamily="34" charset="0"/>
              </a:rPr>
              <a:t> čítač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Kruhový registr</a:t>
            </a:r>
          </a:p>
        </p:txBody>
      </p:sp>
      <p:sp>
        <p:nvSpPr>
          <p:cNvPr id="1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8" name="Tlačítko akce: Vlastní 1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9" name="Tlačítko akce: Vlastní 1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81985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Kruhový registr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000760" y="-24"/>
            <a:ext cx="3100382" cy="42862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Časový diagram</a:t>
            </a:r>
          </a:p>
        </p:txBody>
      </p:sp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0" y="539999"/>
            <a:ext cx="5328000" cy="557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5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465023"/>
              </p:ext>
            </p:extLst>
          </p:nvPr>
        </p:nvGraphicFramePr>
        <p:xfrm>
          <a:off x="0" y="620688"/>
          <a:ext cx="9180000" cy="263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List" r:id="rId3" imgW="11763483" imgH="3381458" progId="Excel.Sheet.12">
                  <p:embed/>
                </p:oleObj>
              </mc:Choice>
              <mc:Fallback>
                <p:oleObj name="List" r:id="rId3" imgW="11763483" imgH="338145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620688"/>
                        <a:ext cx="9180000" cy="263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360000" y="1080000"/>
            <a:ext cx="8460000" cy="40934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Unicode MS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Unicode MS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Unicode MS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Unicode MS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Unicode MS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-- 4-bit serial-in and serial-out shift register</a:t>
            </a: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LK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 STD_LOGIC;</a:t>
            </a: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in STD_LOGIC;</a:t>
            </a: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cs-CZ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out STD_LOGIC;</a:t>
            </a:r>
          </a:p>
          <a:p>
            <a:pPr algn="l" eaLnBrk="1" hangingPunct="1"/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process 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	variable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STD_LOGIC_VECTOR(3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downto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0);</a:t>
            </a: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	if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'event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='1' then  </a:t>
            </a: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:=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REG(3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downto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1)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	end if;</a:t>
            </a: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DOUT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&lt;=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REG(0)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eaLnBrk="1" hangingPunct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end process;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720000" y="69945"/>
            <a:ext cx="68043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Posuvný registr sériový vstup – sériový výstup</a:t>
            </a:r>
          </a:p>
        </p:txBody>
      </p:sp>
    </p:spTree>
    <p:extLst>
      <p:ext uri="{BB962C8B-B14F-4D97-AF65-F5344CB8AC3E}">
        <p14:creationId xmlns:p14="http://schemas.microsoft.com/office/powerpoint/2010/main" val="3053940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360000" y="1080000"/>
            <a:ext cx="8460000" cy="40934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Unicode MS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Unicode MS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Unicode MS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Unicode MS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Unicode MS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--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4-bit serial-in and serial-out shift register</a:t>
            </a: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 STD_LOGIC;</a:t>
            </a: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 STD_LOGIC;</a:t>
            </a: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 STD_LOGIC;</a:t>
            </a:r>
          </a:p>
          <a:p>
            <a:pPr algn="l" eaLnBrk="1" hangingPunct="1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process 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variable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STD_LOGIC_VECTOR(3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downto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0);</a:t>
            </a: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begin</a:t>
            </a: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if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'event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='1' then  </a:t>
            </a: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REG(3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downto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end if;</a:t>
            </a: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REG(0)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algn="l" eaLnBrk="1" hangingPunct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 process;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720000" y="69945"/>
            <a:ext cx="68043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Posuvný registr sériový vstup </a:t>
            </a:r>
            <a:r>
              <a:rPr lang="cs-CZ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– paralelní </a:t>
            </a: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výstup</a:t>
            </a:r>
          </a:p>
        </p:txBody>
      </p:sp>
    </p:spTree>
    <p:extLst>
      <p:ext uri="{BB962C8B-B14F-4D97-AF65-F5344CB8AC3E}">
        <p14:creationId xmlns:p14="http://schemas.microsoft.com/office/powerpoint/2010/main" val="354081049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Vlastní 1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C33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663300"/>
      </a:hlink>
      <a:folHlink>
        <a:srgbClr val="CC66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ixel">
  <a:themeElements>
    <a:clrScheme name="CIT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000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C00000"/>
      </a:accent6>
      <a:hlink>
        <a:srgbClr val="663300"/>
      </a:hlink>
      <a:folHlink>
        <a:srgbClr val="C000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1" i="0" strike="noStrike" kern="0" cap="none" spc="0" normalizeH="0" baseline="0" noProof="0" dirty="0" smtClean="0">
            <a:ln>
              <a:noFill/>
            </a:ln>
            <a:solidFill>
              <a:schemeClr val="accent3">
                <a:lumMod val="85000"/>
              </a:schemeClr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SSE_PRA_3_JSAnew</Template>
  <TotalTime>57814</TotalTime>
  <Words>825</Words>
  <Application>Microsoft Office PowerPoint</Application>
  <PresentationFormat>Předvádění na obrazovce (4:3)</PresentationFormat>
  <Paragraphs>219</Paragraphs>
  <Slides>24</Slides>
  <Notes>24</Notes>
  <HiddenSlides>0</HiddenSlides>
  <MMClips>0</MMClips>
  <ScaleCrop>false</ScaleCrop>
  <HeadingPairs>
    <vt:vector size="8" baseType="variant">
      <vt:variant>
        <vt:lpstr>Použitá písma</vt:lpstr>
      </vt:variant>
      <vt:variant>
        <vt:i4>6</vt:i4>
      </vt:variant>
      <vt:variant>
        <vt:lpstr>Motiv</vt:lpstr>
      </vt:variant>
      <vt:variant>
        <vt:i4>2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Consolas</vt:lpstr>
      <vt:lpstr>Times New Roman</vt:lpstr>
      <vt:lpstr>Verdana</vt:lpstr>
      <vt:lpstr>Wingdings</vt:lpstr>
      <vt:lpstr>Pixel</vt:lpstr>
      <vt:lpstr>1_Pixel</vt:lpstr>
      <vt:lpstr>List</vt:lpstr>
      <vt:lpstr>CIT Registry</vt:lpstr>
      <vt:lpstr>Číslicová technika</vt:lpstr>
      <vt:lpstr>Index</vt:lpstr>
      <vt:lpstr>Zdroje</vt:lpstr>
      <vt:lpstr>Registry</vt:lpstr>
      <vt:lpstr>Typy registrů</vt:lpstr>
      <vt:lpstr>Prezentace aplikace PowerPoint</vt:lpstr>
      <vt:lpstr>Použití registrů</vt:lpstr>
      <vt:lpstr>Konstrukce registru</vt:lpstr>
      <vt:lpstr>Sériový vstup-sériový výstup</vt:lpstr>
      <vt:lpstr>Sériový vstup-sériový výstup</vt:lpstr>
      <vt:lpstr>Sériový vstup-sériový výstup</vt:lpstr>
      <vt:lpstr>Prezentace aplikace PowerPoint</vt:lpstr>
      <vt:lpstr>Nastavení asynchronních vstupů</vt:lpstr>
      <vt:lpstr>Nastavení asynchronních vstupů</vt:lpstr>
      <vt:lpstr>Paralelní vstup - sériový výstup</vt:lpstr>
      <vt:lpstr>Paralelní vstup - sériový výstup</vt:lpstr>
      <vt:lpstr>Paralelní vstup - sériový výstup</vt:lpstr>
      <vt:lpstr>Kruhový registr</vt:lpstr>
      <vt:lpstr>Kruhový registr</vt:lpstr>
      <vt:lpstr>Kruhový registr</vt:lpstr>
      <vt:lpstr>Prezentace aplikace PowerPoint</vt:lpstr>
      <vt:lpstr>Prezentace aplikace PowerPoint</vt:lpstr>
      <vt:lpstr>Prezentace aplikace PowerPoint</vt:lpstr>
    </vt:vector>
  </TitlesOfParts>
  <Company>SSE Frenstát p.R.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Sekvenční moduly posuvné registry</dc:title>
  <dc:subject>CIT</dc:subject>
  <dc:creator>Ing.Leoš Juránek</dc:creator>
  <dc:description/>
  <cp:lastModifiedBy>Petr Juránek</cp:lastModifiedBy>
  <cp:revision>530</cp:revision>
  <cp:lastPrinted>2020-03-27T09:25:28Z</cp:lastPrinted>
  <dcterms:created xsi:type="dcterms:W3CDTF">2001-09-22T14:04:06Z</dcterms:created>
  <dcterms:modified xsi:type="dcterms:W3CDTF">2025-04-02T10:19:34Z</dcterms:modified>
</cp:coreProperties>
</file>