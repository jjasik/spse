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104"/>
  </p:notesMasterIdLst>
  <p:handoutMasterIdLst>
    <p:handoutMasterId r:id="rId105"/>
  </p:handoutMasterIdLst>
  <p:sldIdLst>
    <p:sldId id="256" r:id="rId2"/>
    <p:sldId id="257" r:id="rId3"/>
    <p:sldId id="258" r:id="rId4"/>
    <p:sldId id="259" r:id="rId5"/>
    <p:sldId id="260" r:id="rId6"/>
    <p:sldId id="368" r:id="rId7"/>
    <p:sldId id="588" r:id="rId8"/>
    <p:sldId id="589" r:id="rId9"/>
    <p:sldId id="584" r:id="rId10"/>
    <p:sldId id="587" r:id="rId11"/>
    <p:sldId id="590" r:id="rId12"/>
    <p:sldId id="591" r:id="rId13"/>
    <p:sldId id="592" r:id="rId14"/>
    <p:sldId id="262" r:id="rId15"/>
    <p:sldId id="263" r:id="rId16"/>
    <p:sldId id="261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8" r:id="rId25"/>
    <p:sldId id="279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585" r:id="rId76"/>
    <p:sldId id="586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67" r:id="rId88"/>
    <p:sldId id="333" r:id="rId89"/>
    <p:sldId id="332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  <p:sldId id="343" r:id="rId100"/>
    <p:sldId id="344" r:id="rId101"/>
    <p:sldId id="345" r:id="rId102"/>
    <p:sldId id="356" r:id="rId103"/>
  </p:sldIdLst>
  <p:sldSz cx="9144000" cy="6858000" type="screen4x3"/>
  <p:notesSz cx="10234613" cy="71040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B3F6CC22-5D26-4F9E-8A9F-E1888E082886}">
          <p14:sldIdLst>
            <p14:sldId id="256"/>
            <p14:sldId id="257"/>
            <p14:sldId id="258"/>
            <p14:sldId id="259"/>
          </p14:sldIdLst>
        </p14:section>
        <p14:section name="Ch 5 AVR časovač" id="{F7EA2D10-504E-4EF8-A45F-A4AFA8E4A0C2}">
          <p14:sldIdLst>
            <p14:sldId id="260"/>
          </p14:sldIdLst>
        </p14:section>
        <p14:section name="Ch 5.1 Opakování čítač" id="{7F8B73EA-B5D1-411C-9333-58988C09E8BF}">
          <p14:sldIdLst/>
        </p14:section>
        <p14:section name="~.1 Čítač" id="{6D3B8B18-C2CE-4EE6-A295-7D1FBC5CCC17}">
          <p14:sldIdLst>
            <p14:sldId id="368"/>
            <p14:sldId id="588"/>
            <p14:sldId id="589"/>
            <p14:sldId id="584"/>
            <p14:sldId id="587"/>
          </p14:sldIdLst>
        </p14:section>
        <p14:section name="~.2 Časová zařízení" id="{CEB2E102-3C7B-4F3F-8E6C-43B146E4CB74}">
          <p14:sldIdLst>
            <p14:sldId id="590"/>
            <p14:sldId id="591"/>
            <p14:sldId id="592"/>
          </p14:sldIdLst>
        </p14:section>
        <p14:section name="Ch 5.2 Timer" id="{B6032E58-932F-436C-9767-BD5CB03133C4}">
          <p14:sldIdLst>
            <p14:sldId id="262"/>
            <p14:sldId id="263"/>
            <p14:sldId id="261"/>
            <p14:sldId id="264"/>
            <p14:sldId id="265"/>
            <p14:sldId id="266"/>
          </p14:sldIdLst>
        </p14:section>
        <p14:section name="~.1 Popis funkce" id="{CC621BAC-E722-443E-A690-62A125D898E3}">
          <p14:sldIdLst>
            <p14:sldId id="267"/>
            <p14:sldId id="268"/>
            <p14:sldId id="269"/>
            <p14:sldId id="270"/>
            <p14:sldId id="278"/>
            <p14:sldId id="279"/>
            <p14:sldId id="271"/>
          </p14:sldIdLst>
        </p14:section>
        <p14:section name="~.2 Režimy časovače 0" id="{0998BE22-0A0C-4F5D-AD0B-BEC8CAAF2985}">
          <p14:sldIdLst>
            <p14:sldId id="272"/>
            <p14:sldId id="273"/>
            <p14:sldId id="274"/>
            <p14:sldId id="275"/>
            <p14:sldId id="276"/>
            <p14:sldId id="277"/>
            <p14:sldId id="280"/>
          </p14:sldIdLst>
        </p14:section>
        <p14:section name="~.3 Operace s časovačem 0" id="{24BC99DD-4E63-43E1-B774-F806EFC29AD6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Ch 5.3 Výpočty s časovačem" id="{EB6066EE-3F13-4D22-8E5E-AB8B813E61C5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Ch 5.4 Aplikace časovače" id="{7473D219-85CB-47D4-AFCE-4A6CAC1A79D0}">
          <p14:sldIdLst>
            <p14:sldId id="309"/>
          </p14:sldIdLst>
        </p14:section>
        <p14:section name="~.1 Časovač Normální režim" id="{1112855B-3FE2-464A-8229-AD5A4A4335A1}">
          <p14:sldIdLst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~.2 Časovač Režim CTC" id="{B191C389-55A2-4FD1-BD33-7AC238B26FF8}">
          <p14:sldIdLst>
            <p14:sldId id="320"/>
            <p14:sldId id="321"/>
            <p14:sldId id="585"/>
            <p14:sldId id="586"/>
            <p14:sldId id="322"/>
            <p14:sldId id="323"/>
            <p14:sldId id="324"/>
            <p14:sldId id="325"/>
          </p14:sldIdLst>
        </p14:section>
        <p14:section name="~.3 Časovač Generátor 1Hz" id="{B087DF04-365A-41C6-BFB2-95279BB5A447}">
          <p14:sldIdLst>
            <p14:sldId id="326"/>
            <p14:sldId id="327"/>
            <p14:sldId id="328"/>
            <p14:sldId id="329"/>
          </p14:sldIdLst>
        </p14:section>
        <p14:section name="Výstupy OC0A,B" id="{1EAB1BCB-B68D-41FE-B145-B80B374D6C73}">
          <p14:sldIdLst>
            <p14:sldId id="330"/>
            <p14:sldId id="331"/>
            <p14:sldId id="367"/>
            <p14:sldId id="333"/>
            <p14:sldId id="332"/>
            <p14:sldId id="334"/>
            <p14:sldId id="335"/>
            <p14:sldId id="336"/>
            <p14:sldId id="337"/>
            <p14:sldId id="338"/>
          </p14:sldIdLst>
        </p14:section>
        <p14:section name="Dělička 1Hz" id="{3718900B-CC7F-4C65-9D25-3AC9C00E3C0A}">
          <p14:sldIdLst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  <p14:section name="Konec" id="{F5E6FCDB-AF13-4415-94A7-7A69E30BE92F}">
          <p14:sldIdLst>
            <p14:sldId id="356"/>
          </p14:sldIdLst>
        </p14:section>
        <p14:section name="Kontrolní úkoly" id="{E100D113-883C-4D18-9009-648AB024533E}">
          <p14:sldIdLst/>
        </p14:section>
        <p14:section name="Příklad k přerušení (pracovní list)" id="{1C0F54CA-2285-4979-807F-511BDBA1CE25}">
          <p14:sldIdLst/>
        </p14:section>
        <p14:section name="Oddíl bez názvu" id="{50109A9D-C8A9-4D40-9201-EBAC79906927}">
          <p14:sldIdLst/>
        </p14:section>
        <p14:section name="Koš" id="{21B1D586-0B96-44A2-BDE4-ECA1863CF3AF}">
          <p14:sldIdLst/>
        </p14:section>
        <p14:section name="Výchozí oddíl" id="{8DF6F0E6-85CD-4323-B9DC-CFDB9FB85FE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0099"/>
    <a:srgbClr val="0066FF"/>
    <a:srgbClr val="008000"/>
    <a:srgbClr val="CCCCFF"/>
    <a:srgbClr val="FFFF99"/>
    <a:srgbClr val="3366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Styl Středně sytá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3382" autoAdjust="0"/>
    <p:restoredTop sz="85340" autoAdjust="0"/>
  </p:normalViewPr>
  <p:slideViewPr>
    <p:cSldViewPr>
      <p:cViewPr varScale="1">
        <p:scale>
          <a:sx n="111" d="100"/>
          <a:sy n="111" d="100"/>
        </p:scale>
        <p:origin x="1188" y="96"/>
      </p:cViewPr>
      <p:guideLst>
        <p:guide orient="horz" pos="482"/>
        <p:guide pos="2880"/>
      </p:guideLst>
    </p:cSldViewPr>
  </p:slideViewPr>
  <p:outlineViewPr>
    <p:cViewPr>
      <p:scale>
        <a:sx n="33" d="100"/>
        <a:sy n="33" d="100"/>
      </p:scale>
      <p:origin x="0" y="303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4614"/>
    </p:cViewPr>
  </p:sorterViewPr>
  <p:notesViewPr>
    <p:cSldViewPr>
      <p:cViewPr varScale="1">
        <p:scale>
          <a:sx n="53" d="100"/>
          <a:sy n="53" d="100"/>
        </p:scale>
        <p:origin x="-2922" y="-84"/>
      </p:cViewPr>
      <p:guideLst>
        <p:guide orient="horz" pos="2238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9.xml"/><Relationship Id="rId2" Type="http://schemas.openxmlformats.org/officeDocument/2006/relationships/slide" Target="../slides/slide73.xml"/><Relationship Id="rId1" Type="http://schemas.openxmlformats.org/officeDocument/2006/relationships/slide" Target="../slides/slide63.xml"/><Relationship Id="rId4" Type="http://schemas.openxmlformats.org/officeDocument/2006/relationships/slide" Target="../slides/slide9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FD4E5AE3-E399-4636-8AA5-47D859CCE7EC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E3507BB8-F812-450E-B34B-F8F1B45E4A2F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90C7FF67-C3DF-4EB4-9CE8-4E75690D2F65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3F54CE9F-7CAC-4A59-B171-58292F2C2226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6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0F6F5DF9-E58F-4794-9B1B-32DC31867727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7</a:t>
          </a: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 custT="1"/>
      <dgm:spPr>
        <a:noFill/>
        <a:ln>
          <a:noFill/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C52E2859-30ED-4BC2-BC61-EF6B50EDD3FF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 b="1" dirty="0">
            <a:solidFill>
              <a:schemeClr val="bg1"/>
            </a:solidFill>
            <a:latin typeface="Consolas" panose="020B0609020204030204" pitchFamily="49" charset="0"/>
          </a:endParaRPr>
        </a:p>
      </dgm:t>
    </dgm:pt>
    <dgm:pt modelId="{CBE65E9E-5205-4A27-9862-35581C6FB5AE}" type="parTrans" cxnId="{6AB6BD26-01F2-40F5-85F3-10FDF17F2B98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789BB7F5-B7CF-4FDA-8B1D-7ED339840F7A}" type="sibTrans" cxnId="{6AB6BD26-01F2-40F5-85F3-10FDF17F2B98}">
      <dgm:prSet custT="1"/>
      <dgm:spPr>
        <a:noFill/>
        <a:ln>
          <a:noFill/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000D9BFF-2FB5-4946-B88C-0824BDB84F2B}">
      <dgm:prSet phldrT="[Text]" custT="1"/>
      <dgm:spPr>
        <a:solidFill>
          <a:schemeClr val="tx1">
            <a:lumMod val="95000"/>
            <a:lumOff val="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 sz="4400" b="1" dirty="0">
            <a:solidFill>
              <a:schemeClr val="tx1"/>
            </a:solidFill>
            <a:latin typeface="Consolas" panose="020B0609020204030204" pitchFamily="49" charset="0"/>
          </a:endParaRPr>
        </a:p>
      </dgm:t>
    </dgm:pt>
    <dgm:pt modelId="{495C43FE-9022-4B30-89F1-18F9BB473E8D}" type="parTrans" cxnId="{6758EF48-0C05-4A3E-8A13-08A021886BDA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40E87195-2157-49C9-9489-8CD35C1F4DDF}" type="sibTrans" cxnId="{6758EF48-0C05-4A3E-8A13-08A021886BDA}">
      <dgm:prSet custT="1"/>
      <dgm:spPr>
        <a:noFill/>
        <a:ln>
          <a:noFill/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8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8"/>
      <dgm:spPr/>
    </dgm:pt>
    <dgm:pt modelId="{458D70DC-6427-4EA8-81AD-D1184B8421A4}" type="pres">
      <dgm:prSet presAssocID="{1ABA2B98-FF35-4E0E-9736-C9D45242A2AD}" presName="connectorText" presStyleLbl="sibTrans2D1" presStyleIdx="0" presStyleCnt="8"/>
      <dgm:spPr/>
    </dgm:pt>
    <dgm:pt modelId="{94F15D60-A6E8-448C-AB5D-AA4FE65A1EE0}" type="pres">
      <dgm:prSet presAssocID="{FD4E5AE3-E399-4636-8AA5-47D859CCE7EC}" presName="node" presStyleLbl="node1" presStyleIdx="1" presStyleCnt="8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8"/>
      <dgm:spPr/>
    </dgm:pt>
    <dgm:pt modelId="{8574930B-BD5F-440C-9448-BED77C4B1A0A}" type="pres">
      <dgm:prSet presAssocID="{4B461DA2-9381-40C4-9FFE-8A4219056576}" presName="connectorText" presStyleLbl="sibTrans2D1" presStyleIdx="1" presStyleCnt="8"/>
      <dgm:spPr/>
    </dgm:pt>
    <dgm:pt modelId="{7F4E22F4-4541-4313-9429-8652381E2430}" type="pres">
      <dgm:prSet presAssocID="{E3507BB8-F812-450E-B34B-F8F1B45E4A2F}" presName="node" presStyleLbl="node1" presStyleIdx="2" presStyleCnt="8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8"/>
      <dgm:spPr/>
    </dgm:pt>
    <dgm:pt modelId="{5E147015-B94C-4CBB-B758-E6ACF0E35DE6}" type="pres">
      <dgm:prSet presAssocID="{24FBD762-40CB-401B-8C73-6B569C0912DA}" presName="connectorText" presStyleLbl="sibTrans2D1" presStyleIdx="2" presStyleCnt="8"/>
      <dgm:spPr/>
    </dgm:pt>
    <dgm:pt modelId="{4253F2A0-3C4D-41E0-8F8F-602B835DE00E}" type="pres">
      <dgm:prSet presAssocID="{90C7FF67-C3DF-4EB4-9CE8-4E75690D2F65}" presName="node" presStyleLbl="node1" presStyleIdx="3" presStyleCnt="8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8"/>
      <dgm:spPr/>
    </dgm:pt>
    <dgm:pt modelId="{E2C0DE48-FB2E-4902-9CD5-E59A1930510A}" type="pres">
      <dgm:prSet presAssocID="{77A882BC-9F8B-4009-B34E-D11B4FC92D47}" presName="connectorText" presStyleLbl="sibTrans2D1" presStyleIdx="3" presStyleCnt="8"/>
      <dgm:spPr/>
    </dgm:pt>
    <dgm:pt modelId="{5AC06EA3-1487-4878-8E60-73BC78C506B2}" type="pres">
      <dgm:prSet presAssocID="{3F54CE9F-7CAC-4A59-B171-58292F2C2226}" presName="node" presStyleLbl="node1" presStyleIdx="4" presStyleCnt="8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8"/>
      <dgm:spPr/>
    </dgm:pt>
    <dgm:pt modelId="{C6172BA1-E4A3-4B80-8442-5E4D51311285}" type="pres">
      <dgm:prSet presAssocID="{03499D24-691A-4B6D-99CE-01C65C9CD44E}" presName="connectorText" presStyleLbl="sibTrans2D1" presStyleIdx="4" presStyleCnt="8"/>
      <dgm:spPr/>
    </dgm:pt>
    <dgm:pt modelId="{94FA9188-7ACD-46A3-9671-54526483B058}" type="pres">
      <dgm:prSet presAssocID="{0F6F5DF9-E58F-4794-9B1B-32DC31867727}" presName="node" presStyleLbl="node1" presStyleIdx="5" presStyleCnt="8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8"/>
      <dgm:spPr/>
    </dgm:pt>
    <dgm:pt modelId="{4886F224-0834-4F06-9A78-FD2F2BCFA2DC}" type="pres">
      <dgm:prSet presAssocID="{05C3D9DE-9DA9-4370-B99E-C57B24EFBFBC}" presName="connectorText" presStyleLbl="sibTrans2D1" presStyleIdx="5" presStyleCnt="8"/>
      <dgm:spPr/>
    </dgm:pt>
    <dgm:pt modelId="{D179AB51-579D-48F7-90A3-A3BCDCE0574A}" type="pres">
      <dgm:prSet presAssocID="{C52E2859-30ED-4BC2-BC61-EF6B50EDD3FF}" presName="node" presStyleLbl="node1" presStyleIdx="6" presStyleCnt="8" custRadScaleRad="98994" custRadScaleInc="729">
        <dgm:presLayoutVars>
          <dgm:bulletEnabled val="1"/>
        </dgm:presLayoutVars>
      </dgm:prSet>
      <dgm:spPr/>
    </dgm:pt>
    <dgm:pt modelId="{BEDB3ACA-9105-4436-A6A8-D353E9A71C08}" type="pres">
      <dgm:prSet presAssocID="{789BB7F5-B7CF-4FDA-8B1D-7ED339840F7A}" presName="sibTrans" presStyleLbl="sibTrans2D1" presStyleIdx="6" presStyleCnt="8"/>
      <dgm:spPr/>
    </dgm:pt>
    <dgm:pt modelId="{5F6E0688-7073-4496-8AD7-1FED22E81771}" type="pres">
      <dgm:prSet presAssocID="{789BB7F5-B7CF-4FDA-8B1D-7ED339840F7A}" presName="connectorText" presStyleLbl="sibTrans2D1" presStyleIdx="6" presStyleCnt="8"/>
      <dgm:spPr/>
    </dgm:pt>
    <dgm:pt modelId="{0BCD4322-3D00-4B0F-B247-E2F3D69804BC}" type="pres">
      <dgm:prSet presAssocID="{000D9BFF-2FB5-4946-B88C-0824BDB84F2B}" presName="node" presStyleLbl="node1" presStyleIdx="7" presStyleCnt="8" custRadScaleRad="99126" custRadScaleInc="2651">
        <dgm:presLayoutVars>
          <dgm:bulletEnabled val="1"/>
        </dgm:presLayoutVars>
      </dgm:prSet>
      <dgm:spPr/>
    </dgm:pt>
    <dgm:pt modelId="{315666E4-D604-4B68-BABD-CB75609091A1}" type="pres">
      <dgm:prSet presAssocID="{40E87195-2157-49C9-9489-8CD35C1F4DDF}" presName="sibTrans" presStyleLbl="sibTrans2D1" presStyleIdx="7" presStyleCnt="8"/>
      <dgm:spPr/>
    </dgm:pt>
    <dgm:pt modelId="{8DA36061-2773-445B-99FA-37932372FB10}" type="pres">
      <dgm:prSet presAssocID="{40E87195-2157-49C9-9489-8CD35C1F4DDF}" presName="connectorText" presStyleLbl="sibTrans2D1" presStyleIdx="7" presStyleCnt="8"/>
      <dgm:spPr/>
    </dgm:pt>
  </dgm:ptLst>
  <dgm:cxnLst>
    <dgm:cxn modelId="{EA8FD102-CBB0-4A68-A7AA-FEE41028F452}" type="presOf" srcId="{1ABA2B98-FF35-4E0E-9736-C9D45242A2AD}" destId="{B450A715-FA4B-4EB0-92AC-2D625DFBCE0D}" srcOrd="0" destOrd="0" presId="urn:microsoft.com/office/officeart/2005/8/layout/cycle2"/>
    <dgm:cxn modelId="{4947D402-94F2-40A5-8E91-01669C8BBC24}" type="presOf" srcId="{4B461DA2-9381-40C4-9FFE-8A4219056576}" destId="{8574930B-BD5F-440C-9448-BED77C4B1A0A}" srcOrd="1" destOrd="0" presId="urn:microsoft.com/office/officeart/2005/8/layout/cycle2"/>
    <dgm:cxn modelId="{F1604D09-7035-4E5A-BCF1-F2855F757BE1}" type="presOf" srcId="{3F54CE9F-7CAC-4A59-B171-58292F2C2226}" destId="{5AC06EA3-1487-4878-8E60-73BC78C506B2}" srcOrd="0" destOrd="0" presId="urn:microsoft.com/office/officeart/2005/8/layout/cycle2"/>
    <dgm:cxn modelId="{DA4DCC0A-34F1-41CC-841E-9CF2488D90C9}" type="presOf" srcId="{05C3D9DE-9DA9-4370-B99E-C57B24EFBFBC}" destId="{4886F224-0834-4F06-9A78-FD2F2BCFA2DC}" srcOrd="1" destOrd="0" presId="urn:microsoft.com/office/officeart/2005/8/layout/cycle2"/>
    <dgm:cxn modelId="{0398B813-9AD2-4B60-AB76-E66C4E9E0972}" type="presOf" srcId="{000D9BFF-2FB5-4946-B88C-0824BDB84F2B}" destId="{0BCD4322-3D00-4B0F-B247-E2F3D69804BC}" srcOrd="0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4DAABE21-19CD-46C0-A8A5-557107E41E9F}" type="presOf" srcId="{E3507BB8-F812-450E-B34B-F8F1B45E4A2F}" destId="{7F4E22F4-4541-4313-9429-8652381E2430}" srcOrd="0" destOrd="0" presId="urn:microsoft.com/office/officeart/2005/8/layout/cycle2"/>
    <dgm:cxn modelId="{E8F80E24-4FFE-4556-8E28-4646B78F0B3C}" type="presOf" srcId="{03499D24-691A-4B6D-99CE-01C65C9CD44E}" destId="{461F6849-4FCE-49EE-9AB8-2EA110D7E1CF}" srcOrd="0" destOrd="0" presId="urn:microsoft.com/office/officeart/2005/8/layout/cycle2"/>
    <dgm:cxn modelId="{6AB6BD26-01F2-40F5-85F3-10FDF17F2B98}" srcId="{6631E0A1-A182-4A4C-92D8-28D197EE148E}" destId="{C52E2859-30ED-4BC2-BC61-EF6B50EDD3FF}" srcOrd="6" destOrd="0" parTransId="{CBE65E9E-5205-4A27-9862-35581C6FB5AE}" sibTransId="{789BB7F5-B7CF-4FDA-8B1D-7ED339840F7A}"/>
    <dgm:cxn modelId="{BBD06D29-8943-45F5-BC01-08892DE629FC}" type="presOf" srcId="{EAFD7254-0AE1-425F-9354-786EB5D192FD}" destId="{600CEE48-9058-48EC-A7B5-F5E02AB79E7E}" srcOrd="0" destOrd="0" presId="urn:microsoft.com/office/officeart/2005/8/layout/cycle2"/>
    <dgm:cxn modelId="{7FCB8030-12EA-416C-A314-0ED2EDD17E67}" type="presOf" srcId="{40E87195-2157-49C9-9489-8CD35C1F4DDF}" destId="{8DA36061-2773-445B-99FA-37932372FB10}" srcOrd="1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945FEA5E-0F44-40B9-80FB-2C19C3E4C6D8}" type="presOf" srcId="{05C3D9DE-9DA9-4370-B99E-C57B24EFBFBC}" destId="{0226906C-6F8A-490E-827A-2C59B35F2BD9}" srcOrd="0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508C6742-CC8B-47B0-99B4-7EEC51635839}" type="presOf" srcId="{90C7FF67-C3DF-4EB4-9CE8-4E75690D2F65}" destId="{4253F2A0-3C4D-41E0-8F8F-602B835DE00E}" srcOrd="0" destOrd="0" presId="urn:microsoft.com/office/officeart/2005/8/layout/cycle2"/>
    <dgm:cxn modelId="{CB869846-2D98-4E55-82C0-186E83EE5ECB}" type="presOf" srcId="{77A882BC-9F8B-4009-B34E-D11B4FC92D47}" destId="{E2C0DE48-FB2E-4902-9CD5-E59A1930510A}" srcOrd="1" destOrd="0" presId="urn:microsoft.com/office/officeart/2005/8/layout/cycle2"/>
    <dgm:cxn modelId="{DD470D48-CE63-4AA1-9ADD-E001D27B77DC}" type="presOf" srcId="{4B461DA2-9381-40C4-9FFE-8A4219056576}" destId="{B6E0A313-4639-426A-B195-1175A3144FF9}" srcOrd="0" destOrd="0" presId="urn:microsoft.com/office/officeart/2005/8/layout/cycle2"/>
    <dgm:cxn modelId="{6758EF48-0C05-4A3E-8A13-08A021886BDA}" srcId="{6631E0A1-A182-4A4C-92D8-28D197EE148E}" destId="{000D9BFF-2FB5-4946-B88C-0824BDB84F2B}" srcOrd="7" destOrd="0" parTransId="{495C43FE-9022-4B30-89F1-18F9BB473E8D}" sibTransId="{40E87195-2157-49C9-9489-8CD35C1F4DDF}"/>
    <dgm:cxn modelId="{0507866A-4871-47BD-ABE7-D4C98D7877A5}" type="presOf" srcId="{FD4E5AE3-E399-4636-8AA5-47D859CCE7EC}" destId="{94F15D60-A6E8-448C-AB5D-AA4FE65A1EE0}" srcOrd="0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5D66E259-42F9-487C-839E-93681D2D80F2}" type="presOf" srcId="{0F6F5DF9-E58F-4794-9B1B-32DC31867727}" destId="{94FA9188-7ACD-46A3-9671-54526483B058}" srcOrd="0" destOrd="0" presId="urn:microsoft.com/office/officeart/2005/8/layout/cycle2"/>
    <dgm:cxn modelId="{91775688-CC91-438C-A8E1-EB5F0BD9B0C7}" type="presOf" srcId="{789BB7F5-B7CF-4FDA-8B1D-7ED339840F7A}" destId="{5F6E0688-7073-4496-8AD7-1FED22E81771}" srcOrd="1" destOrd="0" presId="urn:microsoft.com/office/officeart/2005/8/layout/cycle2"/>
    <dgm:cxn modelId="{6A7E3B90-5F35-4570-8DD9-40BFB0BDB979}" type="presOf" srcId="{24FBD762-40CB-401B-8C73-6B569C0912DA}" destId="{5E147015-B94C-4CBB-B758-E6ACF0E35DE6}" srcOrd="1" destOrd="0" presId="urn:microsoft.com/office/officeart/2005/8/layout/cycle2"/>
    <dgm:cxn modelId="{CE68C291-5BE4-4B92-A50E-14D7E42A309F}" type="presOf" srcId="{1ABA2B98-FF35-4E0E-9736-C9D45242A2AD}" destId="{458D70DC-6427-4EA8-81AD-D1184B8421A4}" srcOrd="1" destOrd="0" presId="urn:microsoft.com/office/officeart/2005/8/layout/cycle2"/>
    <dgm:cxn modelId="{08D95E9B-7BF0-4ADF-8B69-E61D50C2EA24}" type="presOf" srcId="{40E87195-2157-49C9-9489-8CD35C1F4DDF}" destId="{315666E4-D604-4B68-BABD-CB75609091A1}" srcOrd="0" destOrd="0" presId="urn:microsoft.com/office/officeart/2005/8/layout/cycle2"/>
    <dgm:cxn modelId="{7A11F6A2-255D-4B6C-9DBD-842147AEBE7B}" type="presOf" srcId="{24FBD762-40CB-401B-8C73-6B569C0912DA}" destId="{930C1C10-B7D9-4063-97DF-451520631F5C}" srcOrd="0" destOrd="0" presId="urn:microsoft.com/office/officeart/2005/8/layout/cycle2"/>
    <dgm:cxn modelId="{C926EEA9-46F4-45A3-9FAA-8D9AAFE30C60}" type="presOf" srcId="{6631E0A1-A182-4A4C-92D8-28D197EE148E}" destId="{C02C60C1-06FC-4F49-A68C-5F3C490AAB5C}" srcOrd="0" destOrd="0" presId="urn:microsoft.com/office/officeart/2005/8/layout/cycle2"/>
    <dgm:cxn modelId="{ABB1DAB7-8872-4B1E-A393-B44A763B3D0C}" type="presOf" srcId="{789BB7F5-B7CF-4FDA-8B1D-7ED339840F7A}" destId="{BEDB3ACA-9105-4436-A6A8-D353E9A71C08}" srcOrd="0" destOrd="0" presId="urn:microsoft.com/office/officeart/2005/8/layout/cycle2"/>
    <dgm:cxn modelId="{B31BF4BB-FC79-47FF-BF99-7A0E4978E333}" type="presOf" srcId="{03499D24-691A-4B6D-99CE-01C65C9CD44E}" destId="{C6172BA1-E4A3-4B80-8442-5E4D51311285}" srcOrd="1" destOrd="0" presId="urn:microsoft.com/office/officeart/2005/8/layout/cycle2"/>
    <dgm:cxn modelId="{49DCACC8-7CBF-465C-9D46-20C7A39BFE96}" type="presOf" srcId="{C52E2859-30ED-4BC2-BC61-EF6B50EDD3FF}" destId="{D179AB51-579D-48F7-90A3-A3BCDCE0574A}" srcOrd="0" destOrd="0" presId="urn:microsoft.com/office/officeart/2005/8/layout/cycle2"/>
    <dgm:cxn modelId="{A30018FA-5C04-419E-82A2-DFB604FFB212}" type="presOf" srcId="{77A882BC-9F8B-4009-B34E-D11B4FC92D47}" destId="{F8AF0E23-F4AB-4B22-93A2-64EDDCAF3E7E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8610AC01-F21E-422A-BFF1-8F1A734E0642}" type="presParOf" srcId="{C02C60C1-06FC-4F49-A68C-5F3C490AAB5C}" destId="{600CEE48-9058-48EC-A7B5-F5E02AB79E7E}" srcOrd="0" destOrd="0" presId="urn:microsoft.com/office/officeart/2005/8/layout/cycle2"/>
    <dgm:cxn modelId="{B6A621FB-5A8E-46FA-8A4C-77A93D11EFDA}" type="presParOf" srcId="{C02C60C1-06FC-4F49-A68C-5F3C490AAB5C}" destId="{B450A715-FA4B-4EB0-92AC-2D625DFBCE0D}" srcOrd="1" destOrd="0" presId="urn:microsoft.com/office/officeart/2005/8/layout/cycle2"/>
    <dgm:cxn modelId="{2FF4E1F4-B199-470B-9562-A1B2A5105CFD}" type="presParOf" srcId="{B450A715-FA4B-4EB0-92AC-2D625DFBCE0D}" destId="{458D70DC-6427-4EA8-81AD-D1184B8421A4}" srcOrd="0" destOrd="0" presId="urn:microsoft.com/office/officeart/2005/8/layout/cycle2"/>
    <dgm:cxn modelId="{CE723E8E-2BB9-4F8F-AC68-5D0D0AA629D3}" type="presParOf" srcId="{C02C60C1-06FC-4F49-A68C-5F3C490AAB5C}" destId="{94F15D60-A6E8-448C-AB5D-AA4FE65A1EE0}" srcOrd="2" destOrd="0" presId="urn:microsoft.com/office/officeart/2005/8/layout/cycle2"/>
    <dgm:cxn modelId="{45AEDBD8-3C1C-4F6B-8388-291610EF7644}" type="presParOf" srcId="{C02C60C1-06FC-4F49-A68C-5F3C490AAB5C}" destId="{B6E0A313-4639-426A-B195-1175A3144FF9}" srcOrd="3" destOrd="0" presId="urn:microsoft.com/office/officeart/2005/8/layout/cycle2"/>
    <dgm:cxn modelId="{A6E320DD-3AD0-46CB-9E1C-6AC2C720B8E7}" type="presParOf" srcId="{B6E0A313-4639-426A-B195-1175A3144FF9}" destId="{8574930B-BD5F-440C-9448-BED77C4B1A0A}" srcOrd="0" destOrd="0" presId="urn:microsoft.com/office/officeart/2005/8/layout/cycle2"/>
    <dgm:cxn modelId="{C30A5594-23C1-4E6D-AE96-C6327A4C1C8C}" type="presParOf" srcId="{C02C60C1-06FC-4F49-A68C-5F3C490AAB5C}" destId="{7F4E22F4-4541-4313-9429-8652381E2430}" srcOrd="4" destOrd="0" presId="urn:microsoft.com/office/officeart/2005/8/layout/cycle2"/>
    <dgm:cxn modelId="{FB5ED763-F74B-4631-BAF3-3B38174A80EA}" type="presParOf" srcId="{C02C60C1-06FC-4F49-A68C-5F3C490AAB5C}" destId="{930C1C10-B7D9-4063-97DF-451520631F5C}" srcOrd="5" destOrd="0" presId="urn:microsoft.com/office/officeart/2005/8/layout/cycle2"/>
    <dgm:cxn modelId="{EB52C456-7614-45F7-A624-722F66B6D66E}" type="presParOf" srcId="{930C1C10-B7D9-4063-97DF-451520631F5C}" destId="{5E147015-B94C-4CBB-B758-E6ACF0E35DE6}" srcOrd="0" destOrd="0" presId="urn:microsoft.com/office/officeart/2005/8/layout/cycle2"/>
    <dgm:cxn modelId="{611175BB-C2AC-42E3-8267-B308CC6C5FE5}" type="presParOf" srcId="{C02C60C1-06FC-4F49-A68C-5F3C490AAB5C}" destId="{4253F2A0-3C4D-41E0-8F8F-602B835DE00E}" srcOrd="6" destOrd="0" presId="urn:microsoft.com/office/officeart/2005/8/layout/cycle2"/>
    <dgm:cxn modelId="{F282FA50-D5C8-4412-B3C0-608A6A1AE34B}" type="presParOf" srcId="{C02C60C1-06FC-4F49-A68C-5F3C490AAB5C}" destId="{F8AF0E23-F4AB-4B22-93A2-64EDDCAF3E7E}" srcOrd="7" destOrd="0" presId="urn:microsoft.com/office/officeart/2005/8/layout/cycle2"/>
    <dgm:cxn modelId="{11CA3BFA-E467-4463-8D55-E04B500BFB2A}" type="presParOf" srcId="{F8AF0E23-F4AB-4B22-93A2-64EDDCAF3E7E}" destId="{E2C0DE48-FB2E-4902-9CD5-E59A1930510A}" srcOrd="0" destOrd="0" presId="urn:microsoft.com/office/officeart/2005/8/layout/cycle2"/>
    <dgm:cxn modelId="{EB2223BF-F18E-49A8-99D8-EC5C536F68E2}" type="presParOf" srcId="{C02C60C1-06FC-4F49-A68C-5F3C490AAB5C}" destId="{5AC06EA3-1487-4878-8E60-73BC78C506B2}" srcOrd="8" destOrd="0" presId="urn:microsoft.com/office/officeart/2005/8/layout/cycle2"/>
    <dgm:cxn modelId="{3E7ADA27-F032-4388-9630-829EE271CBA0}" type="presParOf" srcId="{C02C60C1-06FC-4F49-A68C-5F3C490AAB5C}" destId="{461F6849-4FCE-49EE-9AB8-2EA110D7E1CF}" srcOrd="9" destOrd="0" presId="urn:microsoft.com/office/officeart/2005/8/layout/cycle2"/>
    <dgm:cxn modelId="{CD9AFFF8-84F1-4581-AA6E-3BA0123D5404}" type="presParOf" srcId="{461F6849-4FCE-49EE-9AB8-2EA110D7E1CF}" destId="{C6172BA1-E4A3-4B80-8442-5E4D51311285}" srcOrd="0" destOrd="0" presId="urn:microsoft.com/office/officeart/2005/8/layout/cycle2"/>
    <dgm:cxn modelId="{579431A7-83DC-4D6A-9F02-E6AC17B3CB8F}" type="presParOf" srcId="{C02C60C1-06FC-4F49-A68C-5F3C490AAB5C}" destId="{94FA9188-7ACD-46A3-9671-54526483B058}" srcOrd="10" destOrd="0" presId="urn:microsoft.com/office/officeart/2005/8/layout/cycle2"/>
    <dgm:cxn modelId="{FA24FA2F-C5BD-4633-A818-2BA4AB45A037}" type="presParOf" srcId="{C02C60C1-06FC-4F49-A68C-5F3C490AAB5C}" destId="{0226906C-6F8A-490E-827A-2C59B35F2BD9}" srcOrd="11" destOrd="0" presId="urn:microsoft.com/office/officeart/2005/8/layout/cycle2"/>
    <dgm:cxn modelId="{E5445457-4FA6-4F21-AA27-DB815DF22D99}" type="presParOf" srcId="{0226906C-6F8A-490E-827A-2C59B35F2BD9}" destId="{4886F224-0834-4F06-9A78-FD2F2BCFA2DC}" srcOrd="0" destOrd="0" presId="urn:microsoft.com/office/officeart/2005/8/layout/cycle2"/>
    <dgm:cxn modelId="{0CC77333-39C0-487A-8F44-932655E34354}" type="presParOf" srcId="{C02C60C1-06FC-4F49-A68C-5F3C490AAB5C}" destId="{D179AB51-579D-48F7-90A3-A3BCDCE0574A}" srcOrd="12" destOrd="0" presId="urn:microsoft.com/office/officeart/2005/8/layout/cycle2"/>
    <dgm:cxn modelId="{00A3CA4F-2713-454A-8664-7E401153F817}" type="presParOf" srcId="{C02C60C1-06FC-4F49-A68C-5F3C490AAB5C}" destId="{BEDB3ACA-9105-4436-A6A8-D353E9A71C08}" srcOrd="13" destOrd="0" presId="urn:microsoft.com/office/officeart/2005/8/layout/cycle2"/>
    <dgm:cxn modelId="{FD85D521-92DB-4CC1-A83F-09178710AE9D}" type="presParOf" srcId="{BEDB3ACA-9105-4436-A6A8-D353E9A71C08}" destId="{5F6E0688-7073-4496-8AD7-1FED22E81771}" srcOrd="0" destOrd="0" presId="urn:microsoft.com/office/officeart/2005/8/layout/cycle2"/>
    <dgm:cxn modelId="{39EFED2D-4353-487F-9988-5174E401CCE7}" type="presParOf" srcId="{C02C60C1-06FC-4F49-A68C-5F3C490AAB5C}" destId="{0BCD4322-3D00-4B0F-B247-E2F3D69804BC}" srcOrd="14" destOrd="0" presId="urn:microsoft.com/office/officeart/2005/8/layout/cycle2"/>
    <dgm:cxn modelId="{84B6C088-ED85-4323-A7E6-D4F722E2FEA9}" type="presParOf" srcId="{C02C60C1-06FC-4F49-A68C-5F3C490AAB5C}" destId="{315666E4-D604-4B68-BABD-CB75609091A1}" srcOrd="15" destOrd="0" presId="urn:microsoft.com/office/officeart/2005/8/layout/cycle2"/>
    <dgm:cxn modelId="{CFD06536-0C95-4E60-9449-411FC14A3FD2}" type="presParOf" srcId="{315666E4-D604-4B68-BABD-CB75609091A1}" destId="{8DA36061-2773-445B-99FA-37932372FB1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31E0A1-A182-4A4C-92D8-28D197EE14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AFD7254-0AE1-425F-9354-786EB5D192FD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0</a:t>
          </a:r>
        </a:p>
      </dgm:t>
    </dgm:pt>
    <dgm:pt modelId="{A2F5E0A8-0F58-4D23-9F51-DA2750A4AEA8}" type="parTrans" cxnId="{244F0D5F-4DD9-4AEF-AD91-30D17129584E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1ABA2B98-FF35-4E0E-9736-C9D45242A2AD}" type="sibTrans" cxnId="{244F0D5F-4DD9-4AEF-AD91-30D17129584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FD4E5AE3-E399-4636-8AA5-47D859CCE7EC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gm:t>
    </dgm:pt>
    <dgm:pt modelId="{907E5737-4B4C-4897-B831-0F7428466F8E}" type="parTrans" cxnId="{3C0BF9FA-DD49-47FA-9F4D-AE41A7A2DBD3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4B461DA2-9381-40C4-9FFE-8A4219056576}" type="sibTrans" cxnId="{3C0BF9FA-DD49-47FA-9F4D-AE41A7A2DBD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E3507BB8-F812-450E-B34B-F8F1B45E4A2F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gm:t>
    </dgm:pt>
    <dgm:pt modelId="{71D20085-390C-4C80-A5B2-194E99575D34}" type="parTrans" cxnId="{0DFE8352-0EF0-4D2D-9705-E297387B1E4B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24FBD762-40CB-401B-8C73-6B569C0912DA}" type="sibTrans" cxnId="{0DFE8352-0EF0-4D2D-9705-E297387B1E4B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90C7FF67-C3DF-4EB4-9CE8-4E75690D2F65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gm:t>
    </dgm:pt>
    <dgm:pt modelId="{BC71018D-6EED-428C-94F0-F7025D06747A}" type="parTrans" cxnId="{DEA98A39-1D0F-417A-9D60-41C540D8AB95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77A882BC-9F8B-4009-B34E-D11B4FC92D47}" type="sibTrans" cxnId="{DEA98A39-1D0F-417A-9D60-41C540D8AB9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3F54CE9F-7CAC-4A59-B171-58292F2C2226}">
      <dgm:prSet phldrT="[Text]" custT="1"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r>
            <a:rPr lang="cs-CZ" sz="4400" b="1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gm:t>
    </dgm:pt>
    <dgm:pt modelId="{51DAD242-CE84-4F90-9834-1F6227ABD20D}" type="parTrans" cxnId="{0CD859FE-9AFE-4FD7-88E4-9A3DF8E8020D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03499D24-691A-4B6D-99CE-01C65C9CD44E}" type="sibTrans" cxnId="{0CD859FE-9AFE-4FD7-88E4-9A3DF8E8020D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0F6F5DF9-E58F-4794-9B1B-32DC31867727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 b="1" dirty="0">
            <a:solidFill>
              <a:schemeClr val="tx1"/>
            </a:solidFill>
            <a:latin typeface="Consolas" panose="020B0609020204030204" pitchFamily="49" charset="0"/>
          </a:endParaRPr>
        </a:p>
      </dgm:t>
    </dgm:pt>
    <dgm:pt modelId="{50B5F6BF-4C16-4E87-863F-E846E6B043EB}" type="parTrans" cxnId="{1B841621-57A5-4379-8E62-E096F774706C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05C3D9DE-9DA9-4370-B99E-C57B24EFBFBC}" type="sibTrans" cxnId="{1B841621-57A5-4379-8E62-E096F774706C}">
      <dgm:prSet custT="1"/>
      <dgm:spPr>
        <a:noFill/>
        <a:ln>
          <a:noFill/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C52E2859-30ED-4BC2-BC61-EF6B50EDD3FF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cs-CZ" sz="4400" b="1" dirty="0">
            <a:solidFill>
              <a:schemeClr val="bg1"/>
            </a:solidFill>
            <a:latin typeface="Consolas" panose="020B0609020204030204" pitchFamily="49" charset="0"/>
          </a:endParaRPr>
        </a:p>
      </dgm:t>
    </dgm:pt>
    <dgm:pt modelId="{CBE65E9E-5205-4A27-9862-35581C6FB5AE}" type="parTrans" cxnId="{6AB6BD26-01F2-40F5-85F3-10FDF17F2B98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789BB7F5-B7CF-4FDA-8B1D-7ED339840F7A}" type="sibTrans" cxnId="{6AB6BD26-01F2-40F5-85F3-10FDF17F2B98}">
      <dgm:prSet custT="1"/>
      <dgm:spPr>
        <a:noFill/>
        <a:ln>
          <a:noFill/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000D9BFF-2FB5-4946-B88C-0824BDB84F2B}">
      <dgm:prSet phldrT="[Text]" custT="1"/>
      <dgm:spPr>
        <a:solidFill>
          <a:schemeClr val="tx1">
            <a:lumMod val="95000"/>
            <a:lumOff val="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cs-CZ" sz="4400" b="1" dirty="0">
            <a:solidFill>
              <a:schemeClr val="tx1"/>
            </a:solidFill>
            <a:latin typeface="Consolas" panose="020B0609020204030204" pitchFamily="49" charset="0"/>
          </a:endParaRPr>
        </a:p>
      </dgm:t>
    </dgm:pt>
    <dgm:pt modelId="{495C43FE-9022-4B30-89F1-18F9BB473E8D}" type="parTrans" cxnId="{6758EF48-0C05-4A3E-8A13-08A021886BDA}">
      <dgm:prSet/>
      <dgm:spPr/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40E87195-2157-49C9-9489-8CD35C1F4DDF}" type="sibTrans" cxnId="{6758EF48-0C05-4A3E-8A13-08A021886BDA}">
      <dgm:prSet custT="1"/>
      <dgm:spPr>
        <a:noFill/>
        <a:ln>
          <a:noFill/>
        </a:ln>
      </dgm:spPr>
      <dgm:t>
        <a:bodyPr/>
        <a:lstStyle/>
        <a:p>
          <a:endParaRPr lang="cs-CZ" sz="4400">
            <a:latin typeface="Consolas" panose="020B0609020204030204" pitchFamily="49" charset="0"/>
          </a:endParaRPr>
        </a:p>
      </dgm:t>
    </dgm:pt>
    <dgm:pt modelId="{C02C60C1-06FC-4F49-A68C-5F3C490AAB5C}" type="pres">
      <dgm:prSet presAssocID="{6631E0A1-A182-4A4C-92D8-28D197EE148E}" presName="cycle" presStyleCnt="0">
        <dgm:presLayoutVars>
          <dgm:dir/>
          <dgm:resizeHandles val="exact"/>
        </dgm:presLayoutVars>
      </dgm:prSet>
      <dgm:spPr/>
    </dgm:pt>
    <dgm:pt modelId="{600CEE48-9058-48EC-A7B5-F5E02AB79E7E}" type="pres">
      <dgm:prSet presAssocID="{EAFD7254-0AE1-425F-9354-786EB5D192FD}" presName="node" presStyleLbl="node1" presStyleIdx="0" presStyleCnt="8" custRadScaleRad="98776" custRadScaleInc="-150">
        <dgm:presLayoutVars>
          <dgm:bulletEnabled val="1"/>
        </dgm:presLayoutVars>
      </dgm:prSet>
      <dgm:spPr/>
    </dgm:pt>
    <dgm:pt modelId="{B450A715-FA4B-4EB0-92AC-2D625DFBCE0D}" type="pres">
      <dgm:prSet presAssocID="{1ABA2B98-FF35-4E0E-9736-C9D45242A2AD}" presName="sibTrans" presStyleLbl="sibTrans2D1" presStyleIdx="0" presStyleCnt="8"/>
      <dgm:spPr/>
    </dgm:pt>
    <dgm:pt modelId="{458D70DC-6427-4EA8-81AD-D1184B8421A4}" type="pres">
      <dgm:prSet presAssocID="{1ABA2B98-FF35-4E0E-9736-C9D45242A2AD}" presName="connectorText" presStyleLbl="sibTrans2D1" presStyleIdx="0" presStyleCnt="8"/>
      <dgm:spPr/>
    </dgm:pt>
    <dgm:pt modelId="{94F15D60-A6E8-448C-AB5D-AA4FE65A1EE0}" type="pres">
      <dgm:prSet presAssocID="{FD4E5AE3-E399-4636-8AA5-47D859CCE7EC}" presName="node" presStyleLbl="node1" presStyleIdx="1" presStyleCnt="8" custRadScaleRad="100259" custRadScaleInc="-4998">
        <dgm:presLayoutVars>
          <dgm:bulletEnabled val="1"/>
        </dgm:presLayoutVars>
      </dgm:prSet>
      <dgm:spPr/>
    </dgm:pt>
    <dgm:pt modelId="{B6E0A313-4639-426A-B195-1175A3144FF9}" type="pres">
      <dgm:prSet presAssocID="{4B461DA2-9381-40C4-9FFE-8A4219056576}" presName="sibTrans" presStyleLbl="sibTrans2D1" presStyleIdx="1" presStyleCnt="8"/>
      <dgm:spPr/>
    </dgm:pt>
    <dgm:pt modelId="{8574930B-BD5F-440C-9448-BED77C4B1A0A}" type="pres">
      <dgm:prSet presAssocID="{4B461DA2-9381-40C4-9FFE-8A4219056576}" presName="connectorText" presStyleLbl="sibTrans2D1" presStyleIdx="1" presStyleCnt="8"/>
      <dgm:spPr/>
    </dgm:pt>
    <dgm:pt modelId="{7F4E22F4-4541-4313-9429-8652381E2430}" type="pres">
      <dgm:prSet presAssocID="{E3507BB8-F812-450E-B34B-F8F1B45E4A2F}" presName="node" presStyleLbl="node1" presStyleIdx="2" presStyleCnt="8" custRadScaleRad="99863" custRadScaleInc="-5132">
        <dgm:presLayoutVars>
          <dgm:bulletEnabled val="1"/>
        </dgm:presLayoutVars>
      </dgm:prSet>
      <dgm:spPr/>
    </dgm:pt>
    <dgm:pt modelId="{930C1C10-B7D9-4063-97DF-451520631F5C}" type="pres">
      <dgm:prSet presAssocID="{24FBD762-40CB-401B-8C73-6B569C0912DA}" presName="sibTrans" presStyleLbl="sibTrans2D1" presStyleIdx="2" presStyleCnt="8"/>
      <dgm:spPr/>
    </dgm:pt>
    <dgm:pt modelId="{5E147015-B94C-4CBB-B758-E6ACF0E35DE6}" type="pres">
      <dgm:prSet presAssocID="{24FBD762-40CB-401B-8C73-6B569C0912DA}" presName="connectorText" presStyleLbl="sibTrans2D1" presStyleIdx="2" presStyleCnt="8"/>
      <dgm:spPr/>
    </dgm:pt>
    <dgm:pt modelId="{4253F2A0-3C4D-41E0-8F8F-602B835DE00E}" type="pres">
      <dgm:prSet presAssocID="{90C7FF67-C3DF-4EB4-9CE8-4E75690D2F65}" presName="node" presStyleLbl="node1" presStyleIdx="3" presStyleCnt="8" custRadScaleRad="99488" custRadScaleInc="-4481">
        <dgm:presLayoutVars>
          <dgm:bulletEnabled val="1"/>
        </dgm:presLayoutVars>
      </dgm:prSet>
      <dgm:spPr/>
    </dgm:pt>
    <dgm:pt modelId="{F8AF0E23-F4AB-4B22-93A2-64EDDCAF3E7E}" type="pres">
      <dgm:prSet presAssocID="{77A882BC-9F8B-4009-B34E-D11B4FC92D47}" presName="sibTrans" presStyleLbl="sibTrans2D1" presStyleIdx="3" presStyleCnt="8"/>
      <dgm:spPr/>
    </dgm:pt>
    <dgm:pt modelId="{E2C0DE48-FB2E-4902-9CD5-E59A1930510A}" type="pres">
      <dgm:prSet presAssocID="{77A882BC-9F8B-4009-B34E-D11B4FC92D47}" presName="connectorText" presStyleLbl="sibTrans2D1" presStyleIdx="3" presStyleCnt="8"/>
      <dgm:spPr/>
    </dgm:pt>
    <dgm:pt modelId="{5AC06EA3-1487-4878-8E60-73BC78C506B2}" type="pres">
      <dgm:prSet presAssocID="{3F54CE9F-7CAC-4A59-B171-58292F2C2226}" presName="node" presStyleLbl="node1" presStyleIdx="4" presStyleCnt="8" custRadScaleRad="99190" custRadScaleInc="-3139">
        <dgm:presLayoutVars>
          <dgm:bulletEnabled val="1"/>
        </dgm:presLayoutVars>
      </dgm:prSet>
      <dgm:spPr/>
    </dgm:pt>
    <dgm:pt modelId="{461F6849-4FCE-49EE-9AB8-2EA110D7E1CF}" type="pres">
      <dgm:prSet presAssocID="{03499D24-691A-4B6D-99CE-01C65C9CD44E}" presName="sibTrans" presStyleLbl="sibTrans2D1" presStyleIdx="4" presStyleCnt="8"/>
      <dgm:spPr/>
    </dgm:pt>
    <dgm:pt modelId="{C6172BA1-E4A3-4B80-8442-5E4D51311285}" type="pres">
      <dgm:prSet presAssocID="{03499D24-691A-4B6D-99CE-01C65C9CD44E}" presName="connectorText" presStyleLbl="sibTrans2D1" presStyleIdx="4" presStyleCnt="8"/>
      <dgm:spPr/>
    </dgm:pt>
    <dgm:pt modelId="{94FA9188-7ACD-46A3-9671-54526483B058}" type="pres">
      <dgm:prSet presAssocID="{0F6F5DF9-E58F-4794-9B1B-32DC31867727}" presName="node" presStyleLbl="node1" presStyleIdx="5" presStyleCnt="8" custRadScaleRad="99017" custRadScaleInc="-1308">
        <dgm:presLayoutVars>
          <dgm:bulletEnabled val="1"/>
        </dgm:presLayoutVars>
      </dgm:prSet>
      <dgm:spPr/>
    </dgm:pt>
    <dgm:pt modelId="{0226906C-6F8A-490E-827A-2C59B35F2BD9}" type="pres">
      <dgm:prSet presAssocID="{05C3D9DE-9DA9-4370-B99E-C57B24EFBFBC}" presName="sibTrans" presStyleLbl="sibTrans2D1" presStyleIdx="5" presStyleCnt="8"/>
      <dgm:spPr/>
    </dgm:pt>
    <dgm:pt modelId="{4886F224-0834-4F06-9A78-FD2F2BCFA2DC}" type="pres">
      <dgm:prSet presAssocID="{05C3D9DE-9DA9-4370-B99E-C57B24EFBFBC}" presName="connectorText" presStyleLbl="sibTrans2D1" presStyleIdx="5" presStyleCnt="8"/>
      <dgm:spPr/>
    </dgm:pt>
    <dgm:pt modelId="{D179AB51-579D-48F7-90A3-A3BCDCE0574A}" type="pres">
      <dgm:prSet presAssocID="{C52E2859-30ED-4BC2-BC61-EF6B50EDD3FF}" presName="node" presStyleLbl="node1" presStyleIdx="6" presStyleCnt="8" custRadScaleRad="98994" custRadScaleInc="729">
        <dgm:presLayoutVars>
          <dgm:bulletEnabled val="1"/>
        </dgm:presLayoutVars>
      </dgm:prSet>
      <dgm:spPr/>
    </dgm:pt>
    <dgm:pt modelId="{BEDB3ACA-9105-4436-A6A8-D353E9A71C08}" type="pres">
      <dgm:prSet presAssocID="{789BB7F5-B7CF-4FDA-8B1D-7ED339840F7A}" presName="sibTrans" presStyleLbl="sibTrans2D1" presStyleIdx="6" presStyleCnt="8"/>
      <dgm:spPr/>
    </dgm:pt>
    <dgm:pt modelId="{5F6E0688-7073-4496-8AD7-1FED22E81771}" type="pres">
      <dgm:prSet presAssocID="{789BB7F5-B7CF-4FDA-8B1D-7ED339840F7A}" presName="connectorText" presStyleLbl="sibTrans2D1" presStyleIdx="6" presStyleCnt="8"/>
      <dgm:spPr/>
    </dgm:pt>
    <dgm:pt modelId="{0BCD4322-3D00-4B0F-B247-E2F3D69804BC}" type="pres">
      <dgm:prSet presAssocID="{000D9BFF-2FB5-4946-B88C-0824BDB84F2B}" presName="node" presStyleLbl="node1" presStyleIdx="7" presStyleCnt="8" custRadScaleRad="99126" custRadScaleInc="2651">
        <dgm:presLayoutVars>
          <dgm:bulletEnabled val="1"/>
        </dgm:presLayoutVars>
      </dgm:prSet>
      <dgm:spPr/>
    </dgm:pt>
    <dgm:pt modelId="{315666E4-D604-4B68-BABD-CB75609091A1}" type="pres">
      <dgm:prSet presAssocID="{40E87195-2157-49C9-9489-8CD35C1F4DDF}" presName="sibTrans" presStyleLbl="sibTrans2D1" presStyleIdx="7" presStyleCnt="8"/>
      <dgm:spPr/>
    </dgm:pt>
    <dgm:pt modelId="{8DA36061-2773-445B-99FA-37932372FB10}" type="pres">
      <dgm:prSet presAssocID="{40E87195-2157-49C9-9489-8CD35C1F4DDF}" presName="connectorText" presStyleLbl="sibTrans2D1" presStyleIdx="7" presStyleCnt="8"/>
      <dgm:spPr/>
    </dgm:pt>
  </dgm:ptLst>
  <dgm:cxnLst>
    <dgm:cxn modelId="{EA8FD102-CBB0-4A68-A7AA-FEE41028F452}" type="presOf" srcId="{1ABA2B98-FF35-4E0E-9736-C9D45242A2AD}" destId="{B450A715-FA4B-4EB0-92AC-2D625DFBCE0D}" srcOrd="0" destOrd="0" presId="urn:microsoft.com/office/officeart/2005/8/layout/cycle2"/>
    <dgm:cxn modelId="{4947D402-94F2-40A5-8E91-01669C8BBC24}" type="presOf" srcId="{4B461DA2-9381-40C4-9FFE-8A4219056576}" destId="{8574930B-BD5F-440C-9448-BED77C4B1A0A}" srcOrd="1" destOrd="0" presId="urn:microsoft.com/office/officeart/2005/8/layout/cycle2"/>
    <dgm:cxn modelId="{F1604D09-7035-4E5A-BCF1-F2855F757BE1}" type="presOf" srcId="{3F54CE9F-7CAC-4A59-B171-58292F2C2226}" destId="{5AC06EA3-1487-4878-8E60-73BC78C506B2}" srcOrd="0" destOrd="0" presId="urn:microsoft.com/office/officeart/2005/8/layout/cycle2"/>
    <dgm:cxn modelId="{DA4DCC0A-34F1-41CC-841E-9CF2488D90C9}" type="presOf" srcId="{05C3D9DE-9DA9-4370-B99E-C57B24EFBFBC}" destId="{4886F224-0834-4F06-9A78-FD2F2BCFA2DC}" srcOrd="1" destOrd="0" presId="urn:microsoft.com/office/officeart/2005/8/layout/cycle2"/>
    <dgm:cxn modelId="{0398B813-9AD2-4B60-AB76-E66C4E9E0972}" type="presOf" srcId="{000D9BFF-2FB5-4946-B88C-0824BDB84F2B}" destId="{0BCD4322-3D00-4B0F-B247-E2F3D69804BC}" srcOrd="0" destOrd="0" presId="urn:microsoft.com/office/officeart/2005/8/layout/cycle2"/>
    <dgm:cxn modelId="{1B841621-57A5-4379-8E62-E096F774706C}" srcId="{6631E0A1-A182-4A4C-92D8-28D197EE148E}" destId="{0F6F5DF9-E58F-4794-9B1B-32DC31867727}" srcOrd="5" destOrd="0" parTransId="{50B5F6BF-4C16-4E87-863F-E846E6B043EB}" sibTransId="{05C3D9DE-9DA9-4370-B99E-C57B24EFBFBC}"/>
    <dgm:cxn modelId="{4DAABE21-19CD-46C0-A8A5-557107E41E9F}" type="presOf" srcId="{E3507BB8-F812-450E-B34B-F8F1B45E4A2F}" destId="{7F4E22F4-4541-4313-9429-8652381E2430}" srcOrd="0" destOrd="0" presId="urn:microsoft.com/office/officeart/2005/8/layout/cycle2"/>
    <dgm:cxn modelId="{E8F80E24-4FFE-4556-8E28-4646B78F0B3C}" type="presOf" srcId="{03499D24-691A-4B6D-99CE-01C65C9CD44E}" destId="{461F6849-4FCE-49EE-9AB8-2EA110D7E1CF}" srcOrd="0" destOrd="0" presId="urn:microsoft.com/office/officeart/2005/8/layout/cycle2"/>
    <dgm:cxn modelId="{6AB6BD26-01F2-40F5-85F3-10FDF17F2B98}" srcId="{6631E0A1-A182-4A4C-92D8-28D197EE148E}" destId="{C52E2859-30ED-4BC2-BC61-EF6B50EDD3FF}" srcOrd="6" destOrd="0" parTransId="{CBE65E9E-5205-4A27-9862-35581C6FB5AE}" sibTransId="{789BB7F5-B7CF-4FDA-8B1D-7ED339840F7A}"/>
    <dgm:cxn modelId="{BBD06D29-8943-45F5-BC01-08892DE629FC}" type="presOf" srcId="{EAFD7254-0AE1-425F-9354-786EB5D192FD}" destId="{600CEE48-9058-48EC-A7B5-F5E02AB79E7E}" srcOrd="0" destOrd="0" presId="urn:microsoft.com/office/officeart/2005/8/layout/cycle2"/>
    <dgm:cxn modelId="{7FCB8030-12EA-416C-A314-0ED2EDD17E67}" type="presOf" srcId="{40E87195-2157-49C9-9489-8CD35C1F4DDF}" destId="{8DA36061-2773-445B-99FA-37932372FB10}" srcOrd="1" destOrd="0" presId="urn:microsoft.com/office/officeart/2005/8/layout/cycle2"/>
    <dgm:cxn modelId="{DEA98A39-1D0F-417A-9D60-41C540D8AB95}" srcId="{6631E0A1-A182-4A4C-92D8-28D197EE148E}" destId="{90C7FF67-C3DF-4EB4-9CE8-4E75690D2F65}" srcOrd="3" destOrd="0" parTransId="{BC71018D-6EED-428C-94F0-F7025D06747A}" sibTransId="{77A882BC-9F8B-4009-B34E-D11B4FC92D47}"/>
    <dgm:cxn modelId="{945FEA5E-0F44-40B9-80FB-2C19C3E4C6D8}" type="presOf" srcId="{05C3D9DE-9DA9-4370-B99E-C57B24EFBFBC}" destId="{0226906C-6F8A-490E-827A-2C59B35F2BD9}" srcOrd="0" destOrd="0" presId="urn:microsoft.com/office/officeart/2005/8/layout/cycle2"/>
    <dgm:cxn modelId="{244F0D5F-4DD9-4AEF-AD91-30D17129584E}" srcId="{6631E0A1-A182-4A4C-92D8-28D197EE148E}" destId="{EAFD7254-0AE1-425F-9354-786EB5D192FD}" srcOrd="0" destOrd="0" parTransId="{A2F5E0A8-0F58-4D23-9F51-DA2750A4AEA8}" sibTransId="{1ABA2B98-FF35-4E0E-9736-C9D45242A2AD}"/>
    <dgm:cxn modelId="{508C6742-CC8B-47B0-99B4-7EEC51635839}" type="presOf" srcId="{90C7FF67-C3DF-4EB4-9CE8-4E75690D2F65}" destId="{4253F2A0-3C4D-41E0-8F8F-602B835DE00E}" srcOrd="0" destOrd="0" presId="urn:microsoft.com/office/officeart/2005/8/layout/cycle2"/>
    <dgm:cxn modelId="{CB869846-2D98-4E55-82C0-186E83EE5ECB}" type="presOf" srcId="{77A882BC-9F8B-4009-B34E-D11B4FC92D47}" destId="{E2C0DE48-FB2E-4902-9CD5-E59A1930510A}" srcOrd="1" destOrd="0" presId="urn:microsoft.com/office/officeart/2005/8/layout/cycle2"/>
    <dgm:cxn modelId="{DD470D48-CE63-4AA1-9ADD-E001D27B77DC}" type="presOf" srcId="{4B461DA2-9381-40C4-9FFE-8A4219056576}" destId="{B6E0A313-4639-426A-B195-1175A3144FF9}" srcOrd="0" destOrd="0" presId="urn:microsoft.com/office/officeart/2005/8/layout/cycle2"/>
    <dgm:cxn modelId="{6758EF48-0C05-4A3E-8A13-08A021886BDA}" srcId="{6631E0A1-A182-4A4C-92D8-28D197EE148E}" destId="{000D9BFF-2FB5-4946-B88C-0824BDB84F2B}" srcOrd="7" destOrd="0" parTransId="{495C43FE-9022-4B30-89F1-18F9BB473E8D}" sibTransId="{40E87195-2157-49C9-9489-8CD35C1F4DDF}"/>
    <dgm:cxn modelId="{0507866A-4871-47BD-ABE7-D4C98D7877A5}" type="presOf" srcId="{FD4E5AE3-E399-4636-8AA5-47D859CCE7EC}" destId="{94F15D60-A6E8-448C-AB5D-AA4FE65A1EE0}" srcOrd="0" destOrd="0" presId="urn:microsoft.com/office/officeart/2005/8/layout/cycle2"/>
    <dgm:cxn modelId="{0DFE8352-0EF0-4D2D-9705-E297387B1E4B}" srcId="{6631E0A1-A182-4A4C-92D8-28D197EE148E}" destId="{E3507BB8-F812-450E-B34B-F8F1B45E4A2F}" srcOrd="2" destOrd="0" parTransId="{71D20085-390C-4C80-A5B2-194E99575D34}" sibTransId="{24FBD762-40CB-401B-8C73-6B569C0912DA}"/>
    <dgm:cxn modelId="{5D66E259-42F9-487C-839E-93681D2D80F2}" type="presOf" srcId="{0F6F5DF9-E58F-4794-9B1B-32DC31867727}" destId="{94FA9188-7ACD-46A3-9671-54526483B058}" srcOrd="0" destOrd="0" presId="urn:microsoft.com/office/officeart/2005/8/layout/cycle2"/>
    <dgm:cxn modelId="{91775688-CC91-438C-A8E1-EB5F0BD9B0C7}" type="presOf" srcId="{789BB7F5-B7CF-4FDA-8B1D-7ED339840F7A}" destId="{5F6E0688-7073-4496-8AD7-1FED22E81771}" srcOrd="1" destOrd="0" presId="urn:microsoft.com/office/officeart/2005/8/layout/cycle2"/>
    <dgm:cxn modelId="{6A7E3B90-5F35-4570-8DD9-40BFB0BDB979}" type="presOf" srcId="{24FBD762-40CB-401B-8C73-6B569C0912DA}" destId="{5E147015-B94C-4CBB-B758-E6ACF0E35DE6}" srcOrd="1" destOrd="0" presId="urn:microsoft.com/office/officeart/2005/8/layout/cycle2"/>
    <dgm:cxn modelId="{CE68C291-5BE4-4B92-A50E-14D7E42A309F}" type="presOf" srcId="{1ABA2B98-FF35-4E0E-9736-C9D45242A2AD}" destId="{458D70DC-6427-4EA8-81AD-D1184B8421A4}" srcOrd="1" destOrd="0" presId="urn:microsoft.com/office/officeart/2005/8/layout/cycle2"/>
    <dgm:cxn modelId="{08D95E9B-7BF0-4ADF-8B69-E61D50C2EA24}" type="presOf" srcId="{40E87195-2157-49C9-9489-8CD35C1F4DDF}" destId="{315666E4-D604-4B68-BABD-CB75609091A1}" srcOrd="0" destOrd="0" presId="urn:microsoft.com/office/officeart/2005/8/layout/cycle2"/>
    <dgm:cxn modelId="{7A11F6A2-255D-4B6C-9DBD-842147AEBE7B}" type="presOf" srcId="{24FBD762-40CB-401B-8C73-6B569C0912DA}" destId="{930C1C10-B7D9-4063-97DF-451520631F5C}" srcOrd="0" destOrd="0" presId="urn:microsoft.com/office/officeart/2005/8/layout/cycle2"/>
    <dgm:cxn modelId="{C926EEA9-46F4-45A3-9FAA-8D9AAFE30C60}" type="presOf" srcId="{6631E0A1-A182-4A4C-92D8-28D197EE148E}" destId="{C02C60C1-06FC-4F49-A68C-5F3C490AAB5C}" srcOrd="0" destOrd="0" presId="urn:microsoft.com/office/officeart/2005/8/layout/cycle2"/>
    <dgm:cxn modelId="{ABB1DAB7-8872-4B1E-A393-B44A763B3D0C}" type="presOf" srcId="{789BB7F5-B7CF-4FDA-8B1D-7ED339840F7A}" destId="{BEDB3ACA-9105-4436-A6A8-D353E9A71C08}" srcOrd="0" destOrd="0" presId="urn:microsoft.com/office/officeart/2005/8/layout/cycle2"/>
    <dgm:cxn modelId="{B31BF4BB-FC79-47FF-BF99-7A0E4978E333}" type="presOf" srcId="{03499D24-691A-4B6D-99CE-01C65C9CD44E}" destId="{C6172BA1-E4A3-4B80-8442-5E4D51311285}" srcOrd="1" destOrd="0" presId="urn:microsoft.com/office/officeart/2005/8/layout/cycle2"/>
    <dgm:cxn modelId="{49DCACC8-7CBF-465C-9D46-20C7A39BFE96}" type="presOf" srcId="{C52E2859-30ED-4BC2-BC61-EF6B50EDD3FF}" destId="{D179AB51-579D-48F7-90A3-A3BCDCE0574A}" srcOrd="0" destOrd="0" presId="urn:microsoft.com/office/officeart/2005/8/layout/cycle2"/>
    <dgm:cxn modelId="{A30018FA-5C04-419E-82A2-DFB604FFB212}" type="presOf" srcId="{77A882BC-9F8B-4009-B34E-D11B4FC92D47}" destId="{F8AF0E23-F4AB-4B22-93A2-64EDDCAF3E7E}" srcOrd="0" destOrd="0" presId="urn:microsoft.com/office/officeart/2005/8/layout/cycle2"/>
    <dgm:cxn modelId="{3C0BF9FA-DD49-47FA-9F4D-AE41A7A2DBD3}" srcId="{6631E0A1-A182-4A4C-92D8-28D197EE148E}" destId="{FD4E5AE3-E399-4636-8AA5-47D859CCE7EC}" srcOrd="1" destOrd="0" parTransId="{907E5737-4B4C-4897-B831-0F7428466F8E}" sibTransId="{4B461DA2-9381-40C4-9FFE-8A4219056576}"/>
    <dgm:cxn modelId="{0CD859FE-9AFE-4FD7-88E4-9A3DF8E8020D}" srcId="{6631E0A1-A182-4A4C-92D8-28D197EE148E}" destId="{3F54CE9F-7CAC-4A59-B171-58292F2C2226}" srcOrd="4" destOrd="0" parTransId="{51DAD242-CE84-4F90-9834-1F6227ABD20D}" sibTransId="{03499D24-691A-4B6D-99CE-01C65C9CD44E}"/>
    <dgm:cxn modelId="{8610AC01-F21E-422A-BFF1-8F1A734E0642}" type="presParOf" srcId="{C02C60C1-06FC-4F49-A68C-5F3C490AAB5C}" destId="{600CEE48-9058-48EC-A7B5-F5E02AB79E7E}" srcOrd="0" destOrd="0" presId="urn:microsoft.com/office/officeart/2005/8/layout/cycle2"/>
    <dgm:cxn modelId="{B6A621FB-5A8E-46FA-8A4C-77A93D11EFDA}" type="presParOf" srcId="{C02C60C1-06FC-4F49-A68C-5F3C490AAB5C}" destId="{B450A715-FA4B-4EB0-92AC-2D625DFBCE0D}" srcOrd="1" destOrd="0" presId="urn:microsoft.com/office/officeart/2005/8/layout/cycle2"/>
    <dgm:cxn modelId="{2FF4E1F4-B199-470B-9562-A1B2A5105CFD}" type="presParOf" srcId="{B450A715-FA4B-4EB0-92AC-2D625DFBCE0D}" destId="{458D70DC-6427-4EA8-81AD-D1184B8421A4}" srcOrd="0" destOrd="0" presId="urn:microsoft.com/office/officeart/2005/8/layout/cycle2"/>
    <dgm:cxn modelId="{CE723E8E-2BB9-4F8F-AC68-5D0D0AA629D3}" type="presParOf" srcId="{C02C60C1-06FC-4F49-A68C-5F3C490AAB5C}" destId="{94F15D60-A6E8-448C-AB5D-AA4FE65A1EE0}" srcOrd="2" destOrd="0" presId="urn:microsoft.com/office/officeart/2005/8/layout/cycle2"/>
    <dgm:cxn modelId="{45AEDBD8-3C1C-4F6B-8388-291610EF7644}" type="presParOf" srcId="{C02C60C1-06FC-4F49-A68C-5F3C490AAB5C}" destId="{B6E0A313-4639-426A-B195-1175A3144FF9}" srcOrd="3" destOrd="0" presId="urn:microsoft.com/office/officeart/2005/8/layout/cycle2"/>
    <dgm:cxn modelId="{A6E320DD-3AD0-46CB-9E1C-6AC2C720B8E7}" type="presParOf" srcId="{B6E0A313-4639-426A-B195-1175A3144FF9}" destId="{8574930B-BD5F-440C-9448-BED77C4B1A0A}" srcOrd="0" destOrd="0" presId="urn:microsoft.com/office/officeart/2005/8/layout/cycle2"/>
    <dgm:cxn modelId="{C30A5594-23C1-4E6D-AE96-C6327A4C1C8C}" type="presParOf" srcId="{C02C60C1-06FC-4F49-A68C-5F3C490AAB5C}" destId="{7F4E22F4-4541-4313-9429-8652381E2430}" srcOrd="4" destOrd="0" presId="urn:microsoft.com/office/officeart/2005/8/layout/cycle2"/>
    <dgm:cxn modelId="{FB5ED763-F74B-4631-BAF3-3B38174A80EA}" type="presParOf" srcId="{C02C60C1-06FC-4F49-A68C-5F3C490AAB5C}" destId="{930C1C10-B7D9-4063-97DF-451520631F5C}" srcOrd="5" destOrd="0" presId="urn:microsoft.com/office/officeart/2005/8/layout/cycle2"/>
    <dgm:cxn modelId="{EB52C456-7614-45F7-A624-722F66B6D66E}" type="presParOf" srcId="{930C1C10-B7D9-4063-97DF-451520631F5C}" destId="{5E147015-B94C-4CBB-B758-E6ACF0E35DE6}" srcOrd="0" destOrd="0" presId="urn:microsoft.com/office/officeart/2005/8/layout/cycle2"/>
    <dgm:cxn modelId="{611175BB-C2AC-42E3-8267-B308CC6C5FE5}" type="presParOf" srcId="{C02C60C1-06FC-4F49-A68C-5F3C490AAB5C}" destId="{4253F2A0-3C4D-41E0-8F8F-602B835DE00E}" srcOrd="6" destOrd="0" presId="urn:microsoft.com/office/officeart/2005/8/layout/cycle2"/>
    <dgm:cxn modelId="{F282FA50-D5C8-4412-B3C0-608A6A1AE34B}" type="presParOf" srcId="{C02C60C1-06FC-4F49-A68C-5F3C490AAB5C}" destId="{F8AF0E23-F4AB-4B22-93A2-64EDDCAF3E7E}" srcOrd="7" destOrd="0" presId="urn:microsoft.com/office/officeart/2005/8/layout/cycle2"/>
    <dgm:cxn modelId="{11CA3BFA-E467-4463-8D55-E04B500BFB2A}" type="presParOf" srcId="{F8AF0E23-F4AB-4B22-93A2-64EDDCAF3E7E}" destId="{E2C0DE48-FB2E-4902-9CD5-E59A1930510A}" srcOrd="0" destOrd="0" presId="urn:microsoft.com/office/officeart/2005/8/layout/cycle2"/>
    <dgm:cxn modelId="{EB2223BF-F18E-49A8-99D8-EC5C536F68E2}" type="presParOf" srcId="{C02C60C1-06FC-4F49-A68C-5F3C490AAB5C}" destId="{5AC06EA3-1487-4878-8E60-73BC78C506B2}" srcOrd="8" destOrd="0" presId="urn:microsoft.com/office/officeart/2005/8/layout/cycle2"/>
    <dgm:cxn modelId="{3E7ADA27-F032-4388-9630-829EE271CBA0}" type="presParOf" srcId="{C02C60C1-06FC-4F49-A68C-5F3C490AAB5C}" destId="{461F6849-4FCE-49EE-9AB8-2EA110D7E1CF}" srcOrd="9" destOrd="0" presId="urn:microsoft.com/office/officeart/2005/8/layout/cycle2"/>
    <dgm:cxn modelId="{CD9AFFF8-84F1-4581-AA6E-3BA0123D5404}" type="presParOf" srcId="{461F6849-4FCE-49EE-9AB8-2EA110D7E1CF}" destId="{C6172BA1-E4A3-4B80-8442-5E4D51311285}" srcOrd="0" destOrd="0" presId="urn:microsoft.com/office/officeart/2005/8/layout/cycle2"/>
    <dgm:cxn modelId="{579431A7-83DC-4D6A-9F02-E6AC17B3CB8F}" type="presParOf" srcId="{C02C60C1-06FC-4F49-A68C-5F3C490AAB5C}" destId="{94FA9188-7ACD-46A3-9671-54526483B058}" srcOrd="10" destOrd="0" presId="urn:microsoft.com/office/officeart/2005/8/layout/cycle2"/>
    <dgm:cxn modelId="{FA24FA2F-C5BD-4633-A818-2BA4AB45A037}" type="presParOf" srcId="{C02C60C1-06FC-4F49-A68C-5F3C490AAB5C}" destId="{0226906C-6F8A-490E-827A-2C59B35F2BD9}" srcOrd="11" destOrd="0" presId="urn:microsoft.com/office/officeart/2005/8/layout/cycle2"/>
    <dgm:cxn modelId="{E5445457-4FA6-4F21-AA27-DB815DF22D99}" type="presParOf" srcId="{0226906C-6F8A-490E-827A-2C59B35F2BD9}" destId="{4886F224-0834-4F06-9A78-FD2F2BCFA2DC}" srcOrd="0" destOrd="0" presId="urn:microsoft.com/office/officeart/2005/8/layout/cycle2"/>
    <dgm:cxn modelId="{0CC77333-39C0-487A-8F44-932655E34354}" type="presParOf" srcId="{C02C60C1-06FC-4F49-A68C-5F3C490AAB5C}" destId="{D179AB51-579D-48F7-90A3-A3BCDCE0574A}" srcOrd="12" destOrd="0" presId="urn:microsoft.com/office/officeart/2005/8/layout/cycle2"/>
    <dgm:cxn modelId="{00A3CA4F-2713-454A-8664-7E401153F817}" type="presParOf" srcId="{C02C60C1-06FC-4F49-A68C-5F3C490AAB5C}" destId="{BEDB3ACA-9105-4436-A6A8-D353E9A71C08}" srcOrd="13" destOrd="0" presId="urn:microsoft.com/office/officeart/2005/8/layout/cycle2"/>
    <dgm:cxn modelId="{FD85D521-92DB-4CC1-A83F-09178710AE9D}" type="presParOf" srcId="{BEDB3ACA-9105-4436-A6A8-D353E9A71C08}" destId="{5F6E0688-7073-4496-8AD7-1FED22E81771}" srcOrd="0" destOrd="0" presId="urn:microsoft.com/office/officeart/2005/8/layout/cycle2"/>
    <dgm:cxn modelId="{39EFED2D-4353-487F-9988-5174E401CCE7}" type="presParOf" srcId="{C02C60C1-06FC-4F49-A68C-5F3C490AAB5C}" destId="{0BCD4322-3D00-4B0F-B247-E2F3D69804BC}" srcOrd="14" destOrd="0" presId="urn:microsoft.com/office/officeart/2005/8/layout/cycle2"/>
    <dgm:cxn modelId="{84B6C088-ED85-4323-A7E6-D4F722E2FEA9}" type="presParOf" srcId="{C02C60C1-06FC-4F49-A68C-5F3C490AAB5C}" destId="{315666E4-D604-4B68-BABD-CB75609091A1}" srcOrd="15" destOrd="0" presId="urn:microsoft.com/office/officeart/2005/8/layout/cycle2"/>
    <dgm:cxn modelId="{CFD06536-0C95-4E60-9449-411FC14A3FD2}" type="presParOf" srcId="{315666E4-D604-4B68-BABD-CB75609091A1}" destId="{8DA36061-2773-445B-99FA-37932372FB1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3DDEB3-FD3E-4CDF-9D8F-C58FCAC76426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6C852E70-31EF-4D50-B6E0-8B5BA9F9C077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cs-CZ" sz="1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Aplikace s časovačem</a:t>
          </a:r>
        </a:p>
      </dgm:t>
    </dgm:pt>
    <dgm:pt modelId="{6B6D4076-D926-4DB7-908A-4583F275E77F}" type="parTrans" cxnId="{42960A9C-4F0B-4E78-BD5B-DC6C82D0E493}">
      <dgm:prSet/>
      <dgm:spPr/>
      <dgm:t>
        <a:bodyPr/>
        <a:lstStyle/>
        <a:p>
          <a:endParaRPr lang="cs-CZ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859A02E8-C38A-4F39-8681-7DF75FE88B72}" type="sibTrans" cxnId="{42960A9C-4F0B-4E78-BD5B-DC6C82D0E493}">
      <dgm:prSet/>
      <dgm:spPr/>
      <dgm:t>
        <a:bodyPr/>
        <a:lstStyle/>
        <a:p>
          <a:endParaRPr lang="cs-CZ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D6EA3C16-FEA4-4EB4-9077-41891B2E394C}">
      <dgm:prSet phldrT="[Text]" custT="1"/>
      <dgm:spPr/>
      <dgm:t>
        <a:bodyPr/>
        <a:lstStyle/>
        <a:p>
          <a:r>
            <a:rPr lang="cs-CZ" sz="1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Časové zpoždění s </a:t>
          </a:r>
          <a:r>
            <a:rPr lang="cs-CZ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normálním</a:t>
          </a:r>
          <a:r>
            <a:rPr lang="cs-CZ" sz="14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 </a:t>
          </a:r>
          <a:r>
            <a:rPr lang="cs-CZ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režimem</a:t>
          </a:r>
          <a:r>
            <a:rPr lang="cs-CZ" sz="14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 </a:t>
          </a:r>
          <a:r>
            <a:rPr lang="cs-CZ" sz="1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pomocí přerušení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B70BFC2F-477F-463D-8014-F3515347D4B8}" type="parTrans" cxnId="{3892E890-3F58-4A79-AEEE-579FE5233D76}">
      <dgm:prSet/>
      <dgm:spPr/>
      <dgm:t>
        <a:bodyPr/>
        <a:lstStyle/>
        <a:p>
          <a:endParaRPr lang="cs-CZ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4F0B220-C0E5-4D61-9DA4-AD01A3B364ED}" type="sibTrans" cxnId="{3892E890-3F58-4A79-AEEE-579FE5233D76}">
      <dgm:prSet/>
      <dgm:spPr/>
      <dgm:t>
        <a:bodyPr/>
        <a:lstStyle/>
        <a:p>
          <a:endParaRPr lang="cs-CZ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D8D205C5-EF0A-4F21-B4D7-60868A66B271}">
      <dgm:prSet phldrT="[Text]" custT="1"/>
      <dgm:spPr/>
      <dgm:t>
        <a:bodyPr/>
        <a:lstStyle/>
        <a:p>
          <a:r>
            <a:rPr lang="cs-CZ" sz="1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Časové zpoždění s </a:t>
          </a:r>
          <a:r>
            <a:rPr lang="cs-CZ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režimem CTC</a:t>
          </a:r>
          <a:r>
            <a:rPr lang="cs-CZ" sz="1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 pomocí přerušení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4D3F8FA-BA7E-47F7-AA48-C68CC8B71F8F}" type="parTrans" cxnId="{F9DD8BDE-09F4-47B7-9048-22136826F4A3}">
      <dgm:prSet/>
      <dgm:spPr/>
      <dgm:t>
        <a:bodyPr/>
        <a:lstStyle/>
        <a:p>
          <a:endParaRPr lang="cs-CZ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A7C7F94-2880-471C-83E2-754D29479142}" type="sibTrans" cxnId="{F9DD8BDE-09F4-47B7-9048-22136826F4A3}">
      <dgm:prSet/>
      <dgm:spPr/>
      <dgm:t>
        <a:bodyPr/>
        <a:lstStyle/>
        <a:p>
          <a:endParaRPr lang="cs-CZ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ED38B09-CF68-4192-820C-5A33E91291B8}">
      <dgm:prSet phldrT="[Text]" custT="1"/>
      <dgm:spPr/>
      <dgm:t>
        <a:bodyPr/>
        <a:lstStyle/>
        <a:p>
          <a:r>
            <a:rPr lang="cs-CZ" sz="1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Generování periodického signálu na </a:t>
          </a:r>
          <a:r>
            <a:rPr lang="cs-CZ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výstupech OC0A,B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476020FA-78FA-43EB-B647-468F718B6B7F}" type="parTrans" cxnId="{B83AB398-B28C-4FCA-ABD4-2110C5A37833}">
      <dgm:prSet/>
      <dgm:spPr/>
      <dgm:t>
        <a:bodyPr/>
        <a:lstStyle/>
        <a:p>
          <a:endParaRPr lang="cs-CZ"/>
        </a:p>
      </dgm:t>
    </dgm:pt>
    <dgm:pt modelId="{8B56B5C7-FCC8-439E-A2A3-7672684B8AFF}" type="sibTrans" cxnId="{B83AB398-B28C-4FCA-ABD4-2110C5A37833}">
      <dgm:prSet/>
      <dgm:spPr/>
      <dgm:t>
        <a:bodyPr/>
        <a:lstStyle/>
        <a:p>
          <a:endParaRPr lang="cs-CZ"/>
        </a:p>
      </dgm:t>
    </dgm:pt>
    <dgm:pt modelId="{3F3D4FAF-171A-409A-A0ED-952E73CF121C}">
      <dgm:prSet phldrT="[Text]" custT="1"/>
      <dgm:spPr/>
      <dgm:t>
        <a:bodyPr/>
        <a:lstStyle/>
        <a:p>
          <a:r>
            <a:rPr lang="cs-CZ" sz="14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PWM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C715A0A7-F9B5-4F08-BC3E-240B2160A105}" type="parTrans" cxnId="{64DCDB1A-2657-4F61-8EBE-09B64A17D101}">
      <dgm:prSet/>
      <dgm:spPr/>
      <dgm:t>
        <a:bodyPr/>
        <a:lstStyle/>
        <a:p>
          <a:endParaRPr lang="cs-CZ"/>
        </a:p>
      </dgm:t>
    </dgm:pt>
    <dgm:pt modelId="{CF8C3BF2-D6EA-48AF-9156-A76D50D68115}" type="sibTrans" cxnId="{64DCDB1A-2657-4F61-8EBE-09B64A17D101}">
      <dgm:prSet/>
      <dgm:spPr/>
      <dgm:t>
        <a:bodyPr/>
        <a:lstStyle/>
        <a:p>
          <a:endParaRPr lang="cs-CZ"/>
        </a:p>
      </dgm:t>
    </dgm:pt>
    <dgm:pt modelId="{423E64B8-059C-4246-AC69-D114868C2E66}">
      <dgm:prSet phldrT="[Text]" custT="1"/>
      <dgm:spPr>
        <a:gradFill rotWithShape="0">
          <a:gsLst>
            <a:gs pos="0">
              <a:srgbClr val="9999FF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9999FF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9999FF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solidFill>
                <a:srgbClr val="000000">
                  <a:lumMod val="50000"/>
                  <a:lumOff val="50000"/>
                </a:srgb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Zachytávání – měření délky impulzu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8BCEF29E-0102-4EF6-A605-5450341330D0}" type="parTrans" cxnId="{18D54D29-56BE-4B5B-9C1F-47D3C616B459}">
      <dgm:prSet/>
      <dgm:spPr/>
      <dgm:t>
        <a:bodyPr/>
        <a:lstStyle/>
        <a:p>
          <a:endParaRPr lang="cs-CZ"/>
        </a:p>
      </dgm:t>
    </dgm:pt>
    <dgm:pt modelId="{892A1AD3-CCDB-454F-A409-90F045E75A98}" type="sibTrans" cxnId="{18D54D29-56BE-4B5B-9C1F-47D3C616B459}">
      <dgm:prSet/>
      <dgm:spPr/>
      <dgm:t>
        <a:bodyPr/>
        <a:lstStyle/>
        <a:p>
          <a:endParaRPr lang="cs-CZ"/>
        </a:p>
      </dgm:t>
    </dgm:pt>
    <dgm:pt modelId="{84DB6A21-493E-40A2-8FAF-0EEAF42302D6}">
      <dgm:prSet phldrT="[Text]" custT="1"/>
      <dgm:spPr/>
      <dgm:t>
        <a:bodyPr/>
        <a:lstStyle/>
        <a:p>
          <a:r>
            <a:rPr lang="cs-CZ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Dělička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428F81D4-96E1-4A53-B4ED-A32415BF43C9}" type="parTrans" cxnId="{1FBCEBA7-7FF6-4EEC-8E8C-BB51155AFBDD}">
      <dgm:prSet/>
      <dgm:spPr/>
      <dgm:t>
        <a:bodyPr/>
        <a:lstStyle/>
        <a:p>
          <a:endParaRPr lang="cs-CZ"/>
        </a:p>
      </dgm:t>
    </dgm:pt>
    <dgm:pt modelId="{D046536B-C255-41A9-BF3E-3FE9D3853350}" type="sibTrans" cxnId="{1FBCEBA7-7FF6-4EEC-8E8C-BB51155AFBDD}">
      <dgm:prSet/>
      <dgm:spPr/>
      <dgm:t>
        <a:bodyPr/>
        <a:lstStyle/>
        <a:p>
          <a:endParaRPr lang="cs-CZ"/>
        </a:p>
      </dgm:t>
    </dgm:pt>
    <dgm:pt modelId="{B81D1852-73AC-4A1B-A5DD-72A276B73FB6}">
      <dgm:prSet phldrT="[Text]" custT="1"/>
      <dgm:spPr/>
      <dgm:t>
        <a:bodyPr/>
        <a:lstStyle/>
        <a:p>
          <a:r>
            <a:rPr lang="cs-CZ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Zpracování signálu z čidla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837FF759-B632-4D69-93B4-D61D85C61B70}" type="parTrans" cxnId="{82AA45A3-1208-4E0A-9914-8301D7DD19DF}">
      <dgm:prSet/>
      <dgm:spPr/>
      <dgm:t>
        <a:bodyPr/>
        <a:lstStyle/>
        <a:p>
          <a:endParaRPr lang="cs-CZ"/>
        </a:p>
      </dgm:t>
    </dgm:pt>
    <dgm:pt modelId="{B9D85720-F353-4AB0-A35C-991AA27736E1}" type="sibTrans" cxnId="{82AA45A3-1208-4E0A-9914-8301D7DD19DF}">
      <dgm:prSet/>
      <dgm:spPr/>
      <dgm:t>
        <a:bodyPr/>
        <a:lstStyle/>
        <a:p>
          <a:endParaRPr lang="cs-CZ"/>
        </a:p>
      </dgm:t>
    </dgm:pt>
    <dgm:pt modelId="{C44F25CC-4509-48C4-946F-4D28C2F4FD5B}" type="pres">
      <dgm:prSet presAssocID="{DB3DDEB3-FD3E-4CDF-9D8F-C58FCAC7642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18B5989-4270-431B-8F7A-015A56AE9EF9}" type="pres">
      <dgm:prSet presAssocID="{6C852E70-31EF-4D50-B6E0-8B5BA9F9C077}" presName="root1" presStyleCnt="0"/>
      <dgm:spPr/>
    </dgm:pt>
    <dgm:pt modelId="{9FF74865-9B1E-439B-9C9D-18F74FAEF4CF}" type="pres">
      <dgm:prSet presAssocID="{6C852E70-31EF-4D50-B6E0-8B5BA9F9C077}" presName="LevelOneTextNode" presStyleLbl="node0" presStyleIdx="0" presStyleCnt="1" custScaleX="139500" custScaleY="111600" custLinFactNeighborX="-42452">
        <dgm:presLayoutVars>
          <dgm:chPref val="3"/>
        </dgm:presLayoutVars>
      </dgm:prSet>
      <dgm:spPr/>
    </dgm:pt>
    <dgm:pt modelId="{E6CD99A0-D388-4F98-B985-A7E0AFD0B314}" type="pres">
      <dgm:prSet presAssocID="{6C852E70-31EF-4D50-B6E0-8B5BA9F9C077}" presName="level2hierChild" presStyleCnt="0"/>
      <dgm:spPr/>
    </dgm:pt>
    <dgm:pt modelId="{13D45659-7AAC-416E-973E-1E238ACA084B}" type="pres">
      <dgm:prSet presAssocID="{B70BFC2F-477F-463D-8014-F3515347D4B8}" presName="conn2-1" presStyleLbl="parChTrans1D2" presStyleIdx="0" presStyleCnt="7"/>
      <dgm:spPr/>
    </dgm:pt>
    <dgm:pt modelId="{9E4C6C04-F84C-4A41-B489-3357C74BE52F}" type="pres">
      <dgm:prSet presAssocID="{B70BFC2F-477F-463D-8014-F3515347D4B8}" presName="connTx" presStyleLbl="parChTrans1D2" presStyleIdx="0" presStyleCnt="7"/>
      <dgm:spPr/>
    </dgm:pt>
    <dgm:pt modelId="{3056A79E-02C1-487E-8356-25F6938614AB}" type="pres">
      <dgm:prSet presAssocID="{D6EA3C16-FEA4-4EB4-9077-41891B2E394C}" presName="root2" presStyleCnt="0"/>
      <dgm:spPr/>
    </dgm:pt>
    <dgm:pt modelId="{E9AED8F9-314E-468E-BD10-98A965C325A4}" type="pres">
      <dgm:prSet presAssocID="{D6EA3C16-FEA4-4EB4-9077-41891B2E394C}" presName="LevelTwoTextNode" presStyleLbl="node2" presStyleIdx="0" presStyleCnt="7" custScaleX="173979" custLinFactNeighborX="-31448">
        <dgm:presLayoutVars>
          <dgm:chPref val="3"/>
        </dgm:presLayoutVars>
      </dgm:prSet>
      <dgm:spPr/>
    </dgm:pt>
    <dgm:pt modelId="{57A3DF24-83B9-4AE8-96E7-B7036F9F25EF}" type="pres">
      <dgm:prSet presAssocID="{D6EA3C16-FEA4-4EB4-9077-41891B2E394C}" presName="level3hierChild" presStyleCnt="0"/>
      <dgm:spPr/>
    </dgm:pt>
    <dgm:pt modelId="{5F8B107C-AD6A-4AA8-B1C9-624F791AA307}" type="pres">
      <dgm:prSet presAssocID="{F4D3F8FA-BA7E-47F7-AA48-C68CC8B71F8F}" presName="conn2-1" presStyleLbl="parChTrans1D2" presStyleIdx="1" presStyleCnt="7"/>
      <dgm:spPr/>
    </dgm:pt>
    <dgm:pt modelId="{55227589-CCA3-47E5-BD40-71AA55C30F0C}" type="pres">
      <dgm:prSet presAssocID="{F4D3F8FA-BA7E-47F7-AA48-C68CC8B71F8F}" presName="connTx" presStyleLbl="parChTrans1D2" presStyleIdx="1" presStyleCnt="7"/>
      <dgm:spPr/>
    </dgm:pt>
    <dgm:pt modelId="{224EED56-035B-44A2-8A9A-3B9094D0CC3E}" type="pres">
      <dgm:prSet presAssocID="{D8D205C5-EF0A-4F21-B4D7-60868A66B271}" presName="root2" presStyleCnt="0"/>
      <dgm:spPr/>
    </dgm:pt>
    <dgm:pt modelId="{A6D7B4F2-6FB2-4ABF-9DF5-70D81A6321D7}" type="pres">
      <dgm:prSet presAssocID="{D8D205C5-EF0A-4F21-B4D7-60868A66B271}" presName="LevelTwoTextNode" presStyleLbl="node2" presStyleIdx="1" presStyleCnt="7" custScaleX="173979" custLinFactNeighborX="-31448">
        <dgm:presLayoutVars>
          <dgm:chPref val="3"/>
        </dgm:presLayoutVars>
      </dgm:prSet>
      <dgm:spPr/>
    </dgm:pt>
    <dgm:pt modelId="{0DE5CB62-255F-48D5-B784-9DF7DEBF4735}" type="pres">
      <dgm:prSet presAssocID="{D8D205C5-EF0A-4F21-B4D7-60868A66B271}" presName="level3hierChild" presStyleCnt="0"/>
      <dgm:spPr/>
    </dgm:pt>
    <dgm:pt modelId="{750276EC-9829-491D-A9FC-A3583271CF76}" type="pres">
      <dgm:prSet presAssocID="{476020FA-78FA-43EB-B647-468F718B6B7F}" presName="conn2-1" presStyleLbl="parChTrans1D2" presStyleIdx="2" presStyleCnt="7"/>
      <dgm:spPr/>
    </dgm:pt>
    <dgm:pt modelId="{1055D36D-0BA3-4DEE-89E4-13794F1814BE}" type="pres">
      <dgm:prSet presAssocID="{476020FA-78FA-43EB-B647-468F718B6B7F}" presName="connTx" presStyleLbl="parChTrans1D2" presStyleIdx="2" presStyleCnt="7"/>
      <dgm:spPr/>
    </dgm:pt>
    <dgm:pt modelId="{A7046D62-E726-4A8A-AE8A-4CD9DEEA5167}" type="pres">
      <dgm:prSet presAssocID="{4ED38B09-CF68-4192-820C-5A33E91291B8}" presName="root2" presStyleCnt="0"/>
      <dgm:spPr/>
    </dgm:pt>
    <dgm:pt modelId="{5C79C3F3-1F91-4AE9-A890-321FC8FB41F5}" type="pres">
      <dgm:prSet presAssocID="{4ED38B09-CF68-4192-820C-5A33E91291B8}" presName="LevelTwoTextNode" presStyleLbl="node2" presStyleIdx="2" presStyleCnt="7" custScaleX="173979" custLinFactNeighborX="-31448" custLinFactNeighborY="-196">
        <dgm:presLayoutVars>
          <dgm:chPref val="3"/>
        </dgm:presLayoutVars>
      </dgm:prSet>
      <dgm:spPr/>
    </dgm:pt>
    <dgm:pt modelId="{14CE2754-DFC9-4C7F-B92C-42118CCCBF4A}" type="pres">
      <dgm:prSet presAssocID="{4ED38B09-CF68-4192-820C-5A33E91291B8}" presName="level3hierChild" presStyleCnt="0"/>
      <dgm:spPr/>
    </dgm:pt>
    <dgm:pt modelId="{7602E329-ADB1-4EC4-8866-51D8605330B9}" type="pres">
      <dgm:prSet presAssocID="{837FF759-B632-4D69-93B4-D61D85C61B70}" presName="conn2-1" presStyleLbl="parChTrans1D2" presStyleIdx="3" presStyleCnt="7"/>
      <dgm:spPr/>
    </dgm:pt>
    <dgm:pt modelId="{DDA6E3B1-BA2A-47FB-B91A-C3C4E1F723B0}" type="pres">
      <dgm:prSet presAssocID="{837FF759-B632-4D69-93B4-D61D85C61B70}" presName="connTx" presStyleLbl="parChTrans1D2" presStyleIdx="3" presStyleCnt="7"/>
      <dgm:spPr/>
    </dgm:pt>
    <dgm:pt modelId="{52F99F05-F2F7-46AE-9946-3B01E796FF63}" type="pres">
      <dgm:prSet presAssocID="{B81D1852-73AC-4A1B-A5DD-72A276B73FB6}" presName="root2" presStyleCnt="0"/>
      <dgm:spPr/>
    </dgm:pt>
    <dgm:pt modelId="{FB79E634-5738-48DC-A980-BA42E3948325}" type="pres">
      <dgm:prSet presAssocID="{B81D1852-73AC-4A1B-A5DD-72A276B73FB6}" presName="LevelTwoTextNode" presStyleLbl="node2" presStyleIdx="3" presStyleCnt="7" custScaleX="172979" custLinFactNeighborX="-31764">
        <dgm:presLayoutVars>
          <dgm:chPref val="3"/>
        </dgm:presLayoutVars>
      </dgm:prSet>
      <dgm:spPr/>
    </dgm:pt>
    <dgm:pt modelId="{89B8C649-0489-4D64-8549-8C2022CDEC87}" type="pres">
      <dgm:prSet presAssocID="{B81D1852-73AC-4A1B-A5DD-72A276B73FB6}" presName="level3hierChild" presStyleCnt="0"/>
      <dgm:spPr/>
    </dgm:pt>
    <dgm:pt modelId="{1B59AF5C-9C89-4043-88A3-B54FF397E90B}" type="pres">
      <dgm:prSet presAssocID="{428F81D4-96E1-4A53-B4ED-A32415BF43C9}" presName="conn2-1" presStyleLbl="parChTrans1D2" presStyleIdx="4" presStyleCnt="7"/>
      <dgm:spPr/>
    </dgm:pt>
    <dgm:pt modelId="{DCC8360B-B39F-421B-AD19-B2DEF72D8745}" type="pres">
      <dgm:prSet presAssocID="{428F81D4-96E1-4A53-B4ED-A32415BF43C9}" presName="connTx" presStyleLbl="parChTrans1D2" presStyleIdx="4" presStyleCnt="7"/>
      <dgm:spPr/>
    </dgm:pt>
    <dgm:pt modelId="{F93ADE66-3A86-4381-ACB9-E839A2EB054D}" type="pres">
      <dgm:prSet presAssocID="{84DB6A21-493E-40A2-8FAF-0EEAF42302D6}" presName="root2" presStyleCnt="0"/>
      <dgm:spPr/>
    </dgm:pt>
    <dgm:pt modelId="{57F8797B-ED1A-45CD-87AD-E25EE2E5D1A8}" type="pres">
      <dgm:prSet presAssocID="{84DB6A21-493E-40A2-8FAF-0EEAF42302D6}" presName="LevelTwoTextNode" presStyleLbl="node2" presStyleIdx="4" presStyleCnt="7" custScaleX="174094" custLinFactNeighborX="-31905" custLinFactNeighborY="3600">
        <dgm:presLayoutVars>
          <dgm:chPref val="3"/>
        </dgm:presLayoutVars>
      </dgm:prSet>
      <dgm:spPr/>
    </dgm:pt>
    <dgm:pt modelId="{67A6BA35-7625-4E38-A15A-9FDE3BCFAA33}" type="pres">
      <dgm:prSet presAssocID="{84DB6A21-493E-40A2-8FAF-0EEAF42302D6}" presName="level3hierChild" presStyleCnt="0"/>
      <dgm:spPr/>
    </dgm:pt>
    <dgm:pt modelId="{B23F443A-FE98-4A10-AE92-B7F101472544}" type="pres">
      <dgm:prSet presAssocID="{C715A0A7-F9B5-4F08-BC3E-240B2160A105}" presName="conn2-1" presStyleLbl="parChTrans1D2" presStyleIdx="5" presStyleCnt="7"/>
      <dgm:spPr/>
    </dgm:pt>
    <dgm:pt modelId="{619507BA-1DDA-417B-A222-AB2A1EEF4A8E}" type="pres">
      <dgm:prSet presAssocID="{C715A0A7-F9B5-4F08-BC3E-240B2160A105}" presName="connTx" presStyleLbl="parChTrans1D2" presStyleIdx="5" presStyleCnt="7"/>
      <dgm:spPr/>
    </dgm:pt>
    <dgm:pt modelId="{7F4EF240-5714-47B6-9FB8-FC8B71ECC59B}" type="pres">
      <dgm:prSet presAssocID="{3F3D4FAF-171A-409A-A0ED-952E73CF121C}" presName="root2" presStyleCnt="0"/>
      <dgm:spPr/>
    </dgm:pt>
    <dgm:pt modelId="{0B140D98-BED4-4989-A80A-A68D997869E6}" type="pres">
      <dgm:prSet presAssocID="{3F3D4FAF-171A-409A-A0ED-952E73CF121C}" presName="LevelTwoTextNode" presStyleLbl="node2" presStyleIdx="5" presStyleCnt="7" custScaleX="173979" custLinFactNeighborX="-31448" custLinFactNeighborY="953">
        <dgm:presLayoutVars>
          <dgm:chPref val="3"/>
        </dgm:presLayoutVars>
      </dgm:prSet>
      <dgm:spPr/>
    </dgm:pt>
    <dgm:pt modelId="{ACA5B32E-AE72-432E-A410-1E52F1471F26}" type="pres">
      <dgm:prSet presAssocID="{3F3D4FAF-171A-409A-A0ED-952E73CF121C}" presName="level3hierChild" presStyleCnt="0"/>
      <dgm:spPr/>
    </dgm:pt>
    <dgm:pt modelId="{AFC08588-4A63-4B68-8E4E-D8569B2B6619}" type="pres">
      <dgm:prSet presAssocID="{8BCEF29E-0102-4EF6-A605-5450341330D0}" presName="conn2-1" presStyleLbl="parChTrans1D2" presStyleIdx="6" presStyleCnt="7"/>
      <dgm:spPr/>
    </dgm:pt>
    <dgm:pt modelId="{1EF92E4F-2662-4E71-8022-126C2BDFC1DC}" type="pres">
      <dgm:prSet presAssocID="{8BCEF29E-0102-4EF6-A605-5450341330D0}" presName="connTx" presStyleLbl="parChTrans1D2" presStyleIdx="6" presStyleCnt="7"/>
      <dgm:spPr/>
    </dgm:pt>
    <dgm:pt modelId="{9F64A583-3E21-4C20-8A08-6F7615FC8F60}" type="pres">
      <dgm:prSet presAssocID="{423E64B8-059C-4246-AC69-D114868C2E66}" presName="root2" presStyleCnt="0"/>
      <dgm:spPr/>
    </dgm:pt>
    <dgm:pt modelId="{484D5713-7D79-4E2D-B8C5-2FD0A5E9B83D}" type="pres">
      <dgm:prSet presAssocID="{423E64B8-059C-4246-AC69-D114868C2E66}" presName="LevelTwoTextNode" presStyleLbl="node2" presStyleIdx="6" presStyleCnt="7" custScaleX="173979" custLinFactNeighborX="-31448" custLinFactNeighborY="438">
        <dgm:presLayoutVars>
          <dgm:chPref val="3"/>
        </dgm:presLayoutVars>
      </dgm:prSet>
      <dgm:spPr>
        <a:xfrm>
          <a:off x="3347999" y="4196057"/>
          <a:ext cx="3167992" cy="910452"/>
        </a:xfrm>
        <a:prstGeom prst="roundRect">
          <a:avLst>
            <a:gd name="adj" fmla="val 10000"/>
          </a:avLst>
        </a:prstGeom>
      </dgm:spPr>
    </dgm:pt>
    <dgm:pt modelId="{F9F0CEB2-14B6-4249-973D-E1471244C05F}" type="pres">
      <dgm:prSet presAssocID="{423E64B8-059C-4246-AC69-D114868C2E66}" presName="level3hierChild" presStyleCnt="0"/>
      <dgm:spPr/>
    </dgm:pt>
  </dgm:ptLst>
  <dgm:cxnLst>
    <dgm:cxn modelId="{350F8107-422E-4C5A-99D9-DC95FAF56026}" type="presOf" srcId="{8BCEF29E-0102-4EF6-A605-5450341330D0}" destId="{AFC08588-4A63-4B68-8E4E-D8569B2B6619}" srcOrd="0" destOrd="0" presId="urn:microsoft.com/office/officeart/2005/8/layout/hierarchy2"/>
    <dgm:cxn modelId="{D37B9707-810A-4E99-986C-B4B8CDF1A047}" type="presOf" srcId="{F4D3F8FA-BA7E-47F7-AA48-C68CC8B71F8F}" destId="{55227589-CCA3-47E5-BD40-71AA55C30F0C}" srcOrd="1" destOrd="0" presId="urn:microsoft.com/office/officeart/2005/8/layout/hierarchy2"/>
    <dgm:cxn modelId="{46983419-0F57-4341-8B42-F53EF02E7FF2}" type="presOf" srcId="{6C852E70-31EF-4D50-B6E0-8B5BA9F9C077}" destId="{9FF74865-9B1E-439B-9C9D-18F74FAEF4CF}" srcOrd="0" destOrd="0" presId="urn:microsoft.com/office/officeart/2005/8/layout/hierarchy2"/>
    <dgm:cxn modelId="{64DCDB1A-2657-4F61-8EBE-09B64A17D101}" srcId="{6C852E70-31EF-4D50-B6E0-8B5BA9F9C077}" destId="{3F3D4FAF-171A-409A-A0ED-952E73CF121C}" srcOrd="5" destOrd="0" parTransId="{C715A0A7-F9B5-4F08-BC3E-240B2160A105}" sibTransId="{CF8C3BF2-D6EA-48AF-9156-A76D50D68115}"/>
    <dgm:cxn modelId="{1DD3BF27-524B-41F9-91B0-CD7E87500378}" type="presOf" srcId="{C715A0A7-F9B5-4F08-BC3E-240B2160A105}" destId="{B23F443A-FE98-4A10-AE92-B7F101472544}" srcOrd="0" destOrd="0" presId="urn:microsoft.com/office/officeart/2005/8/layout/hierarchy2"/>
    <dgm:cxn modelId="{18D54D29-56BE-4B5B-9C1F-47D3C616B459}" srcId="{6C852E70-31EF-4D50-B6E0-8B5BA9F9C077}" destId="{423E64B8-059C-4246-AC69-D114868C2E66}" srcOrd="6" destOrd="0" parTransId="{8BCEF29E-0102-4EF6-A605-5450341330D0}" sibTransId="{892A1AD3-CCDB-454F-A409-90F045E75A98}"/>
    <dgm:cxn modelId="{4E83D429-0658-45AC-BE7B-88011B124EEE}" type="presOf" srcId="{428F81D4-96E1-4A53-B4ED-A32415BF43C9}" destId="{1B59AF5C-9C89-4043-88A3-B54FF397E90B}" srcOrd="0" destOrd="0" presId="urn:microsoft.com/office/officeart/2005/8/layout/hierarchy2"/>
    <dgm:cxn modelId="{8BDDB633-E35B-4E8F-A972-3CD977CA7FA6}" type="presOf" srcId="{D8D205C5-EF0A-4F21-B4D7-60868A66B271}" destId="{A6D7B4F2-6FB2-4ABF-9DF5-70D81A6321D7}" srcOrd="0" destOrd="0" presId="urn:microsoft.com/office/officeart/2005/8/layout/hierarchy2"/>
    <dgm:cxn modelId="{82321B43-D5E3-40D1-BFBF-251512860712}" type="presOf" srcId="{8BCEF29E-0102-4EF6-A605-5450341330D0}" destId="{1EF92E4F-2662-4E71-8022-126C2BDFC1DC}" srcOrd="1" destOrd="0" presId="urn:microsoft.com/office/officeart/2005/8/layout/hierarchy2"/>
    <dgm:cxn modelId="{4D8AD966-2E91-41DA-987A-41CA0D7A1A33}" type="presOf" srcId="{4ED38B09-CF68-4192-820C-5A33E91291B8}" destId="{5C79C3F3-1F91-4AE9-A890-321FC8FB41F5}" srcOrd="0" destOrd="0" presId="urn:microsoft.com/office/officeart/2005/8/layout/hierarchy2"/>
    <dgm:cxn modelId="{E59FE246-2A09-4FF8-9696-11FFB69C248B}" type="presOf" srcId="{476020FA-78FA-43EB-B647-468F718B6B7F}" destId="{750276EC-9829-491D-A9FC-A3583271CF76}" srcOrd="0" destOrd="0" presId="urn:microsoft.com/office/officeart/2005/8/layout/hierarchy2"/>
    <dgm:cxn modelId="{D403CD67-525C-4EC0-BCFC-DF187690B2F2}" type="presOf" srcId="{D6EA3C16-FEA4-4EB4-9077-41891B2E394C}" destId="{E9AED8F9-314E-468E-BD10-98A965C325A4}" srcOrd="0" destOrd="0" presId="urn:microsoft.com/office/officeart/2005/8/layout/hierarchy2"/>
    <dgm:cxn modelId="{6EE6AA6D-7AE9-4B6C-8CAC-EFCBB667E626}" type="presOf" srcId="{B81D1852-73AC-4A1B-A5DD-72A276B73FB6}" destId="{FB79E634-5738-48DC-A980-BA42E3948325}" srcOrd="0" destOrd="0" presId="urn:microsoft.com/office/officeart/2005/8/layout/hierarchy2"/>
    <dgm:cxn modelId="{F329CD50-A70C-46B5-8826-CDBD00C43B6F}" type="presOf" srcId="{423E64B8-059C-4246-AC69-D114868C2E66}" destId="{484D5713-7D79-4E2D-B8C5-2FD0A5E9B83D}" srcOrd="0" destOrd="0" presId="urn:microsoft.com/office/officeart/2005/8/layout/hierarchy2"/>
    <dgm:cxn modelId="{6DFBBB79-DBC9-401F-93F7-92B75EE4CBE0}" type="presOf" srcId="{84DB6A21-493E-40A2-8FAF-0EEAF42302D6}" destId="{57F8797B-ED1A-45CD-87AD-E25EE2E5D1A8}" srcOrd="0" destOrd="0" presId="urn:microsoft.com/office/officeart/2005/8/layout/hierarchy2"/>
    <dgm:cxn modelId="{6B1B4287-3872-42FA-BE7D-D4D4078AAF6B}" type="presOf" srcId="{837FF759-B632-4D69-93B4-D61D85C61B70}" destId="{DDA6E3B1-BA2A-47FB-B91A-C3C4E1F723B0}" srcOrd="1" destOrd="0" presId="urn:microsoft.com/office/officeart/2005/8/layout/hierarchy2"/>
    <dgm:cxn modelId="{3892E890-3F58-4A79-AEEE-579FE5233D76}" srcId="{6C852E70-31EF-4D50-B6E0-8B5BA9F9C077}" destId="{D6EA3C16-FEA4-4EB4-9077-41891B2E394C}" srcOrd="0" destOrd="0" parTransId="{B70BFC2F-477F-463D-8014-F3515347D4B8}" sibTransId="{74F0B220-C0E5-4D61-9DA4-AD01A3B364ED}"/>
    <dgm:cxn modelId="{B83AB398-B28C-4FCA-ABD4-2110C5A37833}" srcId="{6C852E70-31EF-4D50-B6E0-8B5BA9F9C077}" destId="{4ED38B09-CF68-4192-820C-5A33E91291B8}" srcOrd="2" destOrd="0" parTransId="{476020FA-78FA-43EB-B647-468F718B6B7F}" sibTransId="{8B56B5C7-FCC8-439E-A2A3-7672684B8AFF}"/>
    <dgm:cxn modelId="{42960A9C-4F0B-4E78-BD5B-DC6C82D0E493}" srcId="{DB3DDEB3-FD3E-4CDF-9D8F-C58FCAC76426}" destId="{6C852E70-31EF-4D50-B6E0-8B5BA9F9C077}" srcOrd="0" destOrd="0" parTransId="{6B6D4076-D926-4DB7-908A-4583F275E77F}" sibTransId="{859A02E8-C38A-4F39-8681-7DF75FE88B72}"/>
    <dgm:cxn modelId="{82AA45A3-1208-4E0A-9914-8301D7DD19DF}" srcId="{6C852E70-31EF-4D50-B6E0-8B5BA9F9C077}" destId="{B81D1852-73AC-4A1B-A5DD-72A276B73FB6}" srcOrd="3" destOrd="0" parTransId="{837FF759-B632-4D69-93B4-D61D85C61B70}" sibTransId="{B9D85720-F353-4AB0-A35C-991AA27736E1}"/>
    <dgm:cxn modelId="{468796A4-B811-40DF-81DD-A43CBE41AC3B}" type="presOf" srcId="{837FF759-B632-4D69-93B4-D61D85C61B70}" destId="{7602E329-ADB1-4EC4-8866-51D8605330B9}" srcOrd="0" destOrd="0" presId="urn:microsoft.com/office/officeart/2005/8/layout/hierarchy2"/>
    <dgm:cxn modelId="{0C5073A5-2976-4582-873F-F95547CB0A06}" type="presOf" srcId="{C715A0A7-F9B5-4F08-BC3E-240B2160A105}" destId="{619507BA-1DDA-417B-A222-AB2A1EEF4A8E}" srcOrd="1" destOrd="0" presId="urn:microsoft.com/office/officeart/2005/8/layout/hierarchy2"/>
    <dgm:cxn modelId="{1FBCEBA7-7FF6-4EEC-8E8C-BB51155AFBDD}" srcId="{6C852E70-31EF-4D50-B6E0-8B5BA9F9C077}" destId="{84DB6A21-493E-40A2-8FAF-0EEAF42302D6}" srcOrd="4" destOrd="0" parTransId="{428F81D4-96E1-4A53-B4ED-A32415BF43C9}" sibTransId="{D046536B-C255-41A9-BF3E-3FE9D3853350}"/>
    <dgm:cxn modelId="{9D52E8B3-DCB8-48C5-96D5-BF0E059EC082}" type="presOf" srcId="{B70BFC2F-477F-463D-8014-F3515347D4B8}" destId="{9E4C6C04-F84C-4A41-B489-3357C74BE52F}" srcOrd="1" destOrd="0" presId="urn:microsoft.com/office/officeart/2005/8/layout/hierarchy2"/>
    <dgm:cxn modelId="{386EE4B5-42A2-4ADD-BF09-F5F8309164A0}" type="presOf" srcId="{476020FA-78FA-43EB-B647-468F718B6B7F}" destId="{1055D36D-0BA3-4DEE-89E4-13794F1814BE}" srcOrd="1" destOrd="0" presId="urn:microsoft.com/office/officeart/2005/8/layout/hierarchy2"/>
    <dgm:cxn modelId="{1DE8A4BA-3B3C-4664-92F9-3895B7F14D71}" type="presOf" srcId="{B70BFC2F-477F-463D-8014-F3515347D4B8}" destId="{13D45659-7AAC-416E-973E-1E238ACA084B}" srcOrd="0" destOrd="0" presId="urn:microsoft.com/office/officeart/2005/8/layout/hierarchy2"/>
    <dgm:cxn modelId="{BE502CCE-6BE0-4E5F-9BDA-3A28AA55E55F}" type="presOf" srcId="{428F81D4-96E1-4A53-B4ED-A32415BF43C9}" destId="{DCC8360B-B39F-421B-AD19-B2DEF72D8745}" srcOrd="1" destOrd="0" presId="urn:microsoft.com/office/officeart/2005/8/layout/hierarchy2"/>
    <dgm:cxn modelId="{C97A71D5-C121-41FA-BD15-BDF86B0520F7}" type="presOf" srcId="{DB3DDEB3-FD3E-4CDF-9D8F-C58FCAC76426}" destId="{C44F25CC-4509-48C4-946F-4D28C2F4FD5B}" srcOrd="0" destOrd="0" presId="urn:microsoft.com/office/officeart/2005/8/layout/hierarchy2"/>
    <dgm:cxn modelId="{F9DD8BDE-09F4-47B7-9048-22136826F4A3}" srcId="{6C852E70-31EF-4D50-B6E0-8B5BA9F9C077}" destId="{D8D205C5-EF0A-4F21-B4D7-60868A66B271}" srcOrd="1" destOrd="0" parTransId="{F4D3F8FA-BA7E-47F7-AA48-C68CC8B71F8F}" sibTransId="{BA7C7F94-2880-471C-83E2-754D29479142}"/>
    <dgm:cxn modelId="{79905EE7-141F-4009-A39D-7838B3FADE58}" type="presOf" srcId="{3F3D4FAF-171A-409A-A0ED-952E73CF121C}" destId="{0B140D98-BED4-4989-A80A-A68D997869E6}" srcOrd="0" destOrd="0" presId="urn:microsoft.com/office/officeart/2005/8/layout/hierarchy2"/>
    <dgm:cxn modelId="{63A953FE-8320-4C7A-843A-C4DB981FF0FA}" type="presOf" srcId="{F4D3F8FA-BA7E-47F7-AA48-C68CC8B71F8F}" destId="{5F8B107C-AD6A-4AA8-B1C9-624F791AA307}" srcOrd="0" destOrd="0" presId="urn:microsoft.com/office/officeart/2005/8/layout/hierarchy2"/>
    <dgm:cxn modelId="{8CA3432E-0FA4-4C99-8C58-CDE03101C4EC}" type="presParOf" srcId="{C44F25CC-4509-48C4-946F-4D28C2F4FD5B}" destId="{A18B5989-4270-431B-8F7A-015A56AE9EF9}" srcOrd="0" destOrd="0" presId="urn:microsoft.com/office/officeart/2005/8/layout/hierarchy2"/>
    <dgm:cxn modelId="{D8B2381E-6A1F-475B-B5D7-B3FBB818F08D}" type="presParOf" srcId="{A18B5989-4270-431B-8F7A-015A56AE9EF9}" destId="{9FF74865-9B1E-439B-9C9D-18F74FAEF4CF}" srcOrd="0" destOrd="0" presId="urn:microsoft.com/office/officeart/2005/8/layout/hierarchy2"/>
    <dgm:cxn modelId="{821E6E81-C9E7-44D5-8F4B-69898BDCBCC6}" type="presParOf" srcId="{A18B5989-4270-431B-8F7A-015A56AE9EF9}" destId="{E6CD99A0-D388-4F98-B985-A7E0AFD0B314}" srcOrd="1" destOrd="0" presId="urn:microsoft.com/office/officeart/2005/8/layout/hierarchy2"/>
    <dgm:cxn modelId="{911674EA-5FB9-46FB-B125-D982777B7699}" type="presParOf" srcId="{E6CD99A0-D388-4F98-B985-A7E0AFD0B314}" destId="{13D45659-7AAC-416E-973E-1E238ACA084B}" srcOrd="0" destOrd="0" presId="urn:microsoft.com/office/officeart/2005/8/layout/hierarchy2"/>
    <dgm:cxn modelId="{8681C80A-16DB-4498-AD5E-C320DAD8006C}" type="presParOf" srcId="{13D45659-7AAC-416E-973E-1E238ACA084B}" destId="{9E4C6C04-F84C-4A41-B489-3357C74BE52F}" srcOrd="0" destOrd="0" presId="urn:microsoft.com/office/officeart/2005/8/layout/hierarchy2"/>
    <dgm:cxn modelId="{D9F37A62-1E01-4D2B-AE57-156249556677}" type="presParOf" srcId="{E6CD99A0-D388-4F98-B985-A7E0AFD0B314}" destId="{3056A79E-02C1-487E-8356-25F6938614AB}" srcOrd="1" destOrd="0" presId="urn:microsoft.com/office/officeart/2005/8/layout/hierarchy2"/>
    <dgm:cxn modelId="{FC55E28B-BD60-4A3D-83D6-A4744E3B8C01}" type="presParOf" srcId="{3056A79E-02C1-487E-8356-25F6938614AB}" destId="{E9AED8F9-314E-468E-BD10-98A965C325A4}" srcOrd="0" destOrd="0" presId="urn:microsoft.com/office/officeart/2005/8/layout/hierarchy2"/>
    <dgm:cxn modelId="{0875F2EC-F612-49B8-A3FB-F553507CDA8C}" type="presParOf" srcId="{3056A79E-02C1-487E-8356-25F6938614AB}" destId="{57A3DF24-83B9-4AE8-96E7-B7036F9F25EF}" srcOrd="1" destOrd="0" presId="urn:microsoft.com/office/officeart/2005/8/layout/hierarchy2"/>
    <dgm:cxn modelId="{EFF417CA-CCC4-4355-B3E2-E9E1E9AFD100}" type="presParOf" srcId="{E6CD99A0-D388-4F98-B985-A7E0AFD0B314}" destId="{5F8B107C-AD6A-4AA8-B1C9-624F791AA307}" srcOrd="2" destOrd="0" presId="urn:microsoft.com/office/officeart/2005/8/layout/hierarchy2"/>
    <dgm:cxn modelId="{EEB1D2C5-4B8C-4F19-975A-D27198E48B45}" type="presParOf" srcId="{5F8B107C-AD6A-4AA8-B1C9-624F791AA307}" destId="{55227589-CCA3-47E5-BD40-71AA55C30F0C}" srcOrd="0" destOrd="0" presId="urn:microsoft.com/office/officeart/2005/8/layout/hierarchy2"/>
    <dgm:cxn modelId="{CA1872B6-7825-425E-ADEF-E0A0BF7D889F}" type="presParOf" srcId="{E6CD99A0-D388-4F98-B985-A7E0AFD0B314}" destId="{224EED56-035B-44A2-8A9A-3B9094D0CC3E}" srcOrd="3" destOrd="0" presId="urn:microsoft.com/office/officeart/2005/8/layout/hierarchy2"/>
    <dgm:cxn modelId="{0B2B72DB-86D6-4AC4-816D-0DD61A5CEB8E}" type="presParOf" srcId="{224EED56-035B-44A2-8A9A-3B9094D0CC3E}" destId="{A6D7B4F2-6FB2-4ABF-9DF5-70D81A6321D7}" srcOrd="0" destOrd="0" presId="urn:microsoft.com/office/officeart/2005/8/layout/hierarchy2"/>
    <dgm:cxn modelId="{B0246822-26DE-44EC-A026-2C762A8AD89C}" type="presParOf" srcId="{224EED56-035B-44A2-8A9A-3B9094D0CC3E}" destId="{0DE5CB62-255F-48D5-B784-9DF7DEBF4735}" srcOrd="1" destOrd="0" presId="urn:microsoft.com/office/officeart/2005/8/layout/hierarchy2"/>
    <dgm:cxn modelId="{A704E104-5BCC-4173-B121-A9D804B246E4}" type="presParOf" srcId="{E6CD99A0-D388-4F98-B985-A7E0AFD0B314}" destId="{750276EC-9829-491D-A9FC-A3583271CF76}" srcOrd="4" destOrd="0" presId="urn:microsoft.com/office/officeart/2005/8/layout/hierarchy2"/>
    <dgm:cxn modelId="{7A6611DB-5621-4780-ADCA-96FE2155E9D7}" type="presParOf" srcId="{750276EC-9829-491D-A9FC-A3583271CF76}" destId="{1055D36D-0BA3-4DEE-89E4-13794F1814BE}" srcOrd="0" destOrd="0" presId="urn:microsoft.com/office/officeart/2005/8/layout/hierarchy2"/>
    <dgm:cxn modelId="{C5067322-A2C8-4EEE-8D26-64A469D61472}" type="presParOf" srcId="{E6CD99A0-D388-4F98-B985-A7E0AFD0B314}" destId="{A7046D62-E726-4A8A-AE8A-4CD9DEEA5167}" srcOrd="5" destOrd="0" presId="urn:microsoft.com/office/officeart/2005/8/layout/hierarchy2"/>
    <dgm:cxn modelId="{A0BE6451-2621-4617-AA95-04FC8FE2EB7A}" type="presParOf" srcId="{A7046D62-E726-4A8A-AE8A-4CD9DEEA5167}" destId="{5C79C3F3-1F91-4AE9-A890-321FC8FB41F5}" srcOrd="0" destOrd="0" presId="urn:microsoft.com/office/officeart/2005/8/layout/hierarchy2"/>
    <dgm:cxn modelId="{DEE6EE8B-5920-4A74-BD90-9AA50B08F513}" type="presParOf" srcId="{A7046D62-E726-4A8A-AE8A-4CD9DEEA5167}" destId="{14CE2754-DFC9-4C7F-B92C-42118CCCBF4A}" srcOrd="1" destOrd="0" presId="urn:microsoft.com/office/officeart/2005/8/layout/hierarchy2"/>
    <dgm:cxn modelId="{EC5F32B4-0D87-4308-A252-CDEC378123C7}" type="presParOf" srcId="{E6CD99A0-D388-4F98-B985-A7E0AFD0B314}" destId="{7602E329-ADB1-4EC4-8866-51D8605330B9}" srcOrd="6" destOrd="0" presId="urn:microsoft.com/office/officeart/2005/8/layout/hierarchy2"/>
    <dgm:cxn modelId="{044D8AF9-DE9A-4B31-88EE-2C2C41EE3BA3}" type="presParOf" srcId="{7602E329-ADB1-4EC4-8866-51D8605330B9}" destId="{DDA6E3B1-BA2A-47FB-B91A-C3C4E1F723B0}" srcOrd="0" destOrd="0" presId="urn:microsoft.com/office/officeart/2005/8/layout/hierarchy2"/>
    <dgm:cxn modelId="{64E423E2-E306-497E-AA16-7CA2AE4DDBBB}" type="presParOf" srcId="{E6CD99A0-D388-4F98-B985-A7E0AFD0B314}" destId="{52F99F05-F2F7-46AE-9946-3B01E796FF63}" srcOrd="7" destOrd="0" presId="urn:microsoft.com/office/officeart/2005/8/layout/hierarchy2"/>
    <dgm:cxn modelId="{8005E77D-65EA-4D76-9FC3-EAD649EDD82A}" type="presParOf" srcId="{52F99F05-F2F7-46AE-9946-3B01E796FF63}" destId="{FB79E634-5738-48DC-A980-BA42E3948325}" srcOrd="0" destOrd="0" presId="urn:microsoft.com/office/officeart/2005/8/layout/hierarchy2"/>
    <dgm:cxn modelId="{28D8880B-5B67-42A5-9850-0FD10827B6A1}" type="presParOf" srcId="{52F99F05-F2F7-46AE-9946-3B01E796FF63}" destId="{89B8C649-0489-4D64-8549-8C2022CDEC87}" srcOrd="1" destOrd="0" presId="urn:microsoft.com/office/officeart/2005/8/layout/hierarchy2"/>
    <dgm:cxn modelId="{C1317364-160A-45D7-AE46-2C69D09A2CFE}" type="presParOf" srcId="{E6CD99A0-D388-4F98-B985-A7E0AFD0B314}" destId="{1B59AF5C-9C89-4043-88A3-B54FF397E90B}" srcOrd="8" destOrd="0" presId="urn:microsoft.com/office/officeart/2005/8/layout/hierarchy2"/>
    <dgm:cxn modelId="{F8280FC8-29CD-4D2D-9582-A27972410FF0}" type="presParOf" srcId="{1B59AF5C-9C89-4043-88A3-B54FF397E90B}" destId="{DCC8360B-B39F-421B-AD19-B2DEF72D8745}" srcOrd="0" destOrd="0" presId="urn:microsoft.com/office/officeart/2005/8/layout/hierarchy2"/>
    <dgm:cxn modelId="{AEFB4306-45EB-4C67-9C31-9BB12324AEB6}" type="presParOf" srcId="{E6CD99A0-D388-4F98-B985-A7E0AFD0B314}" destId="{F93ADE66-3A86-4381-ACB9-E839A2EB054D}" srcOrd="9" destOrd="0" presId="urn:microsoft.com/office/officeart/2005/8/layout/hierarchy2"/>
    <dgm:cxn modelId="{850E5243-A12B-4AF3-A5A9-5FC7CAFE1E3C}" type="presParOf" srcId="{F93ADE66-3A86-4381-ACB9-E839A2EB054D}" destId="{57F8797B-ED1A-45CD-87AD-E25EE2E5D1A8}" srcOrd="0" destOrd="0" presId="urn:microsoft.com/office/officeart/2005/8/layout/hierarchy2"/>
    <dgm:cxn modelId="{2F3ACFD9-0A97-44E6-84D2-2632374C2555}" type="presParOf" srcId="{F93ADE66-3A86-4381-ACB9-E839A2EB054D}" destId="{67A6BA35-7625-4E38-A15A-9FDE3BCFAA33}" srcOrd="1" destOrd="0" presId="urn:microsoft.com/office/officeart/2005/8/layout/hierarchy2"/>
    <dgm:cxn modelId="{D356149C-F056-4D8B-85D4-BCA3B5290CBA}" type="presParOf" srcId="{E6CD99A0-D388-4F98-B985-A7E0AFD0B314}" destId="{B23F443A-FE98-4A10-AE92-B7F101472544}" srcOrd="10" destOrd="0" presId="urn:microsoft.com/office/officeart/2005/8/layout/hierarchy2"/>
    <dgm:cxn modelId="{EE330243-E318-4DCA-8D08-6FC9883D0769}" type="presParOf" srcId="{B23F443A-FE98-4A10-AE92-B7F101472544}" destId="{619507BA-1DDA-417B-A222-AB2A1EEF4A8E}" srcOrd="0" destOrd="0" presId="urn:microsoft.com/office/officeart/2005/8/layout/hierarchy2"/>
    <dgm:cxn modelId="{4306D011-479F-4DE5-A0A4-BAD2DE8CAA2D}" type="presParOf" srcId="{E6CD99A0-D388-4F98-B985-A7E0AFD0B314}" destId="{7F4EF240-5714-47B6-9FB8-FC8B71ECC59B}" srcOrd="11" destOrd="0" presId="urn:microsoft.com/office/officeart/2005/8/layout/hierarchy2"/>
    <dgm:cxn modelId="{1A0B6574-18BC-45C1-A2B5-9103CDE0D983}" type="presParOf" srcId="{7F4EF240-5714-47B6-9FB8-FC8B71ECC59B}" destId="{0B140D98-BED4-4989-A80A-A68D997869E6}" srcOrd="0" destOrd="0" presId="urn:microsoft.com/office/officeart/2005/8/layout/hierarchy2"/>
    <dgm:cxn modelId="{40608058-B48C-45FB-99BF-613881361BBC}" type="presParOf" srcId="{7F4EF240-5714-47B6-9FB8-FC8B71ECC59B}" destId="{ACA5B32E-AE72-432E-A410-1E52F1471F26}" srcOrd="1" destOrd="0" presId="urn:microsoft.com/office/officeart/2005/8/layout/hierarchy2"/>
    <dgm:cxn modelId="{96467963-33C6-4002-A42E-0D358F02D00A}" type="presParOf" srcId="{E6CD99A0-D388-4F98-B985-A7E0AFD0B314}" destId="{AFC08588-4A63-4B68-8E4E-D8569B2B6619}" srcOrd="12" destOrd="0" presId="urn:microsoft.com/office/officeart/2005/8/layout/hierarchy2"/>
    <dgm:cxn modelId="{A39F1A49-AE84-4571-95A5-A8EF30A6CD86}" type="presParOf" srcId="{AFC08588-4A63-4B68-8E4E-D8569B2B6619}" destId="{1EF92E4F-2662-4E71-8022-126C2BDFC1DC}" srcOrd="0" destOrd="0" presId="urn:microsoft.com/office/officeart/2005/8/layout/hierarchy2"/>
    <dgm:cxn modelId="{3124E4B6-F2FC-477A-B30D-80AE00CDCD36}" type="presParOf" srcId="{E6CD99A0-D388-4F98-B985-A7E0AFD0B314}" destId="{9F64A583-3E21-4C20-8A08-6F7615FC8F60}" srcOrd="13" destOrd="0" presId="urn:microsoft.com/office/officeart/2005/8/layout/hierarchy2"/>
    <dgm:cxn modelId="{01822CED-435E-4F31-8A8E-DC2DD7DA63F4}" type="presParOf" srcId="{9F64A583-3E21-4C20-8A08-6F7615FC8F60}" destId="{484D5713-7D79-4E2D-B8C5-2FD0A5E9B83D}" srcOrd="0" destOrd="0" presId="urn:microsoft.com/office/officeart/2005/8/layout/hierarchy2"/>
    <dgm:cxn modelId="{C44F5DB1-CF99-4A21-9383-DDD90993B0FA}" type="presParOf" srcId="{9F64A583-3E21-4C20-8A08-6F7615FC8F60}" destId="{F9F0CEB2-14B6-4249-973D-E1471244C05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2139002" y="1904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sp:txBody>
      <dsp:txXfrm>
        <a:off x="2250369" y="130409"/>
        <a:ext cx="537725" cy="537725"/>
      </dsp:txXfrm>
    </dsp:sp>
    <dsp:sp modelId="{B450A715-FA4B-4EB0-92AC-2D625DFBCE0D}">
      <dsp:nvSpPr>
        <dsp:cNvPr id="0" name=""/>
        <dsp:cNvSpPr/>
      </dsp:nvSpPr>
      <dsp:spPr>
        <a:xfrm rot="1251715">
          <a:off x="2940378" y="466776"/>
          <a:ext cx="185421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>
        <a:off x="2942201" y="508202"/>
        <a:ext cx="129795" cy="153993"/>
      </dsp:txXfrm>
    </dsp:sp>
    <dsp:sp modelId="{94F15D60-A6E8-448C-AB5D-AA4FE65A1EE0}">
      <dsp:nvSpPr>
        <dsp:cNvPr id="0" name=""/>
        <dsp:cNvSpPr/>
      </dsp:nvSpPr>
      <dsp:spPr>
        <a:xfrm>
          <a:off x="3176523" y="414443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3</a:t>
          </a:r>
        </a:p>
      </dsp:txBody>
      <dsp:txXfrm>
        <a:off x="3287890" y="525810"/>
        <a:ext cx="537725" cy="537725"/>
      </dsp:txXfrm>
    </dsp:sp>
    <dsp:sp modelId="{B6E0A313-4639-426A-B195-1175A3144FF9}">
      <dsp:nvSpPr>
        <dsp:cNvPr id="0" name=""/>
        <dsp:cNvSpPr/>
      </dsp:nvSpPr>
      <dsp:spPr>
        <a:xfrm rot="3998058">
          <a:off x="3679849" y="1185167"/>
          <a:ext cx="202099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>
        <a:off x="3698141" y="1208669"/>
        <a:ext cx="141469" cy="153993"/>
      </dsp:txXfrm>
    </dsp:sp>
    <dsp:sp modelId="{7F4E22F4-4541-4313-9429-8652381E2430}">
      <dsp:nvSpPr>
        <dsp:cNvPr id="0" name=""/>
        <dsp:cNvSpPr/>
      </dsp:nvSpPr>
      <dsp:spPr>
        <a:xfrm>
          <a:off x="3629351" y="1462588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sp:txBody>
      <dsp:txXfrm>
        <a:off x="3740718" y="1573955"/>
        <a:ext cx="537725" cy="537725"/>
      </dsp:txXfrm>
    </dsp:sp>
    <dsp:sp modelId="{930C1C10-B7D9-4063-97DF-451520631F5C}">
      <dsp:nvSpPr>
        <dsp:cNvPr id="0" name=""/>
        <dsp:cNvSpPr/>
      </dsp:nvSpPr>
      <dsp:spPr>
        <a:xfrm rot="6700668">
          <a:off x="3699839" y="2239614"/>
          <a:ext cx="202011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 rot="10800000">
        <a:off x="3741333" y="2262787"/>
        <a:ext cx="141408" cy="153993"/>
      </dsp:txXfrm>
    </dsp:sp>
    <dsp:sp modelId="{4253F2A0-3C4D-41E0-8F8F-602B835DE00E}">
      <dsp:nvSpPr>
        <dsp:cNvPr id="0" name=""/>
        <dsp:cNvSpPr/>
      </dsp:nvSpPr>
      <dsp:spPr>
        <a:xfrm>
          <a:off x="3207655" y="252346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sp:txBody>
      <dsp:txXfrm>
        <a:off x="3319022" y="2634829"/>
        <a:ext cx="537725" cy="537725"/>
      </dsp:txXfrm>
    </dsp:sp>
    <dsp:sp modelId="{F8AF0E23-F4AB-4B22-93A2-64EDDCAF3E7E}">
      <dsp:nvSpPr>
        <dsp:cNvPr id="0" name=""/>
        <dsp:cNvSpPr/>
      </dsp:nvSpPr>
      <dsp:spPr>
        <a:xfrm rot="9410921">
          <a:off x="2967400" y="2997507"/>
          <a:ext cx="201934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 rot="10800000">
        <a:off x="3025541" y="3036929"/>
        <a:ext cx="141354" cy="153993"/>
      </dsp:txXfrm>
    </dsp:sp>
    <dsp:sp modelId="{5AC06EA3-1487-4878-8E60-73BC78C506B2}">
      <dsp:nvSpPr>
        <dsp:cNvPr id="0" name=""/>
        <dsp:cNvSpPr/>
      </dsp:nvSpPr>
      <dsp:spPr>
        <a:xfrm>
          <a:off x="2158110" y="297224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6</a:t>
          </a:r>
        </a:p>
      </dsp:txBody>
      <dsp:txXfrm>
        <a:off x="2269477" y="3083609"/>
        <a:ext cx="537725" cy="537725"/>
      </dsp:txXfrm>
    </dsp:sp>
    <dsp:sp modelId="{461F6849-4FCE-49EE-9AB8-2EA110D7E1CF}">
      <dsp:nvSpPr>
        <dsp:cNvPr id="0" name=""/>
        <dsp:cNvSpPr/>
      </dsp:nvSpPr>
      <dsp:spPr>
        <a:xfrm rot="12127154">
          <a:off x="1914003" y="3011412"/>
          <a:ext cx="201885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 rot="10800000">
        <a:off x="1972339" y="3074145"/>
        <a:ext cx="141320" cy="153993"/>
      </dsp:txXfrm>
    </dsp:sp>
    <dsp:sp modelId="{94FA9188-7ACD-46A3-9671-54526483B058}">
      <dsp:nvSpPr>
        <dsp:cNvPr id="0" name=""/>
        <dsp:cNvSpPr/>
      </dsp:nvSpPr>
      <dsp:spPr>
        <a:xfrm>
          <a:off x="1100736" y="2542474"/>
          <a:ext cx="760459" cy="760459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7</a:t>
          </a:r>
        </a:p>
      </dsp:txBody>
      <dsp:txXfrm>
        <a:off x="1212103" y="2653841"/>
        <a:ext cx="537725" cy="537725"/>
      </dsp:txXfrm>
    </dsp:sp>
    <dsp:sp modelId="{0226906C-6F8A-490E-827A-2C59B35F2BD9}">
      <dsp:nvSpPr>
        <dsp:cNvPr id="0" name=""/>
        <dsp:cNvSpPr/>
      </dsp:nvSpPr>
      <dsp:spPr>
        <a:xfrm rot="14847045">
          <a:off x="1163381" y="2272607"/>
          <a:ext cx="201870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 rot="10800000">
        <a:off x="1205273" y="2351904"/>
        <a:ext cx="141309" cy="153993"/>
      </dsp:txXfrm>
    </dsp:sp>
    <dsp:sp modelId="{D179AB51-579D-48F7-90A3-A3BCDCE0574A}">
      <dsp:nvSpPr>
        <dsp:cNvPr id="0" name=""/>
        <dsp:cNvSpPr/>
      </dsp:nvSpPr>
      <dsp:spPr>
        <a:xfrm>
          <a:off x="663055" y="1488382"/>
          <a:ext cx="760459" cy="760459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b="1" kern="1200" dirty="0">
            <a:solidFill>
              <a:schemeClr val="bg1"/>
            </a:solidFill>
            <a:latin typeface="Consolas" panose="020B0609020204030204" pitchFamily="49" charset="0"/>
          </a:endParaRPr>
        </a:p>
      </dsp:txBody>
      <dsp:txXfrm>
        <a:off x="774422" y="1599749"/>
        <a:ext cx="537725" cy="537725"/>
      </dsp:txXfrm>
    </dsp:sp>
    <dsp:sp modelId="{BEDB3ACA-9105-4436-A6A8-D353E9A71C08}">
      <dsp:nvSpPr>
        <dsp:cNvPr id="0" name=""/>
        <dsp:cNvSpPr/>
      </dsp:nvSpPr>
      <dsp:spPr>
        <a:xfrm rot="17567344">
          <a:off x="1161180" y="1219420"/>
          <a:ext cx="201877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>
        <a:off x="1179732" y="1298669"/>
        <a:ext cx="141314" cy="153993"/>
      </dsp:txXfrm>
    </dsp:sp>
    <dsp:sp modelId="{0BCD4322-3D00-4B0F-B247-E2F3D69804BC}">
      <dsp:nvSpPr>
        <dsp:cNvPr id="0" name=""/>
        <dsp:cNvSpPr/>
      </dsp:nvSpPr>
      <dsp:spPr>
        <a:xfrm>
          <a:off x="1105150" y="436119"/>
          <a:ext cx="760459" cy="760459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b="1" kern="1200" dirty="0">
            <a:solidFill>
              <a:schemeClr val="tx1"/>
            </a:solidFill>
            <a:latin typeface="Consolas" panose="020B0609020204030204" pitchFamily="49" charset="0"/>
          </a:endParaRPr>
        </a:p>
      </dsp:txBody>
      <dsp:txXfrm>
        <a:off x="1216517" y="547486"/>
        <a:ext cx="537725" cy="537725"/>
      </dsp:txXfrm>
    </dsp:sp>
    <dsp:sp modelId="{315666E4-D604-4B68-BABD-CB75609091A1}">
      <dsp:nvSpPr>
        <dsp:cNvPr id="0" name=""/>
        <dsp:cNvSpPr/>
      </dsp:nvSpPr>
      <dsp:spPr>
        <a:xfrm rot="20281791">
          <a:off x="1903473" y="481471"/>
          <a:ext cx="187805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>
        <a:off x="1905519" y="543341"/>
        <a:ext cx="131464" cy="1539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CEE48-9058-48EC-A7B5-F5E02AB79E7E}">
      <dsp:nvSpPr>
        <dsp:cNvPr id="0" name=""/>
        <dsp:cNvSpPr/>
      </dsp:nvSpPr>
      <dsp:spPr>
        <a:xfrm>
          <a:off x="2139002" y="1904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0</a:t>
          </a:r>
        </a:p>
      </dsp:txBody>
      <dsp:txXfrm>
        <a:off x="2250369" y="130409"/>
        <a:ext cx="537725" cy="537725"/>
      </dsp:txXfrm>
    </dsp:sp>
    <dsp:sp modelId="{B450A715-FA4B-4EB0-92AC-2D625DFBCE0D}">
      <dsp:nvSpPr>
        <dsp:cNvPr id="0" name=""/>
        <dsp:cNvSpPr/>
      </dsp:nvSpPr>
      <dsp:spPr>
        <a:xfrm rot="1251715">
          <a:off x="2940378" y="466776"/>
          <a:ext cx="185421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>
        <a:off x="2942201" y="508202"/>
        <a:ext cx="129795" cy="153993"/>
      </dsp:txXfrm>
    </dsp:sp>
    <dsp:sp modelId="{94F15D60-A6E8-448C-AB5D-AA4FE65A1EE0}">
      <dsp:nvSpPr>
        <dsp:cNvPr id="0" name=""/>
        <dsp:cNvSpPr/>
      </dsp:nvSpPr>
      <dsp:spPr>
        <a:xfrm>
          <a:off x="3176523" y="414443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1</a:t>
          </a:r>
        </a:p>
      </dsp:txBody>
      <dsp:txXfrm>
        <a:off x="3287890" y="525810"/>
        <a:ext cx="537725" cy="537725"/>
      </dsp:txXfrm>
    </dsp:sp>
    <dsp:sp modelId="{B6E0A313-4639-426A-B195-1175A3144FF9}">
      <dsp:nvSpPr>
        <dsp:cNvPr id="0" name=""/>
        <dsp:cNvSpPr/>
      </dsp:nvSpPr>
      <dsp:spPr>
        <a:xfrm rot="3998058">
          <a:off x="3679849" y="1185167"/>
          <a:ext cx="202099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>
        <a:off x="3698141" y="1208669"/>
        <a:ext cx="141469" cy="153993"/>
      </dsp:txXfrm>
    </dsp:sp>
    <dsp:sp modelId="{7F4E22F4-4541-4313-9429-8652381E2430}">
      <dsp:nvSpPr>
        <dsp:cNvPr id="0" name=""/>
        <dsp:cNvSpPr/>
      </dsp:nvSpPr>
      <dsp:spPr>
        <a:xfrm>
          <a:off x="3629351" y="1462588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2</a:t>
          </a:r>
        </a:p>
      </dsp:txBody>
      <dsp:txXfrm>
        <a:off x="3740718" y="1573955"/>
        <a:ext cx="537725" cy="537725"/>
      </dsp:txXfrm>
    </dsp:sp>
    <dsp:sp modelId="{930C1C10-B7D9-4063-97DF-451520631F5C}">
      <dsp:nvSpPr>
        <dsp:cNvPr id="0" name=""/>
        <dsp:cNvSpPr/>
      </dsp:nvSpPr>
      <dsp:spPr>
        <a:xfrm rot="6700668">
          <a:off x="3699839" y="2239614"/>
          <a:ext cx="202011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 rot="10800000">
        <a:off x="3741333" y="2262787"/>
        <a:ext cx="141408" cy="153993"/>
      </dsp:txXfrm>
    </dsp:sp>
    <dsp:sp modelId="{4253F2A0-3C4D-41E0-8F8F-602B835DE00E}">
      <dsp:nvSpPr>
        <dsp:cNvPr id="0" name=""/>
        <dsp:cNvSpPr/>
      </dsp:nvSpPr>
      <dsp:spPr>
        <a:xfrm>
          <a:off x="3207655" y="252346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4</a:t>
          </a:r>
        </a:p>
      </dsp:txBody>
      <dsp:txXfrm>
        <a:off x="3319022" y="2634829"/>
        <a:ext cx="537725" cy="537725"/>
      </dsp:txXfrm>
    </dsp:sp>
    <dsp:sp modelId="{F8AF0E23-F4AB-4B22-93A2-64EDDCAF3E7E}">
      <dsp:nvSpPr>
        <dsp:cNvPr id="0" name=""/>
        <dsp:cNvSpPr/>
      </dsp:nvSpPr>
      <dsp:spPr>
        <a:xfrm rot="9410921">
          <a:off x="2967400" y="2997507"/>
          <a:ext cx="201934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 rot="10800000">
        <a:off x="3025541" y="3036929"/>
        <a:ext cx="141354" cy="153993"/>
      </dsp:txXfrm>
    </dsp:sp>
    <dsp:sp modelId="{5AC06EA3-1487-4878-8E60-73BC78C506B2}">
      <dsp:nvSpPr>
        <dsp:cNvPr id="0" name=""/>
        <dsp:cNvSpPr/>
      </dsp:nvSpPr>
      <dsp:spPr>
        <a:xfrm>
          <a:off x="2158110" y="2972242"/>
          <a:ext cx="760459" cy="760459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400" b="1" kern="1200" dirty="0">
              <a:solidFill>
                <a:schemeClr val="tx1"/>
              </a:solidFill>
              <a:latin typeface="Consolas" panose="020B0609020204030204" pitchFamily="49" charset="0"/>
            </a:rPr>
            <a:t>5</a:t>
          </a:r>
        </a:p>
      </dsp:txBody>
      <dsp:txXfrm>
        <a:off x="2269477" y="3083609"/>
        <a:ext cx="537725" cy="537725"/>
      </dsp:txXfrm>
    </dsp:sp>
    <dsp:sp modelId="{461F6849-4FCE-49EE-9AB8-2EA110D7E1CF}">
      <dsp:nvSpPr>
        <dsp:cNvPr id="0" name=""/>
        <dsp:cNvSpPr/>
      </dsp:nvSpPr>
      <dsp:spPr>
        <a:xfrm rot="12127154">
          <a:off x="1914003" y="3011412"/>
          <a:ext cx="201885" cy="256655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 rot="10800000">
        <a:off x="1972339" y="3074145"/>
        <a:ext cx="141320" cy="153993"/>
      </dsp:txXfrm>
    </dsp:sp>
    <dsp:sp modelId="{94FA9188-7ACD-46A3-9671-54526483B058}">
      <dsp:nvSpPr>
        <dsp:cNvPr id="0" name=""/>
        <dsp:cNvSpPr/>
      </dsp:nvSpPr>
      <dsp:spPr>
        <a:xfrm>
          <a:off x="1100736" y="2542474"/>
          <a:ext cx="760459" cy="760459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b="1" kern="1200" dirty="0">
            <a:solidFill>
              <a:schemeClr val="tx1"/>
            </a:solidFill>
            <a:latin typeface="Consolas" panose="020B0609020204030204" pitchFamily="49" charset="0"/>
          </a:endParaRPr>
        </a:p>
      </dsp:txBody>
      <dsp:txXfrm>
        <a:off x="1212103" y="2653841"/>
        <a:ext cx="537725" cy="537725"/>
      </dsp:txXfrm>
    </dsp:sp>
    <dsp:sp modelId="{0226906C-6F8A-490E-827A-2C59B35F2BD9}">
      <dsp:nvSpPr>
        <dsp:cNvPr id="0" name=""/>
        <dsp:cNvSpPr/>
      </dsp:nvSpPr>
      <dsp:spPr>
        <a:xfrm rot="14847045">
          <a:off x="1163381" y="2272607"/>
          <a:ext cx="201870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 rot="10800000">
        <a:off x="1205273" y="2351904"/>
        <a:ext cx="141309" cy="153993"/>
      </dsp:txXfrm>
    </dsp:sp>
    <dsp:sp modelId="{D179AB51-579D-48F7-90A3-A3BCDCE0574A}">
      <dsp:nvSpPr>
        <dsp:cNvPr id="0" name=""/>
        <dsp:cNvSpPr/>
      </dsp:nvSpPr>
      <dsp:spPr>
        <a:xfrm>
          <a:off x="663055" y="1488382"/>
          <a:ext cx="760459" cy="760459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b="1" kern="1200" dirty="0">
            <a:solidFill>
              <a:schemeClr val="bg1"/>
            </a:solidFill>
            <a:latin typeface="Consolas" panose="020B0609020204030204" pitchFamily="49" charset="0"/>
          </a:endParaRPr>
        </a:p>
      </dsp:txBody>
      <dsp:txXfrm>
        <a:off x="774422" y="1599749"/>
        <a:ext cx="537725" cy="537725"/>
      </dsp:txXfrm>
    </dsp:sp>
    <dsp:sp modelId="{BEDB3ACA-9105-4436-A6A8-D353E9A71C08}">
      <dsp:nvSpPr>
        <dsp:cNvPr id="0" name=""/>
        <dsp:cNvSpPr/>
      </dsp:nvSpPr>
      <dsp:spPr>
        <a:xfrm rot="17567344">
          <a:off x="1161180" y="1219420"/>
          <a:ext cx="201877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>
        <a:off x="1179732" y="1298669"/>
        <a:ext cx="141314" cy="153993"/>
      </dsp:txXfrm>
    </dsp:sp>
    <dsp:sp modelId="{0BCD4322-3D00-4B0F-B247-E2F3D69804BC}">
      <dsp:nvSpPr>
        <dsp:cNvPr id="0" name=""/>
        <dsp:cNvSpPr/>
      </dsp:nvSpPr>
      <dsp:spPr>
        <a:xfrm>
          <a:off x="1105150" y="436119"/>
          <a:ext cx="760459" cy="760459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b="1" kern="1200" dirty="0">
            <a:solidFill>
              <a:schemeClr val="tx1"/>
            </a:solidFill>
            <a:latin typeface="Consolas" panose="020B0609020204030204" pitchFamily="49" charset="0"/>
          </a:endParaRPr>
        </a:p>
      </dsp:txBody>
      <dsp:txXfrm>
        <a:off x="1216517" y="547486"/>
        <a:ext cx="537725" cy="537725"/>
      </dsp:txXfrm>
    </dsp:sp>
    <dsp:sp modelId="{315666E4-D604-4B68-BABD-CB75609091A1}">
      <dsp:nvSpPr>
        <dsp:cNvPr id="0" name=""/>
        <dsp:cNvSpPr/>
      </dsp:nvSpPr>
      <dsp:spPr>
        <a:xfrm rot="20281791">
          <a:off x="1903473" y="481471"/>
          <a:ext cx="187805" cy="256655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4400" kern="1200">
            <a:latin typeface="Consolas" panose="020B0609020204030204" pitchFamily="49" charset="0"/>
          </a:endParaRPr>
        </a:p>
      </dsp:txBody>
      <dsp:txXfrm>
        <a:off x="1905519" y="543341"/>
        <a:ext cx="131464" cy="1539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74865-9B1E-439B-9C9D-18F74FAEF4CF}">
      <dsp:nvSpPr>
        <dsp:cNvPr id="0" name=""/>
        <dsp:cNvSpPr/>
      </dsp:nvSpPr>
      <dsp:spPr>
        <a:xfrm>
          <a:off x="1400971" y="2193253"/>
          <a:ext cx="1800005" cy="720002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Aplikace s časovačem</a:t>
          </a:r>
        </a:p>
      </dsp:txBody>
      <dsp:txXfrm>
        <a:off x="1422059" y="2214341"/>
        <a:ext cx="1757829" cy="677826"/>
      </dsp:txXfrm>
    </dsp:sp>
    <dsp:sp modelId="{13D45659-7AAC-416E-973E-1E238ACA084B}">
      <dsp:nvSpPr>
        <dsp:cNvPr id="0" name=""/>
        <dsp:cNvSpPr/>
      </dsp:nvSpPr>
      <dsp:spPr>
        <a:xfrm rot="17188299">
          <a:off x="2369501" y="1428977"/>
          <a:ext cx="2321069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2321069" y="113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3472009" y="1382321"/>
        <a:ext cx="116053" cy="116053"/>
      </dsp:txXfrm>
    </dsp:sp>
    <dsp:sp modelId="{E9AED8F9-314E-468E-BD10-98A965C325A4}">
      <dsp:nvSpPr>
        <dsp:cNvPr id="0" name=""/>
        <dsp:cNvSpPr/>
      </dsp:nvSpPr>
      <dsp:spPr>
        <a:xfrm>
          <a:off x="3859095" y="4859"/>
          <a:ext cx="2244897" cy="6451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Časové zpoždění s </a:t>
          </a:r>
          <a:r>
            <a:rPr lang="cs-CZ" sz="1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normálním</a:t>
          </a:r>
          <a:r>
            <a:rPr lang="cs-CZ" sz="1400" b="1" kern="12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 </a:t>
          </a:r>
          <a:r>
            <a:rPr lang="cs-CZ" sz="1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režimem</a:t>
          </a:r>
          <a:r>
            <a:rPr lang="cs-CZ" sz="1400" b="1" kern="12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 </a:t>
          </a:r>
          <a:r>
            <a:rPr lang="cs-CZ" sz="14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pomocí přerušení</a:t>
          </a:r>
        </a:p>
      </dsp:txBody>
      <dsp:txXfrm>
        <a:off x="3877991" y="23755"/>
        <a:ext cx="2207105" cy="607371"/>
      </dsp:txXfrm>
    </dsp:sp>
    <dsp:sp modelId="{5F8B107C-AD6A-4AA8-B1C9-624F791AA307}">
      <dsp:nvSpPr>
        <dsp:cNvPr id="0" name=""/>
        <dsp:cNvSpPr/>
      </dsp:nvSpPr>
      <dsp:spPr>
        <a:xfrm rot="17635075">
          <a:off x="2718401" y="1799946"/>
          <a:ext cx="1623270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623270" y="113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3489454" y="1770735"/>
        <a:ext cx="81163" cy="81163"/>
      </dsp:txXfrm>
    </dsp:sp>
    <dsp:sp modelId="{A6D7B4F2-6FB2-4ABF-9DF5-70D81A6321D7}">
      <dsp:nvSpPr>
        <dsp:cNvPr id="0" name=""/>
        <dsp:cNvSpPr/>
      </dsp:nvSpPr>
      <dsp:spPr>
        <a:xfrm>
          <a:off x="3859095" y="746797"/>
          <a:ext cx="2244897" cy="6451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Časové zpoždění s </a:t>
          </a:r>
          <a:r>
            <a:rPr lang="cs-CZ" sz="1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režimem CTC</a:t>
          </a:r>
          <a:r>
            <a:rPr lang="cs-CZ" sz="14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 pomocí přerušení</a:t>
          </a:r>
        </a:p>
      </dsp:txBody>
      <dsp:txXfrm>
        <a:off x="3877991" y="765693"/>
        <a:ext cx="2207105" cy="607371"/>
      </dsp:txXfrm>
    </dsp:sp>
    <dsp:sp modelId="{750276EC-9829-491D-A9FC-A3583271CF76}">
      <dsp:nvSpPr>
        <dsp:cNvPr id="0" name=""/>
        <dsp:cNvSpPr/>
      </dsp:nvSpPr>
      <dsp:spPr>
        <a:xfrm rot="18691526">
          <a:off x="3033682" y="2170283"/>
          <a:ext cx="992708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992708" y="113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505218" y="2156836"/>
        <a:ext cx="49635" cy="49635"/>
      </dsp:txXfrm>
    </dsp:sp>
    <dsp:sp modelId="{5C79C3F3-1F91-4AE9-A890-321FC8FB41F5}">
      <dsp:nvSpPr>
        <dsp:cNvPr id="0" name=""/>
        <dsp:cNvSpPr/>
      </dsp:nvSpPr>
      <dsp:spPr>
        <a:xfrm>
          <a:off x="3859095" y="1487470"/>
          <a:ext cx="2244897" cy="6451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Generování periodického signálu na </a:t>
          </a:r>
          <a:r>
            <a:rPr lang="cs-CZ" sz="1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výstupech OC0A,B</a:t>
          </a:r>
        </a:p>
      </dsp:txBody>
      <dsp:txXfrm>
        <a:off x="3877991" y="1506366"/>
        <a:ext cx="2207105" cy="607371"/>
      </dsp:txXfrm>
    </dsp:sp>
    <dsp:sp modelId="{7602E329-ADB1-4EC4-8866-51D8605330B9}">
      <dsp:nvSpPr>
        <dsp:cNvPr id="0" name=""/>
        <dsp:cNvSpPr/>
      </dsp:nvSpPr>
      <dsp:spPr>
        <a:xfrm>
          <a:off x="3200977" y="2541884"/>
          <a:ext cx="654040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654040" y="113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511646" y="2536903"/>
        <a:ext cx="32702" cy="32702"/>
      </dsp:txXfrm>
    </dsp:sp>
    <dsp:sp modelId="{FB79E634-5738-48DC-A980-BA42E3948325}">
      <dsp:nvSpPr>
        <dsp:cNvPr id="0" name=""/>
        <dsp:cNvSpPr/>
      </dsp:nvSpPr>
      <dsp:spPr>
        <a:xfrm>
          <a:off x="3855018" y="2230673"/>
          <a:ext cx="2231994" cy="6451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Zpracování signálu z čidla</a:t>
          </a:r>
        </a:p>
      </dsp:txBody>
      <dsp:txXfrm>
        <a:off x="3873914" y="2249569"/>
        <a:ext cx="2194202" cy="607371"/>
      </dsp:txXfrm>
    </dsp:sp>
    <dsp:sp modelId="{1B59AF5C-9C89-4043-88A3-B54FF397E90B}">
      <dsp:nvSpPr>
        <dsp:cNvPr id="0" name=""/>
        <dsp:cNvSpPr/>
      </dsp:nvSpPr>
      <dsp:spPr>
        <a:xfrm rot="2973354">
          <a:off x="3024378" y="2924466"/>
          <a:ext cx="1005419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005419" y="113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501952" y="2910701"/>
        <a:ext cx="50270" cy="50270"/>
      </dsp:txXfrm>
    </dsp:sp>
    <dsp:sp modelId="{57F8797B-ED1A-45CD-87AD-E25EE2E5D1A8}">
      <dsp:nvSpPr>
        <dsp:cNvPr id="0" name=""/>
        <dsp:cNvSpPr/>
      </dsp:nvSpPr>
      <dsp:spPr>
        <a:xfrm>
          <a:off x="3853198" y="2995837"/>
          <a:ext cx="2246381" cy="6451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Dělička</a:t>
          </a:r>
        </a:p>
      </dsp:txBody>
      <dsp:txXfrm>
        <a:off x="3872094" y="3014733"/>
        <a:ext cx="2208589" cy="607371"/>
      </dsp:txXfrm>
    </dsp:sp>
    <dsp:sp modelId="{B23F443A-FE98-4A10-AE92-B7F101472544}">
      <dsp:nvSpPr>
        <dsp:cNvPr id="0" name=""/>
        <dsp:cNvSpPr/>
      </dsp:nvSpPr>
      <dsp:spPr>
        <a:xfrm rot="3970186">
          <a:off x="2715590" y="3286896"/>
          <a:ext cx="1628892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628892" y="113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/>
        </a:p>
      </dsp:txBody>
      <dsp:txXfrm>
        <a:off x="3489314" y="3257544"/>
        <a:ext cx="81444" cy="81444"/>
      </dsp:txXfrm>
    </dsp:sp>
    <dsp:sp modelId="{0B140D98-BED4-4989-A80A-A68D997869E6}">
      <dsp:nvSpPr>
        <dsp:cNvPr id="0" name=""/>
        <dsp:cNvSpPr/>
      </dsp:nvSpPr>
      <dsp:spPr>
        <a:xfrm>
          <a:off x="3859095" y="3720697"/>
          <a:ext cx="2244897" cy="6451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PWM </a:t>
          </a:r>
        </a:p>
      </dsp:txBody>
      <dsp:txXfrm>
        <a:off x="3877991" y="3739593"/>
        <a:ext cx="2207105" cy="607371"/>
      </dsp:txXfrm>
    </dsp:sp>
    <dsp:sp modelId="{AFC08588-4A63-4B68-8E4E-D8569B2B6619}">
      <dsp:nvSpPr>
        <dsp:cNvPr id="0" name=""/>
        <dsp:cNvSpPr/>
      </dsp:nvSpPr>
      <dsp:spPr>
        <a:xfrm rot="4412886">
          <a:off x="2368146" y="3656203"/>
          <a:ext cx="2323779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2323779" y="113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/>
        </a:p>
      </dsp:txBody>
      <dsp:txXfrm>
        <a:off x="3471941" y="3609480"/>
        <a:ext cx="116188" cy="116188"/>
      </dsp:txXfrm>
    </dsp:sp>
    <dsp:sp modelId="{484D5713-7D79-4E2D-B8C5-2FD0A5E9B83D}">
      <dsp:nvSpPr>
        <dsp:cNvPr id="0" name=""/>
        <dsp:cNvSpPr/>
      </dsp:nvSpPr>
      <dsp:spPr>
        <a:xfrm>
          <a:off x="3859095" y="4459312"/>
          <a:ext cx="2244897" cy="645163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9999FF">
                <a:hueOff val="0"/>
                <a:satOff val="0"/>
                <a:lumOff val="0"/>
                <a:alphaOff val="0"/>
                <a:tint val="50000"/>
                <a:satMod val="300000"/>
              </a:srgbClr>
            </a:gs>
            <a:gs pos="35000">
              <a:srgbClr val="9999FF">
                <a:hueOff val="0"/>
                <a:satOff val="0"/>
                <a:lumOff val="0"/>
                <a:alphaOff val="0"/>
                <a:tint val="37000"/>
                <a:satMod val="300000"/>
              </a:srgbClr>
            </a:gs>
            <a:gs pos="100000">
              <a:srgbClr val="9999FF">
                <a:hueOff val="0"/>
                <a:satOff val="0"/>
                <a:lumOff val="0"/>
                <a:alphaOff val="0"/>
                <a:tint val="15000"/>
                <a:satMod val="350000"/>
              </a:srgb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>
              <a:solidFill>
                <a:srgbClr val="000000">
                  <a:lumMod val="50000"/>
                  <a:lumOff val="50000"/>
                </a:srgb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Zachytávání – měření délky impulzu</a:t>
          </a:r>
        </a:p>
      </dsp:txBody>
      <dsp:txXfrm>
        <a:off x="3877991" y="4478208"/>
        <a:ext cx="2207105" cy="6073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435482" cy="3554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1" tIns="47716" rIns="95431" bIns="47716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134" y="2"/>
            <a:ext cx="4435481" cy="3554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1" tIns="47716" rIns="95431" bIns="47716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8632"/>
            <a:ext cx="4435482" cy="3554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1" tIns="47716" rIns="95431" bIns="47716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134" y="6748632"/>
            <a:ext cx="4435481" cy="3554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1" tIns="47716" rIns="95431" bIns="47716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789FC14-9522-4CF0-9A65-5F024E36797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0492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435482" cy="355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1" tIns="47716" rIns="95431" bIns="47716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6723" y="2"/>
            <a:ext cx="4435482" cy="355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1" tIns="47716" rIns="95431" bIns="47716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cs-CZ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1813"/>
            <a:ext cx="3551237" cy="26654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46" y="3374888"/>
            <a:ext cx="8186727" cy="3196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1" tIns="47716" rIns="95431" bIns="47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7490"/>
            <a:ext cx="4435482" cy="355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1" tIns="47716" rIns="95431" bIns="47716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6723" y="6747490"/>
            <a:ext cx="4435482" cy="355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1" tIns="47716" rIns="95431" bIns="47716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5F85057A-F1F2-483B-BD27-BE54DAB18A8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95546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341688" y="531813"/>
            <a:ext cx="3551237" cy="2665412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95EEAFF5-42F6-48E8-8B2A-FBA7A2EC0999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cs-CZ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438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47E2342-14F7-425B-93D2-D06753AC8677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15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02181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F345F-C42D-4BFB-832D-7718F492B793}" type="slidenum">
              <a:rPr lang="cs-CZ"/>
              <a:pPr/>
              <a:t>4</a:t>
            </a:fld>
            <a:endParaRPr lang="cs-CZ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9311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5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2232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858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7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28237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8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8213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9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24506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10</a:t>
            </a:fld>
            <a:endParaRPr lang="cs-CZ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56577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B46C-2DAC-DC90-A78B-5A3CACAB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26CAFDF-76C4-C660-D266-F49EF5F93F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11</a:t>
            </a:fld>
            <a:endParaRPr lang="cs-CZ"/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FBE088D0-5741-0A69-4DC5-2883401C32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2356A565-2734-F52F-707B-1B4102E48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16907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F9E5-BCAB-8D3C-CE19-7C39510B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3650D5D-D04B-53BB-D86E-B2D1DF57A4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12</a:t>
            </a:fld>
            <a:endParaRPr lang="cs-CZ"/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DDD2AC53-324D-480B-2911-7B00BE30CB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61406733-34BB-8519-D763-24CB1EC4CB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74908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EEFA-19ED-CEE2-A4C0-E04E6E34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DC921F0-B913-EB40-81FB-6B7A2E2D5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C7D93-059D-431E-A332-752043169B1F}" type="slidenum">
              <a:rPr lang="cs-CZ"/>
              <a:pPr/>
              <a:t>13</a:t>
            </a:fld>
            <a:endParaRPr lang="cs-CZ"/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67B42D9C-FDCC-5C7A-5821-7E93B7C3D6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776E2B32-4EB2-14D6-373B-71C21857B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4738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4987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1076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2569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0372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32595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0506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20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8572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21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868926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22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sz="1000" dirty="0"/>
              <a:t>Do pracovního listu</a:t>
            </a:r>
          </a:p>
          <a:p>
            <a:endParaRPr lang="cs-CZ" sz="1000" b="1" dirty="0"/>
          </a:p>
          <a:p>
            <a:r>
              <a:rPr lang="cs-CZ" sz="1000" b="1" dirty="0"/>
              <a:t>TCCR0A,B</a:t>
            </a:r>
            <a:r>
              <a:rPr lang="cs-CZ" sz="1000" dirty="0"/>
              <a:t> – </a:t>
            </a:r>
            <a:r>
              <a:rPr lang="cs-CZ" sz="1000" b="1" dirty="0"/>
              <a:t>T</a:t>
            </a:r>
            <a:r>
              <a:rPr lang="cs-CZ" sz="1000" dirty="0"/>
              <a:t>imer/</a:t>
            </a:r>
            <a:r>
              <a:rPr lang="cs-CZ" sz="1000" b="1" dirty="0"/>
              <a:t>C</a:t>
            </a:r>
            <a:r>
              <a:rPr lang="cs-CZ" sz="1000" dirty="0"/>
              <a:t>ounter </a:t>
            </a:r>
            <a:r>
              <a:rPr lang="cs-CZ" sz="1000" b="1" dirty="0" err="1"/>
              <a:t>C</a:t>
            </a:r>
            <a:r>
              <a:rPr lang="cs-CZ" sz="1000" dirty="0" err="1"/>
              <a:t>ontrol</a:t>
            </a:r>
            <a:r>
              <a:rPr lang="cs-CZ" sz="1000" dirty="0"/>
              <a:t> </a:t>
            </a:r>
            <a:r>
              <a:rPr lang="cs-CZ" sz="1000" b="1" dirty="0"/>
              <a:t>R</a:t>
            </a:r>
            <a:r>
              <a:rPr lang="cs-CZ" sz="1000" dirty="0"/>
              <a:t>egister A,B</a:t>
            </a:r>
          </a:p>
          <a:p>
            <a:r>
              <a:rPr lang="cs-CZ" sz="1000" b="1" dirty="0"/>
              <a:t>WGM0</a:t>
            </a:r>
            <a:r>
              <a:rPr lang="cs-CZ" sz="1000" dirty="0"/>
              <a:t> - </a:t>
            </a:r>
            <a:r>
              <a:rPr lang="cs-CZ" sz="1000" b="1" dirty="0" err="1"/>
              <a:t>W</a:t>
            </a:r>
            <a:r>
              <a:rPr lang="cs-CZ" sz="1000" dirty="0" err="1"/>
              <a:t>aveform</a:t>
            </a:r>
            <a:r>
              <a:rPr lang="cs-CZ" sz="1000" dirty="0"/>
              <a:t> </a:t>
            </a:r>
            <a:r>
              <a:rPr lang="cs-CZ" sz="1000" b="1" dirty="0" err="1"/>
              <a:t>G</a:t>
            </a:r>
            <a:r>
              <a:rPr lang="cs-CZ" sz="1000" dirty="0" err="1"/>
              <a:t>eneration</a:t>
            </a:r>
            <a:r>
              <a:rPr lang="cs-CZ" sz="1000" dirty="0"/>
              <a:t> </a:t>
            </a:r>
            <a:r>
              <a:rPr lang="cs-CZ" sz="1000" b="1" dirty="0"/>
              <a:t>M</a:t>
            </a:r>
            <a:r>
              <a:rPr lang="cs-CZ" sz="1000" dirty="0"/>
              <a:t>ode</a:t>
            </a:r>
          </a:p>
          <a:p>
            <a:r>
              <a:rPr lang="cs-CZ" sz="1000" b="1" dirty="0"/>
              <a:t>COM0A,B</a:t>
            </a:r>
            <a:r>
              <a:rPr lang="cs-CZ" sz="1000" dirty="0"/>
              <a:t> - </a:t>
            </a:r>
            <a:r>
              <a:rPr lang="cs-CZ" sz="1000" b="1" dirty="0"/>
              <a:t>Co</a:t>
            </a:r>
            <a:r>
              <a:rPr lang="cs-CZ" sz="1000" dirty="0"/>
              <a:t>mpare </a:t>
            </a:r>
            <a:r>
              <a:rPr lang="cs-CZ" sz="1000" b="1" dirty="0" err="1"/>
              <a:t>M</a:t>
            </a:r>
            <a:r>
              <a:rPr lang="cs-CZ" sz="1000" dirty="0" err="1"/>
              <a:t>atch</a:t>
            </a:r>
            <a:r>
              <a:rPr lang="cs-CZ" sz="1000" dirty="0"/>
              <a:t> Output Mode</a:t>
            </a:r>
          </a:p>
          <a:p>
            <a:r>
              <a:rPr lang="cs-CZ" sz="1000" b="1" dirty="0"/>
              <a:t>CS0 </a:t>
            </a:r>
            <a:r>
              <a:rPr lang="cs-CZ" sz="1000" dirty="0"/>
              <a:t>- </a:t>
            </a:r>
            <a:r>
              <a:rPr lang="cs-CZ" sz="1000" b="1" dirty="0" err="1"/>
              <a:t>C</a:t>
            </a:r>
            <a:r>
              <a:rPr lang="cs-CZ" sz="1000" dirty="0" err="1"/>
              <a:t>lock</a:t>
            </a:r>
            <a:r>
              <a:rPr lang="cs-CZ" sz="1000" dirty="0"/>
              <a:t> </a:t>
            </a:r>
            <a:r>
              <a:rPr lang="cs-CZ" sz="1000" b="1" dirty="0"/>
              <a:t>S</a:t>
            </a:r>
            <a:r>
              <a:rPr lang="cs-CZ" sz="1000" dirty="0"/>
              <a:t>elect</a:t>
            </a:r>
          </a:p>
          <a:p>
            <a:r>
              <a:rPr lang="cs-CZ" sz="1000" b="1" dirty="0"/>
              <a:t>FOC</a:t>
            </a:r>
            <a:r>
              <a:rPr lang="cs-CZ" sz="1000" dirty="0"/>
              <a:t> - </a:t>
            </a:r>
            <a:r>
              <a:rPr lang="cs-CZ" sz="1000" b="1" dirty="0" err="1"/>
              <a:t>F</a:t>
            </a:r>
            <a:r>
              <a:rPr lang="cs-CZ" sz="1000" dirty="0" err="1"/>
              <a:t>orce</a:t>
            </a:r>
            <a:r>
              <a:rPr lang="cs-CZ" sz="1000" dirty="0"/>
              <a:t>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Co</a:t>
            </a:r>
            <a:r>
              <a:rPr lang="cs-CZ" sz="1000" dirty="0"/>
              <a:t>mpare</a:t>
            </a:r>
          </a:p>
          <a:p>
            <a:r>
              <a:rPr lang="cs-CZ" sz="1000" b="1" dirty="0"/>
              <a:t>OCR0A,B</a:t>
            </a:r>
            <a:r>
              <a:rPr lang="cs-CZ" sz="1000" dirty="0"/>
              <a:t> -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</a:t>
            </a:r>
            <a:r>
              <a:rPr lang="cs-CZ" sz="1000" dirty="0"/>
              <a:t>ompare </a:t>
            </a:r>
            <a:r>
              <a:rPr lang="cs-CZ" sz="1000" b="1" dirty="0"/>
              <a:t>R</a:t>
            </a:r>
            <a:r>
              <a:rPr lang="cs-CZ" sz="1000" dirty="0"/>
              <a:t>egister</a:t>
            </a:r>
          </a:p>
        </p:txBody>
      </p:sp>
    </p:spTree>
    <p:extLst>
      <p:ext uri="{BB962C8B-B14F-4D97-AF65-F5344CB8AC3E}">
        <p14:creationId xmlns:p14="http://schemas.microsoft.com/office/powerpoint/2010/main" val="32414331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23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sz="1000" dirty="0"/>
              <a:t>Do pracovního listu</a:t>
            </a:r>
            <a:endParaRPr lang="cs-CZ" sz="1000" b="1" dirty="0"/>
          </a:p>
          <a:p>
            <a:r>
              <a:rPr lang="cs-CZ" sz="1000" b="1" dirty="0"/>
              <a:t>TCCR0A,B</a:t>
            </a:r>
            <a:r>
              <a:rPr lang="cs-CZ" sz="1000" dirty="0"/>
              <a:t> – </a:t>
            </a:r>
            <a:r>
              <a:rPr lang="cs-CZ" sz="1000" b="1" dirty="0"/>
              <a:t>T</a:t>
            </a:r>
            <a:r>
              <a:rPr lang="cs-CZ" sz="1000" dirty="0"/>
              <a:t>imer/</a:t>
            </a:r>
            <a:r>
              <a:rPr lang="cs-CZ" sz="1000" b="1" dirty="0"/>
              <a:t>C</a:t>
            </a:r>
            <a:r>
              <a:rPr lang="cs-CZ" sz="1000" dirty="0"/>
              <a:t>ounter </a:t>
            </a:r>
            <a:r>
              <a:rPr lang="cs-CZ" sz="1000" b="1" dirty="0" err="1"/>
              <a:t>C</a:t>
            </a:r>
            <a:r>
              <a:rPr lang="cs-CZ" sz="1000" dirty="0" err="1"/>
              <a:t>ontrol</a:t>
            </a:r>
            <a:r>
              <a:rPr lang="cs-CZ" sz="1000" dirty="0"/>
              <a:t> </a:t>
            </a:r>
            <a:r>
              <a:rPr lang="cs-CZ" sz="1000" b="1" dirty="0"/>
              <a:t>R</a:t>
            </a:r>
            <a:r>
              <a:rPr lang="cs-CZ" sz="1000" dirty="0"/>
              <a:t>egister A,B</a:t>
            </a:r>
          </a:p>
          <a:p>
            <a:r>
              <a:rPr lang="cs-CZ" sz="1000" b="1" dirty="0"/>
              <a:t>WGM0</a:t>
            </a:r>
            <a:r>
              <a:rPr lang="cs-CZ" sz="1000" dirty="0"/>
              <a:t> - </a:t>
            </a:r>
            <a:r>
              <a:rPr lang="cs-CZ" sz="1000" b="1" dirty="0" err="1"/>
              <a:t>W</a:t>
            </a:r>
            <a:r>
              <a:rPr lang="cs-CZ" sz="1000" dirty="0" err="1"/>
              <a:t>aveform</a:t>
            </a:r>
            <a:r>
              <a:rPr lang="cs-CZ" sz="1000" dirty="0"/>
              <a:t> </a:t>
            </a:r>
            <a:r>
              <a:rPr lang="cs-CZ" sz="1000" b="1" dirty="0" err="1"/>
              <a:t>G</a:t>
            </a:r>
            <a:r>
              <a:rPr lang="cs-CZ" sz="1000" dirty="0" err="1"/>
              <a:t>eneration</a:t>
            </a:r>
            <a:r>
              <a:rPr lang="cs-CZ" sz="1000" dirty="0"/>
              <a:t> </a:t>
            </a:r>
            <a:r>
              <a:rPr lang="cs-CZ" sz="1000" b="1" dirty="0"/>
              <a:t>M</a:t>
            </a:r>
            <a:r>
              <a:rPr lang="cs-CZ" sz="1000" dirty="0"/>
              <a:t>ode</a:t>
            </a:r>
          </a:p>
          <a:p>
            <a:r>
              <a:rPr lang="cs-CZ" sz="1000" b="1" dirty="0"/>
              <a:t>COM0A,B</a:t>
            </a:r>
            <a:r>
              <a:rPr lang="cs-CZ" sz="1000" dirty="0"/>
              <a:t> - </a:t>
            </a:r>
            <a:r>
              <a:rPr lang="cs-CZ" sz="1000" b="1" dirty="0"/>
              <a:t>Co</a:t>
            </a:r>
            <a:r>
              <a:rPr lang="cs-CZ" sz="1000" dirty="0"/>
              <a:t>mpare </a:t>
            </a:r>
            <a:r>
              <a:rPr lang="cs-CZ" sz="1000" b="1" dirty="0" err="1"/>
              <a:t>M</a:t>
            </a:r>
            <a:r>
              <a:rPr lang="cs-CZ" sz="1000" dirty="0" err="1"/>
              <a:t>atch</a:t>
            </a:r>
            <a:r>
              <a:rPr lang="cs-CZ" sz="1000" dirty="0"/>
              <a:t> Output Mode</a:t>
            </a:r>
          </a:p>
          <a:p>
            <a:r>
              <a:rPr lang="cs-CZ" sz="1000" b="1" dirty="0"/>
              <a:t>CS0 </a:t>
            </a:r>
            <a:r>
              <a:rPr lang="cs-CZ" sz="1000" dirty="0"/>
              <a:t>- </a:t>
            </a:r>
            <a:r>
              <a:rPr lang="cs-CZ" sz="1000" b="1" dirty="0" err="1"/>
              <a:t>C</a:t>
            </a:r>
            <a:r>
              <a:rPr lang="cs-CZ" sz="1000" dirty="0" err="1"/>
              <a:t>lock</a:t>
            </a:r>
            <a:r>
              <a:rPr lang="cs-CZ" sz="1000" dirty="0"/>
              <a:t> </a:t>
            </a:r>
            <a:r>
              <a:rPr lang="cs-CZ" sz="1000" b="1" dirty="0"/>
              <a:t>S</a:t>
            </a:r>
            <a:r>
              <a:rPr lang="cs-CZ" sz="1000" dirty="0"/>
              <a:t>elect</a:t>
            </a:r>
          </a:p>
          <a:p>
            <a:r>
              <a:rPr lang="cs-CZ" sz="1000" b="1" dirty="0"/>
              <a:t>FOC</a:t>
            </a:r>
            <a:r>
              <a:rPr lang="cs-CZ" sz="1000" dirty="0"/>
              <a:t> - </a:t>
            </a:r>
            <a:r>
              <a:rPr lang="cs-CZ" sz="1000" b="1" dirty="0" err="1"/>
              <a:t>F</a:t>
            </a:r>
            <a:r>
              <a:rPr lang="cs-CZ" sz="1000" dirty="0" err="1"/>
              <a:t>orce</a:t>
            </a:r>
            <a:r>
              <a:rPr lang="cs-CZ" sz="1000" dirty="0"/>
              <a:t>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Co</a:t>
            </a:r>
            <a:r>
              <a:rPr lang="cs-CZ" sz="1000" dirty="0"/>
              <a:t>mpare</a:t>
            </a:r>
          </a:p>
          <a:p>
            <a:r>
              <a:rPr lang="cs-CZ" sz="1000" b="1" dirty="0"/>
              <a:t>OCR0A,B</a:t>
            </a:r>
            <a:r>
              <a:rPr lang="cs-CZ" sz="1000" dirty="0"/>
              <a:t> -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</a:t>
            </a:r>
            <a:r>
              <a:rPr lang="cs-CZ" sz="1000" dirty="0"/>
              <a:t>ompare </a:t>
            </a:r>
            <a:r>
              <a:rPr lang="cs-CZ" sz="1000" b="1" dirty="0"/>
              <a:t>R</a:t>
            </a:r>
            <a:r>
              <a:rPr lang="cs-CZ" sz="1000" dirty="0"/>
              <a:t>egister</a:t>
            </a:r>
          </a:p>
        </p:txBody>
      </p:sp>
    </p:spTree>
    <p:extLst>
      <p:ext uri="{BB962C8B-B14F-4D97-AF65-F5344CB8AC3E}">
        <p14:creationId xmlns:p14="http://schemas.microsoft.com/office/powerpoint/2010/main" val="1350301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24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sz="1000" dirty="0"/>
              <a:t>Do pracovního listu</a:t>
            </a:r>
          </a:p>
          <a:p>
            <a:r>
              <a:rPr lang="cs-CZ" sz="1000" b="1" dirty="0"/>
              <a:t>TIFR0 – Timer/Counter 0 </a:t>
            </a:r>
            <a:r>
              <a:rPr lang="cs-CZ" sz="1000" b="1" dirty="0" err="1"/>
              <a:t>Interrupt</a:t>
            </a:r>
            <a:r>
              <a:rPr lang="cs-CZ" sz="1000" b="1" dirty="0"/>
              <a:t> Flag Register</a:t>
            </a:r>
          </a:p>
          <a:p>
            <a:r>
              <a:rPr lang="en-US" sz="1000" b="1" dirty="0"/>
              <a:t>OCF0A: Timer/Counter 0 Output Compare A Match Flag</a:t>
            </a:r>
            <a:endParaRPr lang="cs-CZ" sz="1000" b="1" dirty="0"/>
          </a:p>
          <a:p>
            <a:r>
              <a:rPr lang="en-US" sz="1000" b="1" dirty="0"/>
              <a:t>OCF0</a:t>
            </a:r>
            <a:r>
              <a:rPr lang="cs-CZ" sz="1000" b="1" dirty="0"/>
              <a:t>B</a:t>
            </a:r>
            <a:r>
              <a:rPr lang="en-US" sz="1000" b="1" dirty="0"/>
              <a:t>: Timer/Counter 0 Output Compare </a:t>
            </a:r>
            <a:r>
              <a:rPr lang="cs-CZ" sz="1000" b="1" dirty="0"/>
              <a:t>B</a:t>
            </a:r>
            <a:r>
              <a:rPr lang="en-US" sz="1000" b="1" dirty="0"/>
              <a:t> Match Flag</a:t>
            </a:r>
            <a:endParaRPr lang="cs-CZ" sz="1000" b="1" dirty="0"/>
          </a:p>
          <a:p>
            <a:r>
              <a:rPr lang="cs-CZ" sz="1000" b="1" dirty="0"/>
              <a:t>Bit 0 – TOV0: Timer/Counter0 </a:t>
            </a:r>
            <a:r>
              <a:rPr lang="cs-CZ" sz="1000" b="1" dirty="0" err="1"/>
              <a:t>Overflow</a:t>
            </a:r>
            <a:r>
              <a:rPr lang="cs-CZ" sz="1000" b="1" dirty="0"/>
              <a:t> Flag</a:t>
            </a:r>
          </a:p>
        </p:txBody>
      </p:sp>
    </p:spTree>
    <p:extLst>
      <p:ext uri="{BB962C8B-B14F-4D97-AF65-F5344CB8AC3E}">
        <p14:creationId xmlns:p14="http://schemas.microsoft.com/office/powerpoint/2010/main" val="1654585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25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sz="1000" dirty="0"/>
              <a:t>Do pracovního listu</a:t>
            </a:r>
          </a:p>
          <a:p>
            <a:pPr defTabSz="954313">
              <a:defRPr/>
            </a:pPr>
            <a:r>
              <a:rPr lang="cs-CZ" sz="1000" dirty="0"/>
              <a:t>Do pracovního listu</a:t>
            </a:r>
          </a:p>
          <a:p>
            <a:endParaRPr lang="cs-CZ" sz="1000" b="1" dirty="0"/>
          </a:p>
          <a:p>
            <a:r>
              <a:rPr lang="cs-CZ" sz="1000" b="1" dirty="0"/>
              <a:t>TIMSK0 – Timer/Counter </a:t>
            </a:r>
            <a:r>
              <a:rPr lang="cs-CZ" sz="1000" b="1" dirty="0" err="1"/>
              <a:t>Interrupt</a:t>
            </a:r>
            <a:r>
              <a:rPr lang="cs-CZ" sz="1000" b="1" dirty="0"/>
              <a:t> </a:t>
            </a:r>
            <a:r>
              <a:rPr lang="cs-CZ" sz="1000" b="1" dirty="0" err="1"/>
              <a:t>Mask</a:t>
            </a:r>
            <a:r>
              <a:rPr lang="cs-CZ" sz="1000" b="1" dirty="0"/>
              <a:t> Register</a:t>
            </a:r>
          </a:p>
          <a:p>
            <a:r>
              <a:rPr lang="en-US" sz="1000" b="1" dirty="0"/>
              <a:t>OCIE0B: Timer/Counter Output Compare Match B Interrupt Enable</a:t>
            </a:r>
            <a:endParaRPr lang="cs-CZ" sz="1000" b="1" dirty="0"/>
          </a:p>
          <a:p>
            <a:r>
              <a:rPr lang="en-US" sz="1000" b="1" dirty="0"/>
              <a:t>OCIE0A: Timer/Counter0 Output Compare Match A Interrupt Enable</a:t>
            </a:r>
            <a:endParaRPr lang="cs-CZ" sz="1000" b="1" dirty="0"/>
          </a:p>
          <a:p>
            <a:r>
              <a:rPr lang="en-US" sz="1000" b="1" dirty="0"/>
              <a:t>TOIE0: Timer/Counter0 Overflow Interrupt Enable</a:t>
            </a:r>
            <a:endParaRPr lang="cs-CZ" sz="1000" b="1" dirty="0"/>
          </a:p>
        </p:txBody>
      </p:sp>
    </p:spTree>
    <p:extLst>
      <p:ext uri="{BB962C8B-B14F-4D97-AF65-F5344CB8AC3E}">
        <p14:creationId xmlns:p14="http://schemas.microsoft.com/office/powerpoint/2010/main" val="30854405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26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71448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27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122159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28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364710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29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30461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756393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429219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54313">
              <a:defRPr/>
            </a:pPr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776778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33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47439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863372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17087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92764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79563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96313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89098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45495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11543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97896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6472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720478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14437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79747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94858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70278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83540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27071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57109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36359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53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5007064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021651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100964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752782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2378810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448284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2259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319612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7453335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7226167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5140163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430934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Dělící poměr 1, 8, 64, 256, 1024 </a:t>
            </a:r>
          </a:p>
          <a:p>
            <a:r>
              <a:rPr lang="cs-CZ" dirty="0"/>
              <a:t>N</a:t>
            </a:r>
            <a:r>
              <a:rPr lang="cs-CZ" baseline="0" dirty="0"/>
              <a:t> počet kroků, </a:t>
            </a:r>
            <a:r>
              <a:rPr lang="cs-CZ" baseline="0"/>
              <a:t>kapacita čítače=1-255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9778121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Dělící poměr 1, 8, 64, 256, 1024 </a:t>
            </a:r>
          </a:p>
          <a:p>
            <a:r>
              <a:rPr lang="cs-CZ" dirty="0"/>
              <a:t>N</a:t>
            </a:r>
            <a:r>
              <a:rPr lang="cs-CZ" baseline="0" dirty="0"/>
              <a:t> počet kroků, </a:t>
            </a:r>
            <a:r>
              <a:rPr lang="cs-CZ" baseline="0"/>
              <a:t>kapacita čítače=1-255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9158204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Dělící poměr 1, 8, 64, 256, 1024 </a:t>
            </a:r>
          </a:p>
          <a:p>
            <a:r>
              <a:rPr lang="cs-CZ" dirty="0"/>
              <a:t>N</a:t>
            </a:r>
            <a:r>
              <a:rPr lang="cs-CZ" baseline="0" dirty="0"/>
              <a:t> počet kroků, </a:t>
            </a:r>
            <a:r>
              <a:rPr lang="cs-CZ" baseline="0"/>
              <a:t>kapacita čítače=1-255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0941239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Dělící poměr 1, 8, 64, 256, 1024 </a:t>
            </a:r>
          </a:p>
          <a:p>
            <a:r>
              <a:rPr lang="cs-CZ" dirty="0"/>
              <a:t>N</a:t>
            </a:r>
            <a:r>
              <a:rPr lang="cs-CZ" baseline="0" dirty="0"/>
              <a:t> počet kroků, </a:t>
            </a:r>
            <a:r>
              <a:rPr lang="cs-CZ" baseline="0"/>
              <a:t>kapacita čítače=1-255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8804852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56301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853065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79972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2896099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3462165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Dělící poměr 1, 8, 64, 256, 1024 </a:t>
            </a:r>
          </a:p>
          <a:p>
            <a:r>
              <a:rPr lang="cs-CZ" dirty="0"/>
              <a:t>N</a:t>
            </a:r>
            <a:r>
              <a:rPr lang="cs-CZ" baseline="0" dirty="0"/>
              <a:t> počet kroků, </a:t>
            </a:r>
            <a:r>
              <a:rPr lang="cs-CZ" baseline="0"/>
              <a:t>kapacita čítače=1-255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08706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Dělící poměr 1, 8, 64, 256, 1024 </a:t>
            </a:r>
          </a:p>
          <a:p>
            <a:r>
              <a:rPr lang="cs-CZ" dirty="0"/>
              <a:t>N</a:t>
            </a:r>
            <a:r>
              <a:rPr lang="cs-CZ" baseline="0" dirty="0"/>
              <a:t> počet kroků, </a:t>
            </a:r>
            <a:r>
              <a:rPr lang="cs-CZ" baseline="0"/>
              <a:t>kapacita čítače=1-255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227723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Dělící poměr 1, 8, 64, 256, 1024 </a:t>
            </a:r>
          </a:p>
          <a:p>
            <a:r>
              <a:rPr lang="cs-CZ" dirty="0"/>
              <a:t>N</a:t>
            </a:r>
            <a:r>
              <a:rPr lang="cs-CZ" baseline="0" dirty="0"/>
              <a:t> počet kroků, </a:t>
            </a:r>
            <a:r>
              <a:rPr lang="cs-CZ" baseline="0"/>
              <a:t>kapacita čítače=1-255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823646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2451342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581344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2090981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0095971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1717504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Dělící poměr 1, 8, 64, 256, 1024 </a:t>
            </a:r>
          </a:p>
          <a:p>
            <a:r>
              <a:rPr lang="cs-CZ" dirty="0"/>
              <a:t>N</a:t>
            </a:r>
            <a:r>
              <a:rPr lang="cs-CZ" baseline="0" dirty="0"/>
              <a:t> počet kroků, </a:t>
            </a:r>
            <a:r>
              <a:rPr lang="cs-CZ" baseline="0"/>
              <a:t>kapacita čítače=1-255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0762854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2207186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73109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919239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86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sz="1000" b="1" dirty="0"/>
              <a:t>TCCR0A,B</a:t>
            </a:r>
            <a:r>
              <a:rPr lang="cs-CZ" sz="1000" dirty="0"/>
              <a:t> – </a:t>
            </a:r>
            <a:r>
              <a:rPr lang="cs-CZ" sz="1000" b="1" dirty="0"/>
              <a:t>T</a:t>
            </a:r>
            <a:r>
              <a:rPr lang="cs-CZ" sz="1000" dirty="0"/>
              <a:t>imer/</a:t>
            </a:r>
            <a:r>
              <a:rPr lang="cs-CZ" sz="1000" b="1" dirty="0"/>
              <a:t>C</a:t>
            </a:r>
            <a:r>
              <a:rPr lang="cs-CZ" sz="1000" dirty="0"/>
              <a:t>ounter </a:t>
            </a:r>
            <a:r>
              <a:rPr lang="cs-CZ" sz="1000" b="1" dirty="0" err="1"/>
              <a:t>C</a:t>
            </a:r>
            <a:r>
              <a:rPr lang="cs-CZ" sz="1000" dirty="0" err="1"/>
              <a:t>ontrol</a:t>
            </a:r>
            <a:r>
              <a:rPr lang="cs-CZ" sz="1000" dirty="0"/>
              <a:t> </a:t>
            </a:r>
            <a:r>
              <a:rPr lang="cs-CZ" sz="1000" b="1" dirty="0"/>
              <a:t>R</a:t>
            </a:r>
            <a:r>
              <a:rPr lang="cs-CZ" sz="1000" dirty="0"/>
              <a:t>egister A,B</a:t>
            </a:r>
          </a:p>
          <a:p>
            <a:r>
              <a:rPr lang="cs-CZ" sz="1000" b="1" dirty="0"/>
              <a:t>WGM0</a:t>
            </a:r>
            <a:r>
              <a:rPr lang="cs-CZ" sz="1000" dirty="0"/>
              <a:t> - </a:t>
            </a:r>
            <a:r>
              <a:rPr lang="cs-CZ" sz="1000" b="1" dirty="0" err="1"/>
              <a:t>W</a:t>
            </a:r>
            <a:r>
              <a:rPr lang="cs-CZ" sz="1000" dirty="0" err="1"/>
              <a:t>aveform</a:t>
            </a:r>
            <a:r>
              <a:rPr lang="cs-CZ" sz="1000" dirty="0"/>
              <a:t> </a:t>
            </a:r>
            <a:r>
              <a:rPr lang="cs-CZ" sz="1000" b="1" dirty="0" err="1"/>
              <a:t>G</a:t>
            </a:r>
            <a:r>
              <a:rPr lang="cs-CZ" sz="1000" dirty="0" err="1"/>
              <a:t>eneration</a:t>
            </a:r>
            <a:r>
              <a:rPr lang="cs-CZ" sz="1000" dirty="0"/>
              <a:t> </a:t>
            </a:r>
            <a:r>
              <a:rPr lang="cs-CZ" sz="1000" b="1" dirty="0"/>
              <a:t>M</a:t>
            </a:r>
            <a:r>
              <a:rPr lang="cs-CZ" sz="1000" dirty="0"/>
              <a:t>ode</a:t>
            </a:r>
          </a:p>
          <a:p>
            <a:r>
              <a:rPr lang="cs-CZ" sz="1000" b="1" dirty="0"/>
              <a:t>COM0A,B</a:t>
            </a:r>
            <a:r>
              <a:rPr lang="cs-CZ" sz="1000" dirty="0"/>
              <a:t> - </a:t>
            </a:r>
            <a:r>
              <a:rPr lang="cs-CZ" sz="1000" b="1" dirty="0"/>
              <a:t>Co</a:t>
            </a:r>
            <a:r>
              <a:rPr lang="cs-CZ" sz="1000" dirty="0"/>
              <a:t>mpare </a:t>
            </a:r>
            <a:r>
              <a:rPr lang="cs-CZ" sz="1000" b="1" dirty="0" err="1"/>
              <a:t>M</a:t>
            </a:r>
            <a:r>
              <a:rPr lang="cs-CZ" sz="1000" dirty="0" err="1"/>
              <a:t>atch</a:t>
            </a:r>
            <a:r>
              <a:rPr lang="cs-CZ" sz="1000" dirty="0"/>
              <a:t> Output Mode</a:t>
            </a:r>
          </a:p>
          <a:p>
            <a:r>
              <a:rPr lang="cs-CZ" sz="1000" b="1" dirty="0"/>
              <a:t>CS0 </a:t>
            </a:r>
            <a:r>
              <a:rPr lang="cs-CZ" sz="1000" dirty="0"/>
              <a:t>- </a:t>
            </a:r>
            <a:r>
              <a:rPr lang="cs-CZ" sz="1000" b="1" dirty="0" err="1"/>
              <a:t>C</a:t>
            </a:r>
            <a:r>
              <a:rPr lang="cs-CZ" sz="1000" dirty="0" err="1"/>
              <a:t>lock</a:t>
            </a:r>
            <a:r>
              <a:rPr lang="cs-CZ" sz="1000" dirty="0"/>
              <a:t> </a:t>
            </a:r>
            <a:r>
              <a:rPr lang="cs-CZ" sz="1000" b="1" dirty="0"/>
              <a:t>S</a:t>
            </a:r>
            <a:r>
              <a:rPr lang="cs-CZ" sz="1000" dirty="0"/>
              <a:t>elect</a:t>
            </a:r>
          </a:p>
          <a:p>
            <a:r>
              <a:rPr lang="cs-CZ" sz="1000" b="1" dirty="0"/>
              <a:t>FOC</a:t>
            </a:r>
            <a:r>
              <a:rPr lang="cs-CZ" sz="1000" dirty="0"/>
              <a:t> - </a:t>
            </a:r>
            <a:r>
              <a:rPr lang="cs-CZ" sz="1000" b="1" dirty="0" err="1"/>
              <a:t>F</a:t>
            </a:r>
            <a:r>
              <a:rPr lang="cs-CZ" sz="1000" dirty="0" err="1"/>
              <a:t>orce</a:t>
            </a:r>
            <a:r>
              <a:rPr lang="cs-CZ" sz="1000" dirty="0"/>
              <a:t>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Co</a:t>
            </a:r>
            <a:r>
              <a:rPr lang="cs-CZ" sz="1000" dirty="0"/>
              <a:t>mpare</a:t>
            </a:r>
          </a:p>
          <a:p>
            <a:r>
              <a:rPr lang="cs-CZ" sz="1000" b="1" dirty="0"/>
              <a:t>OCR0A,B</a:t>
            </a:r>
            <a:r>
              <a:rPr lang="cs-CZ" sz="1000" dirty="0"/>
              <a:t> -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</a:t>
            </a:r>
            <a:r>
              <a:rPr lang="cs-CZ" sz="1000" dirty="0"/>
              <a:t>ompare </a:t>
            </a:r>
            <a:r>
              <a:rPr lang="cs-CZ" sz="1000" b="1" dirty="0"/>
              <a:t>R</a:t>
            </a:r>
            <a:r>
              <a:rPr lang="cs-CZ" sz="1000" dirty="0"/>
              <a:t>egister</a:t>
            </a:r>
          </a:p>
        </p:txBody>
      </p:sp>
    </p:spTree>
    <p:extLst>
      <p:ext uri="{BB962C8B-B14F-4D97-AF65-F5344CB8AC3E}">
        <p14:creationId xmlns:p14="http://schemas.microsoft.com/office/powerpoint/2010/main" val="114165261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7081470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211915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964995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3045288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036239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400233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389410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3154748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95</a:t>
            </a:fld>
            <a:endParaRPr lang="cs-CZ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63216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8404553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1088682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98</a:t>
            </a:fld>
            <a:endParaRPr lang="cs-CZ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57445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4097105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100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sz="1000" b="1" dirty="0"/>
              <a:t>TCCR0A,B</a:t>
            </a:r>
            <a:r>
              <a:rPr lang="cs-CZ" sz="1000" dirty="0"/>
              <a:t> – </a:t>
            </a:r>
            <a:r>
              <a:rPr lang="cs-CZ" sz="1000" b="1" dirty="0"/>
              <a:t>T</a:t>
            </a:r>
            <a:r>
              <a:rPr lang="cs-CZ" sz="1000" dirty="0"/>
              <a:t>imer/</a:t>
            </a:r>
            <a:r>
              <a:rPr lang="cs-CZ" sz="1000" b="1" dirty="0"/>
              <a:t>C</a:t>
            </a:r>
            <a:r>
              <a:rPr lang="cs-CZ" sz="1000" dirty="0"/>
              <a:t>ounter </a:t>
            </a:r>
            <a:r>
              <a:rPr lang="cs-CZ" sz="1000" b="1" dirty="0" err="1"/>
              <a:t>C</a:t>
            </a:r>
            <a:r>
              <a:rPr lang="cs-CZ" sz="1000" dirty="0" err="1"/>
              <a:t>ontrol</a:t>
            </a:r>
            <a:r>
              <a:rPr lang="cs-CZ" sz="1000" dirty="0"/>
              <a:t> </a:t>
            </a:r>
            <a:r>
              <a:rPr lang="cs-CZ" sz="1000" b="1" dirty="0"/>
              <a:t>R</a:t>
            </a:r>
            <a:r>
              <a:rPr lang="cs-CZ" sz="1000" dirty="0"/>
              <a:t>egister A,B</a:t>
            </a:r>
          </a:p>
          <a:p>
            <a:r>
              <a:rPr lang="cs-CZ" sz="1000" b="1" dirty="0"/>
              <a:t>WGM0</a:t>
            </a:r>
            <a:r>
              <a:rPr lang="cs-CZ" sz="1000" dirty="0"/>
              <a:t> - </a:t>
            </a:r>
            <a:r>
              <a:rPr lang="cs-CZ" sz="1000" b="1" dirty="0" err="1"/>
              <a:t>W</a:t>
            </a:r>
            <a:r>
              <a:rPr lang="cs-CZ" sz="1000" dirty="0" err="1"/>
              <a:t>aveform</a:t>
            </a:r>
            <a:r>
              <a:rPr lang="cs-CZ" sz="1000" dirty="0"/>
              <a:t> </a:t>
            </a:r>
            <a:r>
              <a:rPr lang="cs-CZ" sz="1000" b="1" dirty="0" err="1"/>
              <a:t>G</a:t>
            </a:r>
            <a:r>
              <a:rPr lang="cs-CZ" sz="1000" dirty="0" err="1"/>
              <a:t>eneration</a:t>
            </a:r>
            <a:r>
              <a:rPr lang="cs-CZ" sz="1000" dirty="0"/>
              <a:t> </a:t>
            </a:r>
            <a:r>
              <a:rPr lang="cs-CZ" sz="1000" b="1" dirty="0"/>
              <a:t>M</a:t>
            </a:r>
            <a:r>
              <a:rPr lang="cs-CZ" sz="1000" dirty="0"/>
              <a:t>ode</a:t>
            </a:r>
          </a:p>
          <a:p>
            <a:r>
              <a:rPr lang="cs-CZ" sz="1000" b="1" dirty="0"/>
              <a:t>COM0A,B</a:t>
            </a:r>
            <a:r>
              <a:rPr lang="cs-CZ" sz="1000" dirty="0"/>
              <a:t> - </a:t>
            </a:r>
            <a:r>
              <a:rPr lang="cs-CZ" sz="1000" b="1" dirty="0"/>
              <a:t>Co</a:t>
            </a:r>
            <a:r>
              <a:rPr lang="cs-CZ" sz="1000" dirty="0"/>
              <a:t>mpare </a:t>
            </a:r>
            <a:r>
              <a:rPr lang="cs-CZ" sz="1000" b="1" dirty="0" err="1"/>
              <a:t>M</a:t>
            </a:r>
            <a:r>
              <a:rPr lang="cs-CZ" sz="1000" dirty="0" err="1"/>
              <a:t>atch</a:t>
            </a:r>
            <a:r>
              <a:rPr lang="cs-CZ" sz="1000" dirty="0"/>
              <a:t> Output Mode</a:t>
            </a:r>
          </a:p>
          <a:p>
            <a:r>
              <a:rPr lang="cs-CZ" sz="1000" b="1" dirty="0"/>
              <a:t>CS0 </a:t>
            </a:r>
            <a:r>
              <a:rPr lang="cs-CZ" sz="1000" dirty="0"/>
              <a:t>- </a:t>
            </a:r>
            <a:r>
              <a:rPr lang="cs-CZ" sz="1000" b="1" dirty="0" err="1"/>
              <a:t>C</a:t>
            </a:r>
            <a:r>
              <a:rPr lang="cs-CZ" sz="1000" dirty="0" err="1"/>
              <a:t>lock</a:t>
            </a:r>
            <a:r>
              <a:rPr lang="cs-CZ" sz="1000" dirty="0"/>
              <a:t> </a:t>
            </a:r>
            <a:r>
              <a:rPr lang="cs-CZ" sz="1000" b="1" dirty="0"/>
              <a:t>S</a:t>
            </a:r>
            <a:r>
              <a:rPr lang="cs-CZ" sz="1000" dirty="0"/>
              <a:t>elect</a:t>
            </a:r>
          </a:p>
          <a:p>
            <a:r>
              <a:rPr lang="cs-CZ" sz="1000" b="1" dirty="0"/>
              <a:t>FOC</a:t>
            </a:r>
            <a:r>
              <a:rPr lang="cs-CZ" sz="1000" dirty="0"/>
              <a:t> - </a:t>
            </a:r>
            <a:r>
              <a:rPr lang="cs-CZ" sz="1000" b="1" dirty="0" err="1"/>
              <a:t>F</a:t>
            </a:r>
            <a:r>
              <a:rPr lang="cs-CZ" sz="1000" dirty="0" err="1"/>
              <a:t>orce</a:t>
            </a:r>
            <a:r>
              <a:rPr lang="cs-CZ" sz="1000" dirty="0"/>
              <a:t>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Co</a:t>
            </a:r>
            <a:r>
              <a:rPr lang="cs-CZ" sz="1000" dirty="0"/>
              <a:t>mpare</a:t>
            </a:r>
          </a:p>
          <a:p>
            <a:r>
              <a:rPr lang="cs-CZ" sz="1000" b="1" dirty="0"/>
              <a:t>OCR0A,B</a:t>
            </a:r>
            <a:r>
              <a:rPr lang="cs-CZ" sz="1000" dirty="0"/>
              <a:t> -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</a:t>
            </a:r>
            <a:r>
              <a:rPr lang="cs-CZ" sz="1000" dirty="0"/>
              <a:t>ompare </a:t>
            </a:r>
            <a:r>
              <a:rPr lang="cs-CZ" sz="1000" b="1" dirty="0"/>
              <a:t>R</a:t>
            </a:r>
            <a:r>
              <a:rPr lang="cs-CZ" sz="1000" dirty="0"/>
              <a:t>egister</a:t>
            </a:r>
          </a:p>
        </p:txBody>
      </p:sp>
    </p:spTree>
    <p:extLst>
      <p:ext uri="{BB962C8B-B14F-4D97-AF65-F5344CB8AC3E}">
        <p14:creationId xmlns:p14="http://schemas.microsoft.com/office/powerpoint/2010/main" val="174141031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101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551237" cy="26654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4291356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EDA8AC-1440-49B2-AD36-01897CABF61C}" type="slidenum">
              <a:rPr lang="cs-CZ"/>
              <a:pPr/>
              <a:t>102</a:t>
            </a:fld>
            <a:endParaRPr lang="cs-CZ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840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" y="4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1" y="1828806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1" y="4267205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8" y="440691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8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4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5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9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30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30" y="2174879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12" y="27305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6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12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9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44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4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6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4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4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5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6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4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5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4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5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6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4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5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5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5" y="55575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93" y="1412887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87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4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2F054CC-169B-405A-8EFC-341DCDFEA7DC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5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4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1FCE2D9-6AD3-4231-B397-0257783385A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3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5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6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3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62" y="692160"/>
            <a:ext cx="792163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62.xml"/><Relationship Id="rId5" Type="http://schemas.openxmlformats.org/officeDocument/2006/relationships/slide" Target="slide34.xml"/><Relationship Id="rId4" Type="http://schemas.openxmlformats.org/officeDocument/2006/relationships/slide" Target="slide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vr.hw.cz/architektura/arch_avr.html" TargetMode="External"/><Relationship Id="rId4" Type="http://schemas.openxmlformats.org/officeDocument/2006/relationships/hyperlink" Target="http://cs.wikipedia.org/wiki/AV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3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" Target="slide3.xm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3" Type="http://schemas.openxmlformats.org/officeDocument/2006/relationships/slide" Target="slide35.xml"/><Relationship Id="rId7" Type="http://schemas.openxmlformats.org/officeDocument/2006/relationships/slide" Target="slide5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9.xml"/><Relationship Id="rId5" Type="http://schemas.openxmlformats.org/officeDocument/2006/relationships/slide" Target="slide41.xml"/><Relationship Id="rId4" Type="http://schemas.openxmlformats.org/officeDocument/2006/relationships/slide" Target="slide39.xml"/><Relationship Id="rId9" Type="http://schemas.openxmlformats.org/officeDocument/2006/relationships/slide" Target="slide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9.jpe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slide" Target="slide3.xml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5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6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" Target="slide3.xml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0.bin"/><Relationship Id="rId4" Type="http://schemas.openxmlformats.org/officeDocument/2006/relationships/slide" Target="slide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2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4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2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4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slide" Target="slide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66.xm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2880001" y="1692000"/>
            <a:ext cx="6264000" cy="2154436"/>
          </a:xfrm>
        </p:spPr>
        <p:txBody>
          <a:bodyPr>
            <a:spAutoFit/>
          </a:bodyPr>
          <a:lstStyle/>
          <a:p>
            <a:r>
              <a:rPr lang="cs-CZ" sz="8800" b="1" dirty="0"/>
              <a:t>MIT</a:t>
            </a:r>
            <a:br>
              <a:rPr lang="cs-CZ" dirty="0"/>
            </a:br>
            <a:r>
              <a:rPr lang="cs-CZ" sz="4600" b="1" dirty="0"/>
              <a:t>AVR Timer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80001" y="4320012"/>
            <a:ext cx="6264000" cy="1323439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cs-CZ" sz="8000" b="1">
                <a:solidFill>
                  <a:schemeClr val="accent5">
                    <a:lumMod val="25000"/>
                  </a:schemeClr>
                </a:solidFill>
              </a:rPr>
              <a:t>Díl Vc</a:t>
            </a:r>
            <a:endParaRPr lang="cs-CZ" sz="8000" b="1" dirty="0">
              <a:solidFill>
                <a:schemeClr val="accent5">
                  <a:lumMod val="25000"/>
                </a:schemeClr>
              </a:solidFill>
            </a:endParaRPr>
          </a:p>
        </p:txBody>
      </p:sp>
      <p:pic>
        <p:nvPicPr>
          <p:cNvPr id="5" name="Picture 7" descr="D:\lj\prezentace\MIT\obr\logo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0" y="2160012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55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360004" y="1440013"/>
            <a:ext cx="8784000" cy="2862322"/>
          </a:xfrm>
          <a:noFill/>
          <a:ln/>
        </p:spPr>
        <p:txBody>
          <a:bodyPr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AVR Timer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3</a:t>
            </a:r>
            <a:endParaRPr lang="cs-CZ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Ing. Leoš Juránek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Datum	</a:t>
            </a:r>
            <a:r>
              <a:rPr lang="cs-CZ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únor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2024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4" y="288006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Mikroprocesorová technika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1F670BA7-561A-44B3-A1BD-9D0F4F894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7890"/>
            <a:ext cx="257176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1" hangingPunct="1">
              <a:buClr>
                <a:srgbClr val="006600"/>
              </a:buClr>
              <a:buFont typeface="Wingdings" pitchFamily="2" charset="2"/>
              <a:buNone/>
            </a:pPr>
            <a:r>
              <a:rPr lang="cs-CZ" sz="2000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24.2.2024</a:t>
            </a:r>
          </a:p>
        </p:txBody>
      </p:sp>
    </p:spTree>
    <p:extLst>
      <p:ext uri="{BB962C8B-B14F-4D97-AF65-F5344CB8AC3E}">
        <p14:creationId xmlns:p14="http://schemas.microsoft.com/office/powerpoint/2010/main" val="395025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7" y="288006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" name="Obdélník 2">
            <a:hlinkClick r:id="rId3" action="ppaction://hlinksldjump"/>
          </p:cNvPr>
          <p:cNvSpPr/>
          <p:nvPr/>
        </p:nvSpPr>
        <p:spPr>
          <a:xfrm>
            <a:off x="540005" y="108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lvl="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Časovač</a:t>
            </a:r>
          </a:p>
        </p:txBody>
      </p:sp>
      <p:sp>
        <p:nvSpPr>
          <p:cNvPr id="11" name="Obdélník 10">
            <a:hlinkClick r:id="" action="ppaction://noaction"/>
          </p:cNvPr>
          <p:cNvSpPr/>
          <p:nvPr/>
        </p:nvSpPr>
        <p:spPr>
          <a:xfrm>
            <a:off x="540005" y="1440006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Funkce</a:t>
            </a:r>
          </a:p>
        </p:txBody>
      </p:sp>
      <p:sp>
        <p:nvSpPr>
          <p:cNvPr id="12" name="Obdélník 11">
            <a:hlinkClick r:id="" action="ppaction://noaction"/>
          </p:cNvPr>
          <p:cNvSpPr/>
          <p:nvPr/>
        </p:nvSpPr>
        <p:spPr>
          <a:xfrm>
            <a:off x="540005" y="180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Registry</a:t>
            </a:r>
          </a:p>
        </p:txBody>
      </p:sp>
      <p:sp>
        <p:nvSpPr>
          <p:cNvPr id="13" name="Obdélník 12">
            <a:hlinkClick r:id="rId4" action="ppaction://hlinksldjump"/>
          </p:cNvPr>
          <p:cNvSpPr/>
          <p:nvPr/>
        </p:nvSpPr>
        <p:spPr>
          <a:xfrm>
            <a:off x="540005" y="216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Režimy časovače 0</a:t>
            </a:r>
          </a:p>
        </p:txBody>
      </p:sp>
      <p:sp>
        <p:nvSpPr>
          <p:cNvPr id="14" name="Obdélník 13">
            <a:hlinkClick r:id="" action="ppaction://noaction"/>
          </p:cNvPr>
          <p:cNvSpPr/>
          <p:nvPr/>
        </p:nvSpPr>
        <p:spPr>
          <a:xfrm>
            <a:off x="540005" y="2520006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Normální režim</a:t>
            </a:r>
          </a:p>
        </p:txBody>
      </p:sp>
      <p:sp>
        <p:nvSpPr>
          <p:cNvPr id="15" name="Obdélník 14">
            <a:hlinkClick r:id="" action="ppaction://noaction"/>
          </p:cNvPr>
          <p:cNvSpPr/>
          <p:nvPr/>
        </p:nvSpPr>
        <p:spPr>
          <a:xfrm>
            <a:off x="540005" y="288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CTC režim</a:t>
            </a:r>
          </a:p>
        </p:txBody>
      </p:sp>
      <p:sp>
        <p:nvSpPr>
          <p:cNvPr id="16" name="Obdélník 15">
            <a:hlinkClick r:id="" action="ppaction://noaction"/>
          </p:cNvPr>
          <p:cNvSpPr/>
          <p:nvPr/>
        </p:nvSpPr>
        <p:spPr>
          <a:xfrm>
            <a:off x="540005" y="324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PWM režim</a:t>
            </a:r>
          </a:p>
        </p:txBody>
      </p:sp>
      <p:sp>
        <p:nvSpPr>
          <p:cNvPr id="17" name="Obdélník 16">
            <a:hlinkClick r:id="rId5" action="ppaction://hlinksldjump"/>
          </p:cNvPr>
          <p:cNvSpPr/>
          <p:nvPr/>
        </p:nvSpPr>
        <p:spPr>
          <a:xfrm>
            <a:off x="540005" y="360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Základní operace s časovačem</a:t>
            </a:r>
          </a:p>
        </p:txBody>
      </p:sp>
      <p:sp>
        <p:nvSpPr>
          <p:cNvPr id="18" name="Obdélník 17">
            <a:hlinkClick r:id="rId6" action="ppaction://hlinksldjump"/>
          </p:cNvPr>
          <p:cNvSpPr/>
          <p:nvPr/>
        </p:nvSpPr>
        <p:spPr>
          <a:xfrm>
            <a:off x="540005" y="39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Aplikace časovače</a:t>
            </a:r>
          </a:p>
        </p:txBody>
      </p:sp>
      <p:sp>
        <p:nvSpPr>
          <p:cNvPr id="22" name="Obdélník 21">
            <a:hlinkClick r:id="" action="ppaction://noaction"/>
            <a:extLst>
              <a:ext uri="{FF2B5EF4-FFF2-40B4-BE49-F238E27FC236}">
                <a16:creationId xmlns:a16="http://schemas.microsoft.com/office/drawing/2014/main" id="{BB85210B-A53D-45D8-A140-F429F51BF452}"/>
              </a:ext>
            </a:extLst>
          </p:cNvPr>
          <p:cNvSpPr/>
          <p:nvPr/>
        </p:nvSpPr>
        <p:spPr>
          <a:xfrm>
            <a:off x="540005" y="432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Periodický průběh - normální režim</a:t>
            </a:r>
          </a:p>
        </p:txBody>
      </p:sp>
      <p:sp>
        <p:nvSpPr>
          <p:cNvPr id="23" name="Obdélník 22">
            <a:hlinkClick r:id="" action="ppaction://noaction"/>
            <a:extLst>
              <a:ext uri="{FF2B5EF4-FFF2-40B4-BE49-F238E27FC236}">
                <a16:creationId xmlns:a16="http://schemas.microsoft.com/office/drawing/2014/main" id="{56D8F875-AB27-4FD7-BAB0-C9DE6422EA45}"/>
              </a:ext>
            </a:extLst>
          </p:cNvPr>
          <p:cNvSpPr/>
          <p:nvPr/>
        </p:nvSpPr>
        <p:spPr>
          <a:xfrm>
            <a:off x="540005" y="4679996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Periodický průběh - CTC režim</a:t>
            </a:r>
          </a:p>
        </p:txBody>
      </p:sp>
      <p:sp>
        <p:nvSpPr>
          <p:cNvPr id="24" name="Obdélník 23">
            <a:hlinkClick r:id="" action="ppaction://noaction"/>
            <a:extLst>
              <a:ext uri="{FF2B5EF4-FFF2-40B4-BE49-F238E27FC236}">
                <a16:creationId xmlns:a16="http://schemas.microsoft.com/office/drawing/2014/main" id="{875A9989-38D2-42A1-A39C-3BA2F6B67F9E}"/>
              </a:ext>
            </a:extLst>
          </p:cNvPr>
          <p:cNvSpPr/>
          <p:nvPr/>
        </p:nvSpPr>
        <p:spPr>
          <a:xfrm>
            <a:off x="540005" y="504001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Generování periodického signálu </a:t>
            </a:r>
          </a:p>
        </p:txBody>
      </p:sp>
      <p:sp>
        <p:nvSpPr>
          <p:cNvPr id="25" name="Obdélník 24">
            <a:hlinkClick r:id="" action="ppaction://noaction"/>
            <a:extLst>
              <a:ext uri="{FF2B5EF4-FFF2-40B4-BE49-F238E27FC236}">
                <a16:creationId xmlns:a16="http://schemas.microsoft.com/office/drawing/2014/main" id="{3D2D3D26-328B-488B-8F25-78B57DA94644}"/>
              </a:ext>
            </a:extLst>
          </p:cNvPr>
          <p:cNvSpPr/>
          <p:nvPr/>
        </p:nvSpPr>
        <p:spPr>
          <a:xfrm>
            <a:off x="540005" y="5400032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Dělička</a:t>
            </a:r>
          </a:p>
        </p:txBody>
      </p:sp>
    </p:spTree>
    <p:extLst>
      <p:ext uri="{BB962C8B-B14F-4D97-AF65-F5344CB8AC3E}">
        <p14:creationId xmlns:p14="http://schemas.microsoft.com/office/powerpoint/2010/main" val="188332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Obdélník 13">
            <a:hlinkClick r:id="rId4"/>
          </p:cNvPr>
          <p:cNvSpPr/>
          <p:nvPr/>
        </p:nvSpPr>
        <p:spPr>
          <a:xfrm>
            <a:off x="540005" y="108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AVR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WIKI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Obdélník 14">
            <a:hlinkClick r:id="rId5"/>
          </p:cNvPr>
          <p:cNvSpPr/>
          <p:nvPr/>
        </p:nvSpPr>
        <p:spPr>
          <a:xfrm>
            <a:off x="539555" y="1440006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Architektura AVR v kostce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HW.CZ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Obdélník 15">
            <a:hlinkClick r:id="rId5"/>
          </p:cNvPr>
          <p:cNvSpPr/>
          <p:nvPr/>
        </p:nvSpPr>
        <p:spPr>
          <a:xfrm>
            <a:off x="539555" y="180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Aplikace ATmega644 v jazyce C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1/2011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Obdélník 16"/>
          <p:cNvSpPr/>
          <p:nvPr/>
        </p:nvSpPr>
        <p:spPr>
          <a:xfrm>
            <a:off x="539555" y="216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5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5/2011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Obdélník 17"/>
          <p:cNvSpPr/>
          <p:nvPr/>
        </p:nvSpPr>
        <p:spPr>
          <a:xfrm>
            <a:off x="540280" y="288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4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4/2010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Obdélník 18"/>
          <p:cNvSpPr/>
          <p:nvPr/>
        </p:nvSpPr>
        <p:spPr>
          <a:xfrm>
            <a:off x="540005" y="2520006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Aplikace ATmega644 v algoritmech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1/2010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Obdélník 19"/>
          <p:cNvSpPr/>
          <p:nvPr/>
        </p:nvSpPr>
        <p:spPr>
          <a:xfrm>
            <a:off x="540005" y="324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3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4/2009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1" name="Obdélník 20"/>
          <p:cNvSpPr/>
          <p:nvPr/>
        </p:nvSpPr>
        <p:spPr>
          <a:xfrm>
            <a:off x="539555" y="360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Praktické aplikace obvodu FT232RL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1/2009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" name="Obdélník 21"/>
          <p:cNvSpPr/>
          <p:nvPr/>
        </p:nvSpPr>
        <p:spPr>
          <a:xfrm>
            <a:off x="539555" y="396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2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2/2008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Obdélník 22"/>
          <p:cNvSpPr/>
          <p:nvPr/>
        </p:nvSpPr>
        <p:spPr>
          <a:xfrm>
            <a:off x="539555" y="432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4/2007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Obdélník 23"/>
          <p:cNvSpPr/>
          <p:nvPr/>
        </p:nvSpPr>
        <p:spPr>
          <a:xfrm>
            <a:off x="539555" y="465318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Programování a aplikace .. ATtiny2313(2.)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1/2007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5" name="Obdélník 24"/>
          <p:cNvSpPr/>
          <p:nvPr/>
        </p:nvSpPr>
        <p:spPr>
          <a:xfrm>
            <a:off x="539555" y="504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Programování a aplikace .. ATtiny2313(1.)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5/2006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6" name="Obdélník 25"/>
          <p:cNvSpPr/>
          <p:nvPr/>
        </p:nvSpPr>
        <p:spPr>
          <a:xfrm>
            <a:off x="539555" y="540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Praktické konstrukce pro USB.. AN2131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3/2005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77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5" y="2034948"/>
            <a:ext cx="9144000" cy="2554545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000" dirty="0">
                <a:latin typeface="Arial Black" pitchFamily="34" charset="0"/>
              </a:rPr>
              <a:t>AVR</a:t>
            </a:r>
            <a:br>
              <a:rPr lang="cs-CZ" sz="8000">
                <a:latin typeface="Arial Black" pitchFamily="34" charset="0"/>
              </a:rPr>
            </a:br>
            <a:r>
              <a:rPr lang="cs-CZ" sz="8000">
                <a:latin typeface="Arial Black" pitchFamily="34" charset="0"/>
              </a:rPr>
              <a:t>Časovač</a:t>
            </a:r>
            <a:endParaRPr lang="cs-CZ" sz="8000" dirty="0">
              <a:latin typeface="Arial Black" pitchFamily="34" charset="0"/>
            </a:endParaRP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</p:spTree>
    <p:extLst>
      <p:ext uri="{BB962C8B-B14F-4D97-AF65-F5344CB8AC3E}">
        <p14:creationId xmlns:p14="http://schemas.microsoft.com/office/powerpoint/2010/main" val="138076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Čítač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258054" name="Skupina 258053">
            <a:extLst>
              <a:ext uri="{FF2B5EF4-FFF2-40B4-BE49-F238E27FC236}">
                <a16:creationId xmlns:a16="http://schemas.microsoft.com/office/drawing/2014/main" id="{33AB394F-C552-42AD-A179-C675F1E8D7D8}"/>
              </a:ext>
            </a:extLst>
          </p:cNvPr>
          <p:cNvGrpSpPr/>
          <p:nvPr/>
        </p:nvGrpSpPr>
        <p:grpSpPr>
          <a:xfrm>
            <a:off x="1259632" y="1484784"/>
            <a:ext cx="6607788" cy="2662279"/>
            <a:chOff x="1259632" y="2299567"/>
            <a:chExt cx="6607788" cy="2662279"/>
          </a:xfrm>
        </p:grpSpPr>
        <p:sp>
          <p:nvSpPr>
            <p:cNvPr id="15" name="TextovéPole 14">
              <a:extLst>
                <a:ext uri="{FF2B5EF4-FFF2-40B4-BE49-F238E27FC236}">
                  <a16:creationId xmlns:a16="http://schemas.microsoft.com/office/drawing/2014/main" id="{BA5221A4-8357-41B0-92CC-D95D34E977B1}"/>
                </a:ext>
              </a:extLst>
            </p:cNvPr>
            <p:cNvSpPr txBox="1"/>
            <p:nvPr/>
          </p:nvSpPr>
          <p:spPr bwMode="auto">
            <a:xfrm>
              <a:off x="3851920" y="4623292"/>
              <a:ext cx="142218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cs-CZ" sz="1600" kern="0" dirty="0">
                  <a:latin typeface="Consolas" panose="020B0609020204030204" pitchFamily="49" charset="0"/>
                  <a:ea typeface="+mj-ea"/>
                  <a:cs typeface="+mj-cs"/>
                </a:rPr>
                <a:t>Stav</a:t>
              </a:r>
              <a:r>
                <a:rPr lang="cs-CZ" sz="1600" kern="0" dirty="0">
                  <a:latin typeface="+mj-lt"/>
                  <a:ea typeface="+mj-ea"/>
                  <a:cs typeface="+mj-cs"/>
                </a:rPr>
                <a:t> </a:t>
              </a:r>
              <a:r>
                <a:rPr lang="cs-CZ" sz="1600" kern="0" dirty="0">
                  <a:latin typeface="Consolas" panose="020B0609020204030204" pitchFamily="49" charset="0"/>
                  <a:ea typeface="+mj-ea"/>
                  <a:cs typeface="+mj-cs"/>
                </a:rPr>
                <a:t>čítače</a:t>
              </a:r>
              <a:r>
                <a:rPr lang="cs-CZ" sz="1600" b="1" kern="0" dirty="0">
                  <a:latin typeface="+mj-lt"/>
                  <a:ea typeface="+mj-ea"/>
                  <a:cs typeface="+mj-cs"/>
                </a:rPr>
                <a:t> </a:t>
              </a:r>
              <a:endParaRPr kumimoji="0" lang="cs-CZ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258053" name="Skupina 258052">
              <a:extLst>
                <a:ext uri="{FF2B5EF4-FFF2-40B4-BE49-F238E27FC236}">
                  <a16:creationId xmlns:a16="http://schemas.microsoft.com/office/drawing/2014/main" id="{5C6EE671-1275-4BC9-A1B9-87F66CE4CD64}"/>
                </a:ext>
              </a:extLst>
            </p:cNvPr>
            <p:cNvGrpSpPr/>
            <p:nvPr/>
          </p:nvGrpSpPr>
          <p:grpSpPr>
            <a:xfrm>
              <a:off x="1259632" y="2299567"/>
              <a:ext cx="6607788" cy="2258688"/>
              <a:chOff x="1463026" y="2299567"/>
              <a:chExt cx="6607788" cy="2258688"/>
            </a:xfrm>
          </p:grpSpPr>
          <p:sp>
            <p:nvSpPr>
              <p:cNvPr id="14" name="Šipka doprava 13">
                <a:extLst>
                  <a:ext uri="{FF2B5EF4-FFF2-40B4-BE49-F238E27FC236}">
                    <a16:creationId xmlns:a16="http://schemas.microsoft.com/office/drawing/2014/main" id="{E8EAB8D4-B405-45C2-AD9C-8BF20C4ED49E}"/>
                  </a:ext>
                </a:extLst>
              </p:cNvPr>
              <p:cNvSpPr/>
              <p:nvPr/>
            </p:nvSpPr>
            <p:spPr>
              <a:xfrm rot="5400000">
                <a:off x="4210667" y="3696284"/>
                <a:ext cx="1129254" cy="594687"/>
              </a:xfrm>
              <a:prstGeom prst="right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0" name="TextovéPole 9">
                <a:extLst>
                  <a:ext uri="{FF2B5EF4-FFF2-40B4-BE49-F238E27FC236}">
                    <a16:creationId xmlns:a16="http://schemas.microsoft.com/office/drawing/2014/main" id="{ECBDA763-D704-4160-9A01-A58DD28AB37E}"/>
                  </a:ext>
                </a:extLst>
              </p:cNvPr>
              <p:cNvSpPr txBox="1"/>
              <p:nvPr/>
            </p:nvSpPr>
            <p:spPr bwMode="auto">
              <a:xfrm>
                <a:off x="3263026" y="2299567"/>
                <a:ext cx="3024536" cy="12014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cs-CZ" sz="3200" b="1" i="0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Čítač</a:t>
                </a:r>
              </a:p>
            </p:txBody>
          </p:sp>
          <p:cxnSp>
            <p:nvCxnSpPr>
              <p:cNvPr id="11" name="Přímá spojnice se šipkou 10">
                <a:extLst>
                  <a:ext uri="{FF2B5EF4-FFF2-40B4-BE49-F238E27FC236}">
                    <a16:creationId xmlns:a16="http://schemas.microsoft.com/office/drawing/2014/main" id="{575D4C74-569D-48FD-A38E-A2B12C47720F}"/>
                  </a:ext>
                </a:extLst>
              </p:cNvPr>
              <p:cNvCxnSpPr/>
              <p:nvPr/>
            </p:nvCxnSpPr>
            <p:spPr>
              <a:xfrm>
                <a:off x="1463026" y="2900287"/>
                <a:ext cx="18000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ovéPole 11">
                <a:extLst>
                  <a:ext uri="{FF2B5EF4-FFF2-40B4-BE49-F238E27FC236}">
                    <a16:creationId xmlns:a16="http://schemas.microsoft.com/office/drawing/2014/main" id="{7032723D-70F8-4AD9-BC81-990FC9AD189D}"/>
                  </a:ext>
                </a:extLst>
              </p:cNvPr>
              <p:cNvSpPr txBox="1"/>
              <p:nvPr/>
            </p:nvSpPr>
            <p:spPr bwMode="auto">
              <a:xfrm>
                <a:off x="2076205" y="2376154"/>
                <a:ext cx="97013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cs-CZ" sz="1600" b="1" kern="0" dirty="0">
                    <a:latin typeface="Consolas" panose="020B0609020204030204" pitchFamily="49" charset="0"/>
                    <a:ea typeface="+mj-ea"/>
                    <a:cs typeface="+mj-cs"/>
                  </a:rPr>
                  <a:t>Impulzy</a:t>
                </a:r>
                <a:endParaRPr kumimoji="0" lang="cs-CZ" sz="1600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+mj-ea"/>
                  <a:cs typeface="+mj-cs"/>
                </a:endParaRPr>
              </a:p>
            </p:txBody>
          </p:sp>
          <p:grpSp>
            <p:nvGrpSpPr>
              <p:cNvPr id="29" name="Skupina 28">
                <a:extLst>
                  <a:ext uri="{FF2B5EF4-FFF2-40B4-BE49-F238E27FC236}">
                    <a16:creationId xmlns:a16="http://schemas.microsoft.com/office/drawing/2014/main" id="{50B91516-01A9-4C53-A7B3-73F79D6414DA}"/>
                  </a:ext>
                </a:extLst>
              </p:cNvPr>
              <p:cNvGrpSpPr/>
              <p:nvPr/>
            </p:nvGrpSpPr>
            <p:grpSpPr>
              <a:xfrm>
                <a:off x="1475656" y="2408559"/>
                <a:ext cx="720080" cy="382737"/>
                <a:chOff x="1403648" y="1916832"/>
                <a:chExt cx="720080" cy="382737"/>
              </a:xfrm>
            </p:grpSpPr>
            <p:cxnSp>
              <p:nvCxnSpPr>
                <p:cNvPr id="3" name="Přímá spojnice 2">
                  <a:extLst>
                    <a:ext uri="{FF2B5EF4-FFF2-40B4-BE49-F238E27FC236}">
                      <a16:creationId xmlns:a16="http://schemas.microsoft.com/office/drawing/2014/main" id="{27F26BE1-2AEE-4569-A436-D3410F5B5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9672" y="1916832"/>
                  <a:ext cx="0" cy="38273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Přímá spojnice 17">
                  <a:extLst>
                    <a:ext uri="{FF2B5EF4-FFF2-40B4-BE49-F238E27FC236}">
                      <a16:creationId xmlns:a16="http://schemas.microsoft.com/office/drawing/2014/main" id="{25F998D0-30D0-4EE9-A96B-5B5C4E964554}"/>
                    </a:ext>
                  </a:extLst>
                </p:cNvPr>
                <p:cNvCxnSpPr/>
                <p:nvPr/>
              </p:nvCxnSpPr>
              <p:spPr>
                <a:xfrm>
                  <a:off x="1619672" y="1916832"/>
                  <a:ext cx="28803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Přímá spojnice 19">
                  <a:extLst>
                    <a:ext uri="{FF2B5EF4-FFF2-40B4-BE49-F238E27FC236}">
                      <a16:creationId xmlns:a16="http://schemas.microsoft.com/office/drawing/2014/main" id="{702B4356-73A5-4AB9-836A-5BCFC61F9C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07704" y="1916832"/>
                  <a:ext cx="0" cy="38273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Přímá spojnice 23">
                  <a:extLst>
                    <a:ext uri="{FF2B5EF4-FFF2-40B4-BE49-F238E27FC236}">
                      <a16:creationId xmlns:a16="http://schemas.microsoft.com/office/drawing/2014/main" id="{6FE6491F-26C6-46E8-B561-A7D5294776AB}"/>
                    </a:ext>
                  </a:extLst>
                </p:cNvPr>
                <p:cNvCxnSpPr/>
                <p:nvPr/>
              </p:nvCxnSpPr>
              <p:spPr>
                <a:xfrm>
                  <a:off x="1907704" y="2299567"/>
                  <a:ext cx="21602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Přímá spojnice 25">
                  <a:extLst>
                    <a:ext uri="{FF2B5EF4-FFF2-40B4-BE49-F238E27FC236}">
                      <a16:creationId xmlns:a16="http://schemas.microsoft.com/office/drawing/2014/main" id="{AE3A725A-108C-47DC-BE8B-3BE643589BDD}"/>
                    </a:ext>
                  </a:extLst>
                </p:cNvPr>
                <p:cNvCxnSpPr/>
                <p:nvPr/>
              </p:nvCxnSpPr>
              <p:spPr>
                <a:xfrm flipH="1">
                  <a:off x="1403648" y="2299567"/>
                  <a:ext cx="21602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Přímá spojnice se šipkou 30">
                <a:extLst>
                  <a:ext uri="{FF2B5EF4-FFF2-40B4-BE49-F238E27FC236}">
                    <a16:creationId xmlns:a16="http://schemas.microsoft.com/office/drawing/2014/main" id="{853C2E3E-1837-4FA0-9982-B47520FEC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7562" y="2604613"/>
                <a:ext cx="588694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Přímá spojnice se šipkou 31">
                <a:extLst>
                  <a:ext uri="{FF2B5EF4-FFF2-40B4-BE49-F238E27FC236}">
                    <a16:creationId xmlns:a16="http://schemas.microsoft.com/office/drawing/2014/main" id="{30D82FC6-FBFC-4DCA-AB4E-C590DD6DAA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7562" y="3212976"/>
                <a:ext cx="588694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ovéPole 37">
                <a:extLst>
                  <a:ext uri="{FF2B5EF4-FFF2-40B4-BE49-F238E27FC236}">
                    <a16:creationId xmlns:a16="http://schemas.microsoft.com/office/drawing/2014/main" id="{29D217E3-DEB1-4DE1-8FE7-250442BC0576}"/>
                  </a:ext>
                </a:extLst>
              </p:cNvPr>
              <p:cNvSpPr txBox="1"/>
              <p:nvPr/>
            </p:nvSpPr>
            <p:spPr bwMode="auto">
              <a:xfrm>
                <a:off x="6840005" y="2430649"/>
                <a:ext cx="119455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marR="0" indent="0" defTabSz="914400" eaLnBrk="1" latinLnBrk="0" hangingPunct="1">
                  <a:lnSpc>
                    <a:spcPct val="100000"/>
                  </a:lnSpc>
                  <a:buClrTx/>
                  <a:buSzTx/>
                  <a:buFontTx/>
                  <a:buNone/>
                  <a:tabLst/>
                  <a:defRPr sz="1600" kern="0">
                    <a:latin typeface="Consolas" panose="020B0609020204030204" pitchFamily="49" charset="0"/>
                    <a:ea typeface="+mj-ea"/>
                    <a:cs typeface="+mj-cs"/>
                  </a:defRPr>
                </a:lvl1pPr>
              </a:lstStyle>
              <a:p>
                <a:r>
                  <a:rPr lang="cs-CZ" dirty="0"/>
                  <a:t>Přetečení</a:t>
                </a:r>
              </a:p>
            </p:txBody>
          </p:sp>
          <p:sp>
            <p:nvSpPr>
              <p:cNvPr id="39" name="TextovéPole 38">
                <a:extLst>
                  <a:ext uri="{FF2B5EF4-FFF2-40B4-BE49-F238E27FC236}">
                    <a16:creationId xmlns:a16="http://schemas.microsoft.com/office/drawing/2014/main" id="{3FF92169-DB9F-47F5-9D00-901B241908FD}"/>
                  </a:ext>
                </a:extLst>
              </p:cNvPr>
              <p:cNvSpPr txBox="1"/>
              <p:nvPr/>
            </p:nvSpPr>
            <p:spPr bwMode="auto">
              <a:xfrm>
                <a:off x="6876256" y="3032275"/>
                <a:ext cx="119455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marR="0" indent="0" defTabSz="914400" eaLnBrk="1" latinLnBrk="0" hangingPunct="1">
                  <a:lnSpc>
                    <a:spcPct val="100000"/>
                  </a:lnSpc>
                  <a:buClrTx/>
                  <a:buSzTx/>
                  <a:buFontTx/>
                  <a:buNone/>
                  <a:tabLst/>
                  <a:defRPr sz="1600" kern="0">
                    <a:latin typeface="Consolas" panose="020B0609020204030204" pitchFamily="49" charset="0"/>
                    <a:ea typeface="+mj-ea"/>
                    <a:cs typeface="+mj-cs"/>
                  </a:defRPr>
                </a:lvl1pPr>
              </a:lstStyle>
              <a:p>
                <a:r>
                  <a:rPr lang="cs-CZ" dirty="0"/>
                  <a:t>Podtečení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40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7158" y="1268413"/>
            <a:ext cx="8786842" cy="16773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Kapacita dvojkového čítače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Je dána počtem bitů n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Maximální počet = 2</a:t>
            </a:r>
            <a:r>
              <a:rPr lang="cs-CZ" sz="2000" b="0" baseline="30000" dirty="0">
                <a:latin typeface="Verdana" pitchFamily="34" charset="0"/>
              </a:rPr>
              <a:t>n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7374417-47EA-4A1F-8658-ECA82874D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Čítač</a:t>
            </a:r>
          </a:p>
        </p:txBody>
      </p:sp>
    </p:spTree>
    <p:extLst>
      <p:ext uri="{BB962C8B-B14F-4D97-AF65-F5344CB8AC3E}">
        <p14:creationId xmlns:p14="http://schemas.microsoft.com/office/powerpoint/2010/main" val="106935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0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7158" y="1268413"/>
            <a:ext cx="8786842" cy="272382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Přetečení</a:t>
            </a:r>
            <a:r>
              <a:rPr lang="cs-CZ" sz="2800" dirty="0">
                <a:latin typeface="Verdana" pitchFamily="34" charset="0"/>
              </a:rPr>
              <a:t> </a:t>
            </a: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b="0" dirty="0">
                <a:latin typeface="Verdana" pitchFamily="34" charset="0"/>
              </a:rPr>
              <a:t>Je přechod z posledního stavu do nultého, při čítání směrem vpřed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Podtečení </a:t>
            </a: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b="0" dirty="0">
                <a:latin typeface="Verdana" pitchFamily="34" charset="0"/>
              </a:rPr>
              <a:t>Je přechod z nultého stavu do nultého, při čítání směrem vpřed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7374417-47EA-4A1F-8658-ECA82874D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Čítač</a:t>
            </a:r>
          </a:p>
        </p:txBody>
      </p:sp>
    </p:spTree>
    <p:extLst>
      <p:ext uri="{BB962C8B-B14F-4D97-AF65-F5344CB8AC3E}">
        <p14:creationId xmlns:p14="http://schemas.microsoft.com/office/powerpoint/2010/main" val="265255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0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0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7158" y="1268413"/>
            <a:ext cx="878684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Přednastavení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11" name="Diagram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837088"/>
              </p:ext>
            </p:extLst>
          </p:nvPr>
        </p:nvGraphicFramePr>
        <p:xfrm>
          <a:off x="0" y="1916832"/>
          <a:ext cx="5040200" cy="3745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2" name="Skupina 11"/>
          <p:cNvGrpSpPr/>
          <p:nvPr/>
        </p:nvGrpSpPr>
        <p:grpSpPr>
          <a:xfrm rot="589101">
            <a:off x="1778079" y="2660677"/>
            <a:ext cx="411018" cy="1802257"/>
            <a:chOff x="3276017" y="1064561"/>
            <a:chExt cx="282746" cy="3525453"/>
          </a:xfrm>
        </p:grpSpPr>
        <p:sp>
          <p:nvSpPr>
            <p:cNvPr id="13" name="Šipka doprava 12"/>
            <p:cNvSpPr/>
            <p:nvPr/>
          </p:nvSpPr>
          <p:spPr>
            <a:xfrm rot="16886897" flipV="1">
              <a:off x="1654663" y="2685915"/>
              <a:ext cx="3525453" cy="282746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4" name="Šipka doprava 4"/>
            <p:cNvSpPr txBox="1"/>
            <p:nvPr/>
          </p:nvSpPr>
          <p:spPr>
            <a:xfrm rot="27686897">
              <a:off x="1688657" y="2784032"/>
              <a:ext cx="3440629" cy="1696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2100" kern="1200"/>
            </a:p>
          </p:txBody>
        </p:sp>
      </p:grp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572000" y="2160000"/>
            <a:ext cx="4572000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>
                <a:schemeClr val="bg2">
                  <a:lumMod val="50000"/>
                </a:schemeClr>
              </a:buClr>
            </a:pPr>
            <a:r>
              <a:rPr lang="cs-CZ" sz="2000" b="0" dirty="0">
                <a:latin typeface="Verdana" pitchFamily="34" charset="0"/>
              </a:rPr>
              <a:t>Při přetečení přednastavíme stav čítače na libovolnou hodnotu</a:t>
            </a:r>
            <a:endParaRPr lang="cs-CZ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7374417-47EA-4A1F-8658-ECA82874D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Čítač</a:t>
            </a:r>
          </a:p>
        </p:txBody>
      </p:sp>
    </p:spTree>
    <p:extLst>
      <p:ext uri="{BB962C8B-B14F-4D97-AF65-F5344CB8AC3E}">
        <p14:creationId xmlns:p14="http://schemas.microsoft.com/office/powerpoint/2010/main" val="427455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Graphic spid="11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7158" y="1268413"/>
            <a:ext cx="878684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Zkrácení cyklu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11" name="Diagram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309724"/>
              </p:ext>
            </p:extLst>
          </p:nvPr>
        </p:nvGraphicFramePr>
        <p:xfrm>
          <a:off x="0" y="1916832"/>
          <a:ext cx="5040200" cy="3745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2" name="Skupina 11"/>
          <p:cNvGrpSpPr/>
          <p:nvPr/>
        </p:nvGrpSpPr>
        <p:grpSpPr>
          <a:xfrm rot="20914321">
            <a:off x="2314591" y="2947798"/>
            <a:ext cx="411018" cy="1802257"/>
            <a:chOff x="3276017" y="1064561"/>
            <a:chExt cx="282746" cy="3525453"/>
          </a:xfrm>
        </p:grpSpPr>
        <p:sp>
          <p:nvSpPr>
            <p:cNvPr id="13" name="Šipka doprava 12"/>
            <p:cNvSpPr/>
            <p:nvPr/>
          </p:nvSpPr>
          <p:spPr>
            <a:xfrm rot="16886897" flipV="1">
              <a:off x="1654663" y="2685915"/>
              <a:ext cx="3525453" cy="282746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4" name="Šipka doprava 4"/>
            <p:cNvSpPr txBox="1"/>
            <p:nvPr/>
          </p:nvSpPr>
          <p:spPr>
            <a:xfrm rot="27686897">
              <a:off x="1688657" y="2784032"/>
              <a:ext cx="3440629" cy="1696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cs-CZ" sz="2100" kern="1200"/>
            </a:p>
          </p:txBody>
        </p:sp>
      </p:grp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572000" y="2160000"/>
            <a:ext cx="4572000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>
                <a:schemeClr val="bg2">
                  <a:lumMod val="50000"/>
                </a:schemeClr>
              </a:buClr>
            </a:pPr>
            <a:r>
              <a:rPr lang="cs-CZ" sz="2000" b="0" dirty="0">
                <a:latin typeface="Verdana" pitchFamily="34" charset="0"/>
              </a:rPr>
              <a:t>Při dosažení určitého stavu, začne čítat od 0  </a:t>
            </a:r>
            <a:endParaRPr lang="cs-CZ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7374417-47EA-4A1F-8658-ECA82874D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Čítač</a:t>
            </a:r>
          </a:p>
        </p:txBody>
      </p:sp>
    </p:spTree>
    <p:extLst>
      <p:ext uri="{BB962C8B-B14F-4D97-AF65-F5344CB8AC3E}">
        <p14:creationId xmlns:p14="http://schemas.microsoft.com/office/powerpoint/2010/main" val="116422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Graphic spid="11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280DB7-0D85-09B8-76E1-EAE81C2C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a 8">
            <a:extLst>
              <a:ext uri="{FF2B5EF4-FFF2-40B4-BE49-F238E27FC236}">
                <a16:creationId xmlns:a16="http://schemas.microsoft.com/office/drawing/2014/main" id="{651C5BAF-259F-ADEB-4A31-0CD1AB38876A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2DC7D9A-888A-30D5-D347-8BD980E2CDA8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7F770FE-003E-BFD5-49F5-2942F03EDB0D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9626FD9-9CD6-5612-9336-C6A21C9D287B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9F381FD-3528-167E-4AD8-BEFD25AF85AC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60077E1-F07E-5472-EA51-B8B674082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010" y="288006"/>
            <a:ext cx="8104183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Časová zařízení</a:t>
            </a:r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4742C974-DEC4-D5AC-3730-C714DFF97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080000"/>
            <a:ext cx="7200000" cy="459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9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C5A5CA9-FBE7-6712-9800-F184B8B5F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a 8">
            <a:extLst>
              <a:ext uri="{FF2B5EF4-FFF2-40B4-BE49-F238E27FC236}">
                <a16:creationId xmlns:a16="http://schemas.microsoft.com/office/drawing/2014/main" id="{2847E194-3672-49E5-F607-895847DFFAB4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5C6C41-C864-B84E-0871-18017A60F7B2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03072A-253D-4341-B9A1-D02B87C4FD6A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A0C6EA9-159E-E837-4C53-90BAEECCBFA0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CCEF05C-CD62-5B48-F77F-285A1132F050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B2CEA-EBB4-27D3-FB00-ACB6858E2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Časová zařízení</a:t>
            </a: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D02FFE40-F289-0982-FD10-B8A98E996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99" y="1080000"/>
            <a:ext cx="7200000" cy="459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4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B8CC19D-5FB6-3AEC-19F1-415246901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a 8">
            <a:extLst>
              <a:ext uri="{FF2B5EF4-FFF2-40B4-BE49-F238E27FC236}">
                <a16:creationId xmlns:a16="http://schemas.microsoft.com/office/drawing/2014/main" id="{E105BFC4-9585-C1A0-6DB8-DFCD5DCC8E70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55ED436-CFDC-ABFF-DA9D-F00CD7BAD145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0CE6384-6BBC-CCDE-417B-AAB7D5801D01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8F305DD-9D3D-A93B-014B-0602C50C307C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7EFE6D3-FD36-92F1-5AC6-F85F1F14D310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BE447-F7CF-D8A1-2ADF-972D820CB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Časová zařízení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9360192-0BD2-C4D0-FC92-40C9E777A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98" y="1080000"/>
            <a:ext cx="7200000" cy="459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1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295412"/>
            <a:ext cx="87840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30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Použití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Odměření času</a:t>
            </a:r>
            <a:r>
              <a:rPr lang="cs-CZ" sz="2000" b="0" dirty="0">
                <a:latin typeface="Verdana" pitchFamily="34" charset="0"/>
              </a:rPr>
              <a:t> – aplikace různých časových přístrojů</a:t>
            </a:r>
            <a:endParaRPr lang="cs-CZ" sz="2000" dirty="0">
              <a:latin typeface="Verdana" pitchFamily="34" charset="0"/>
            </a:endParaRP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Počítání impulzů</a:t>
            </a:r>
            <a:r>
              <a:rPr lang="cs-CZ" sz="2000" b="0" dirty="0">
                <a:latin typeface="Verdana" pitchFamily="34" charset="0"/>
              </a:rPr>
              <a:t> – připojení různých inkrementálních čidel (impulzních) měřících 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Měření délky impulzu</a:t>
            </a:r>
            <a:r>
              <a:rPr lang="cs-CZ" sz="2000" b="0" dirty="0">
                <a:latin typeface="Verdana" pitchFamily="34" charset="0"/>
              </a:rPr>
              <a:t> – měření frekvence, vzdálenost ultrazvukovým čidlem 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Pulzně šířková modulace</a:t>
            </a:r>
            <a:r>
              <a:rPr lang="cs-CZ" sz="2000" b="0" dirty="0">
                <a:latin typeface="Verdana" pitchFamily="34" charset="0"/>
              </a:rPr>
              <a:t> – regulace jasu LED, změna otáček stejnosměrných motorů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Timer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80906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295412"/>
            <a:ext cx="8784000" cy="173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ATmega2560 obsahuje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dirty="0">
                <a:solidFill>
                  <a:srgbClr val="FF0000"/>
                </a:solidFill>
                <a:latin typeface="Verdana" pitchFamily="34" charset="0"/>
              </a:rPr>
              <a:t>Timer 8 bitů </a:t>
            </a:r>
            <a:r>
              <a:rPr lang="cs-CZ" b="0" dirty="0">
                <a:latin typeface="Verdana" pitchFamily="34" charset="0"/>
              </a:rPr>
              <a:t>– 2 jednotky (0,2)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dirty="0">
                <a:solidFill>
                  <a:srgbClr val="FF0000"/>
                </a:solidFill>
                <a:latin typeface="Verdana" pitchFamily="34" charset="0"/>
              </a:rPr>
              <a:t>Timer 16 bitů </a:t>
            </a:r>
            <a:r>
              <a:rPr lang="cs-CZ" b="0" dirty="0">
                <a:latin typeface="Verdana" pitchFamily="34" charset="0"/>
              </a:rPr>
              <a:t>– 4 jednotky (1,3,4,5)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252202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295412"/>
            <a:ext cx="8784000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Funkce I/O registrů </a:t>
            </a:r>
          </a:p>
          <a:p>
            <a:pPr marL="514350" indent="-51435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Datové registry (čtou se jako číslo)</a:t>
            </a:r>
          </a:p>
          <a:p>
            <a:pPr marL="514350" indent="-51435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Nastavení režimů zařízení</a:t>
            </a:r>
            <a:endParaRPr lang="cs-CZ" dirty="0">
              <a:latin typeface="Verdana" pitchFamily="34" charset="0"/>
            </a:endParaRPr>
          </a:p>
          <a:p>
            <a:pPr marL="514350" indent="-51435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Sledování událostí (flag)</a:t>
            </a:r>
          </a:p>
          <a:p>
            <a:pPr marL="514350" indent="-51435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Povolení přerušení od událostí</a:t>
            </a: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b="0" dirty="0">
                <a:latin typeface="Verdana" pitchFamily="34" charset="0"/>
              </a:rPr>
              <a:t>S datovými registry se pracuje jako s čísly, s ostatními registry jako s bity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I/O registry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69403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540000" y="1079998"/>
            <a:ext cx="4680072" cy="49636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Obdélník 2"/>
          <p:cNvSpPr/>
          <p:nvPr/>
        </p:nvSpPr>
        <p:spPr>
          <a:xfrm>
            <a:off x="720000" y="1224000"/>
            <a:ext cx="2520000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dirty="0">
                <a:solidFill>
                  <a:schemeClr val="tx1"/>
                </a:solidFill>
                <a:latin typeface="Consolas" panose="020B0609020204030204" pitchFamily="49" charset="0"/>
              </a:rPr>
              <a:t>Čítač</a:t>
            </a:r>
          </a:p>
        </p:txBody>
      </p:sp>
      <p:sp>
        <p:nvSpPr>
          <p:cNvPr id="6" name="Obdélník 5"/>
          <p:cNvSpPr/>
          <p:nvPr/>
        </p:nvSpPr>
        <p:spPr>
          <a:xfrm>
            <a:off x="720000" y="2052000"/>
            <a:ext cx="2520000" cy="72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Komparační registr A</a:t>
            </a:r>
          </a:p>
        </p:txBody>
      </p:sp>
      <p:sp>
        <p:nvSpPr>
          <p:cNvPr id="7" name="Obdélník 6"/>
          <p:cNvSpPr/>
          <p:nvPr/>
        </p:nvSpPr>
        <p:spPr>
          <a:xfrm>
            <a:off x="720000" y="2880000"/>
            <a:ext cx="2520000" cy="72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Komparační registr B</a:t>
            </a:r>
          </a:p>
        </p:txBody>
      </p:sp>
      <p:sp>
        <p:nvSpPr>
          <p:cNvPr id="8" name="Obdélník 7"/>
          <p:cNvSpPr/>
          <p:nvPr/>
        </p:nvSpPr>
        <p:spPr>
          <a:xfrm>
            <a:off x="6516000" y="1479167"/>
            <a:ext cx="237626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cs-CZ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Zdroj impulzů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6516000" y="2199167"/>
            <a:ext cx="237626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cs-CZ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Výstup A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6516000" y="2919167"/>
            <a:ext cx="237626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cs-CZ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Výstup B</a:t>
            </a:r>
          </a:p>
        </p:txBody>
      </p:sp>
      <p:sp>
        <p:nvSpPr>
          <p:cNvPr id="2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1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2" name="Tlačítko akce: Vlastní 21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3" name="Tlačítko akce: Vlastní 22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4" name="Tlačítko akce: Vlastní 23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" name="Šipka: pětiúhelník 3"/>
          <p:cNvSpPr/>
          <p:nvPr/>
        </p:nvSpPr>
        <p:spPr>
          <a:xfrm flipH="1">
            <a:off x="5400000" y="1440000"/>
            <a:ext cx="1080000" cy="540000"/>
          </a:xfrm>
          <a:prstGeom prst="homePlate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T0</a:t>
            </a:r>
          </a:p>
        </p:txBody>
      </p:sp>
      <p:sp>
        <p:nvSpPr>
          <p:cNvPr id="25" name="Šipka: pětiúhelník 24"/>
          <p:cNvSpPr/>
          <p:nvPr/>
        </p:nvSpPr>
        <p:spPr>
          <a:xfrm>
            <a:off x="5399897" y="2160000"/>
            <a:ext cx="1080000" cy="540000"/>
          </a:xfrm>
          <a:prstGeom prst="homePlate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OC0A</a:t>
            </a:r>
          </a:p>
        </p:txBody>
      </p:sp>
      <p:sp>
        <p:nvSpPr>
          <p:cNvPr id="26" name="Šipka: pětiúhelník 25"/>
          <p:cNvSpPr/>
          <p:nvPr/>
        </p:nvSpPr>
        <p:spPr>
          <a:xfrm>
            <a:off x="5399897" y="2880000"/>
            <a:ext cx="1080000" cy="540000"/>
          </a:xfrm>
          <a:prstGeom prst="homePlate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OC0B</a:t>
            </a:r>
          </a:p>
        </p:txBody>
      </p:sp>
      <p:sp>
        <p:nvSpPr>
          <p:cNvPr id="28" name="Obdélník 27"/>
          <p:cNvSpPr/>
          <p:nvPr/>
        </p:nvSpPr>
        <p:spPr>
          <a:xfrm>
            <a:off x="720000" y="3700907"/>
            <a:ext cx="2520000" cy="72008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Řídící registry</a:t>
            </a:r>
          </a:p>
        </p:txBody>
      </p:sp>
      <p:sp>
        <p:nvSpPr>
          <p:cNvPr id="34" name="Obdélník 33"/>
          <p:cNvSpPr/>
          <p:nvPr/>
        </p:nvSpPr>
        <p:spPr>
          <a:xfrm>
            <a:off x="5400000" y="3864271"/>
            <a:ext cx="262824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cs-CZ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Přetečení čítače</a:t>
            </a:r>
          </a:p>
        </p:txBody>
      </p:sp>
      <p:sp>
        <p:nvSpPr>
          <p:cNvPr id="35" name="Šipka: pětiúhelník 34"/>
          <p:cNvSpPr/>
          <p:nvPr/>
        </p:nvSpPr>
        <p:spPr>
          <a:xfrm>
            <a:off x="3780000" y="3810614"/>
            <a:ext cx="1080000" cy="540000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TOV0</a:t>
            </a:r>
          </a:p>
        </p:txBody>
      </p:sp>
      <p:sp>
        <p:nvSpPr>
          <p:cNvPr id="36" name="Šipka: pětiúhelník 35"/>
          <p:cNvSpPr/>
          <p:nvPr/>
        </p:nvSpPr>
        <p:spPr>
          <a:xfrm>
            <a:off x="3780000" y="4536000"/>
            <a:ext cx="1188000" cy="540000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OCF0A</a:t>
            </a:r>
          </a:p>
        </p:txBody>
      </p:sp>
      <p:sp>
        <p:nvSpPr>
          <p:cNvPr id="38" name="Šipka: pětiúhelník 37"/>
          <p:cNvSpPr/>
          <p:nvPr/>
        </p:nvSpPr>
        <p:spPr>
          <a:xfrm>
            <a:off x="3780000" y="5256000"/>
            <a:ext cx="1188000" cy="540000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OCF0B</a:t>
            </a:r>
          </a:p>
        </p:txBody>
      </p:sp>
      <p:sp>
        <p:nvSpPr>
          <p:cNvPr id="39" name="Obdélník 38"/>
          <p:cNvSpPr/>
          <p:nvPr/>
        </p:nvSpPr>
        <p:spPr>
          <a:xfrm>
            <a:off x="5399897" y="4437984"/>
            <a:ext cx="327655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cs-CZ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Shoda čítače s komparačním registrem A</a:t>
            </a:r>
          </a:p>
        </p:txBody>
      </p:sp>
      <p:sp>
        <p:nvSpPr>
          <p:cNvPr id="40" name="Obdélník 39"/>
          <p:cNvSpPr/>
          <p:nvPr/>
        </p:nvSpPr>
        <p:spPr>
          <a:xfrm>
            <a:off x="5399897" y="5202834"/>
            <a:ext cx="327655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cs-CZ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Shoda čítače s komparačním registrem B</a:t>
            </a:r>
          </a:p>
        </p:txBody>
      </p:sp>
      <p:sp>
        <p:nvSpPr>
          <p:cNvPr id="29" name="Obdélník 28"/>
          <p:cNvSpPr/>
          <p:nvPr/>
        </p:nvSpPr>
        <p:spPr>
          <a:xfrm>
            <a:off x="3743338" y="6275508"/>
            <a:ext cx="111666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cs-CZ" sz="1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Události</a:t>
            </a:r>
          </a:p>
        </p:txBody>
      </p:sp>
      <p:sp>
        <p:nvSpPr>
          <p:cNvPr id="30" name="Obdélník 29"/>
          <p:cNvSpPr/>
          <p:nvPr/>
        </p:nvSpPr>
        <p:spPr>
          <a:xfrm>
            <a:off x="6012160" y="914117"/>
            <a:ext cx="2480239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cs-CZ" sz="1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Signálové vstupy a výstupy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468010" y="288006"/>
            <a:ext cx="8104183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Blokové schéma TIMER0</a:t>
            </a:r>
          </a:p>
        </p:txBody>
      </p:sp>
    </p:spTree>
    <p:extLst>
      <p:ext uri="{BB962C8B-B14F-4D97-AF65-F5344CB8AC3E}">
        <p14:creationId xmlns:p14="http://schemas.microsoft.com/office/powerpoint/2010/main" val="67596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/>
      <p:bldP spid="12" grpId="0"/>
      <p:bldP spid="14" grpId="0"/>
      <p:bldP spid="20" grpId="0" animBg="1"/>
      <p:bldP spid="21" grpId="0"/>
      <p:bldP spid="4" grpId="0" animBg="1"/>
      <p:bldP spid="25" grpId="0" animBg="1"/>
      <p:bldP spid="26" grpId="0" animBg="1"/>
      <p:bldP spid="28" grpId="0" animBg="1"/>
      <p:bldP spid="34" grpId="0"/>
      <p:bldP spid="35" grpId="0" animBg="1"/>
      <p:bldP spid="36" grpId="0" animBg="1"/>
      <p:bldP spid="38" grpId="0" animBg="1"/>
      <p:bldP spid="39" grpId="0"/>
      <p:bldP spid="40" grpId="0"/>
      <p:bldP spid="29" grpId="0"/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377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Registry </a:t>
            </a:r>
            <a:r>
              <a:rPr lang="cs-CZ" dirty="0">
                <a:latin typeface="Consolas" panose="020B0609020204030204" pitchFamily="49" charset="0"/>
              </a:rPr>
              <a:t>TIMER0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TCNT0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0" dirty="0">
                <a:latin typeface="Verdana" pitchFamily="34" charset="0"/>
              </a:rPr>
              <a:t>– vlastní obsah čítače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OCR0A, OCR0B </a:t>
            </a:r>
            <a:r>
              <a:rPr lang="cs-CZ" b="0" dirty="0">
                <a:latin typeface="Verdana" pitchFamily="34" charset="0"/>
              </a:rPr>
              <a:t>– komparační registry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TCCR0A, TCCR0B </a:t>
            </a:r>
            <a:r>
              <a:rPr lang="cs-CZ" b="0" dirty="0">
                <a:latin typeface="Verdana" pitchFamily="34" charset="0"/>
              </a:rPr>
              <a:t>- řídící registry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TIFR0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0" dirty="0">
                <a:latin typeface="Verdana" pitchFamily="34" charset="0"/>
              </a:rPr>
              <a:t>– příznaky událostí 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  <a:r>
              <a:rPr lang="cs-CZ" b="0" dirty="0">
                <a:latin typeface="Verdana" pitchFamily="34" charset="0"/>
              </a:rPr>
              <a:t> – povolení přerušení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160288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11"/>
            <a:ext cx="8784000" cy="3370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Princip práce s časovačem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Volba </a:t>
            </a:r>
            <a:r>
              <a:rPr lang="cs-CZ" b="0" dirty="0">
                <a:latin typeface="Verdana" pitchFamily="34" charset="0"/>
              </a:rPr>
              <a:t>režimu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Naprogramování</a:t>
            </a:r>
            <a:r>
              <a:rPr lang="cs-CZ" b="0" dirty="0">
                <a:latin typeface="Verdana" pitchFamily="34" charset="0"/>
              </a:rPr>
              <a:t> řídících registrů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Čekací smyčka </a:t>
            </a:r>
            <a:r>
              <a:rPr lang="cs-CZ" b="0" dirty="0">
                <a:latin typeface="Verdana" pitchFamily="34" charset="0"/>
              </a:rPr>
              <a:t>na nějakou </a:t>
            </a:r>
            <a:r>
              <a:rPr lang="cs-CZ" dirty="0">
                <a:latin typeface="Verdana" pitchFamily="34" charset="0"/>
              </a:rPr>
              <a:t>událost</a:t>
            </a:r>
            <a:r>
              <a:rPr lang="cs-CZ" b="0" dirty="0">
                <a:latin typeface="Verdana" pitchFamily="34" charset="0"/>
              </a:rPr>
              <a:t>, např. přetečení čítače nebo 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Obsluha přerušení </a:t>
            </a:r>
            <a:r>
              <a:rPr lang="cs-CZ" b="0" dirty="0">
                <a:latin typeface="Verdana" pitchFamily="34" charset="0"/>
              </a:rPr>
              <a:t>vyvolané </a:t>
            </a:r>
            <a:r>
              <a:rPr lang="cs-CZ" dirty="0">
                <a:latin typeface="Verdana" pitchFamily="34" charset="0"/>
              </a:rPr>
              <a:t>událostí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Použití časovače v aplikaci</a:t>
            </a:r>
          </a:p>
        </p:txBody>
      </p:sp>
    </p:spTree>
    <p:extLst>
      <p:ext uri="{BB962C8B-B14F-4D97-AF65-F5344CB8AC3E}">
        <p14:creationId xmlns:p14="http://schemas.microsoft.com/office/powerpoint/2010/main" val="223211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429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Popis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Kapacita čítače </a:t>
            </a:r>
            <a:r>
              <a:rPr lang="cs-CZ" sz="2000" dirty="0">
                <a:latin typeface="Verdana" pitchFamily="34" charset="0"/>
              </a:rPr>
              <a:t>8 bitů </a:t>
            </a:r>
            <a:r>
              <a:rPr lang="cs-CZ" sz="2000" b="0" dirty="0">
                <a:latin typeface="Verdana" pitchFamily="34" charset="0"/>
              </a:rPr>
              <a:t>(max. počet impulzů 256)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Čítač </a:t>
            </a:r>
            <a:r>
              <a:rPr lang="cs-CZ" sz="2000" dirty="0">
                <a:latin typeface="Verdana" pitchFamily="34" charset="0"/>
              </a:rPr>
              <a:t>čítá</a:t>
            </a:r>
            <a:r>
              <a:rPr lang="cs-CZ" sz="2000" b="0" dirty="0">
                <a:latin typeface="Verdana" pitchFamily="34" charset="0"/>
              </a:rPr>
              <a:t> impulzy z </a:t>
            </a:r>
            <a:r>
              <a:rPr lang="cs-CZ" sz="2000" dirty="0">
                <a:latin typeface="Verdana" pitchFamily="34" charset="0"/>
              </a:rPr>
              <a:t>vnitřního </a:t>
            </a:r>
            <a:r>
              <a:rPr lang="cs-CZ" sz="2000" b="0" dirty="0">
                <a:latin typeface="Verdana" pitchFamily="34" charset="0"/>
              </a:rPr>
              <a:t>nebo</a:t>
            </a:r>
            <a:r>
              <a:rPr lang="cs-CZ" sz="2000" dirty="0">
                <a:latin typeface="Verdana" pitchFamily="34" charset="0"/>
              </a:rPr>
              <a:t> vnějšího zdroje 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Časovač obsahuje </a:t>
            </a:r>
            <a:r>
              <a:rPr lang="cs-CZ" sz="2000" dirty="0">
                <a:latin typeface="Verdana" pitchFamily="34" charset="0"/>
              </a:rPr>
              <a:t>dva komparační registry A, B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Události</a:t>
            </a:r>
            <a:r>
              <a:rPr lang="cs-CZ" sz="2000" b="0" dirty="0">
                <a:latin typeface="Verdana" pitchFamily="34" charset="0"/>
              </a:rPr>
              <a:t>, které generuje řídící logika</a:t>
            </a:r>
          </a:p>
          <a:p>
            <a:pPr marL="961200" lvl="1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 3" pitchFamily="18" charset="2"/>
              <a:buChar char="¬"/>
              <a:defRPr/>
            </a:pPr>
            <a:r>
              <a:rPr lang="cs-CZ" sz="2000" dirty="0">
                <a:latin typeface="Verdana" pitchFamily="34" charset="0"/>
              </a:rPr>
              <a:t>Přetečení čítače</a:t>
            </a:r>
          </a:p>
          <a:p>
            <a:pPr marL="961200" lvl="1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 3" pitchFamily="18" charset="2"/>
              <a:buChar char="¬"/>
              <a:defRPr/>
            </a:pPr>
            <a:r>
              <a:rPr lang="cs-CZ" sz="2000" dirty="0">
                <a:latin typeface="Verdana" pitchFamily="34" charset="0"/>
              </a:rPr>
              <a:t>Shoda čítače s komparačním registrem A</a:t>
            </a:r>
          </a:p>
          <a:p>
            <a:pPr marL="961200" lvl="1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 3" pitchFamily="18" charset="2"/>
              <a:buChar char="¬"/>
              <a:defRPr/>
            </a:pPr>
            <a:r>
              <a:rPr lang="cs-CZ" sz="2000" dirty="0">
                <a:latin typeface="Verdana" pitchFamily="34" charset="0"/>
              </a:rPr>
              <a:t>Shoda čítače s komparačním registrem B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dirty="0">
                <a:latin typeface="Verdana" pitchFamily="34" charset="0"/>
              </a:rPr>
              <a:t>Generování</a:t>
            </a:r>
            <a:r>
              <a:rPr lang="cs-CZ" sz="2000" b="0" dirty="0">
                <a:latin typeface="Verdana" pitchFamily="34" charset="0"/>
              </a:rPr>
              <a:t> výstupních signálů A, B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Popis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TIMER0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Obdélník 8"/>
          <p:cNvSpPr/>
          <p:nvPr/>
        </p:nvSpPr>
        <p:spPr>
          <a:xfrm>
            <a:off x="5760005" y="6646695"/>
            <a:ext cx="3240000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cs-CZ" sz="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Pracovní list časovač AVR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1D095B6-9255-4C20-862D-DC4BE773EB69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78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Schéma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TIMER0</a:t>
            </a:r>
          </a:p>
        </p:txBody>
      </p:sp>
      <p:sp>
        <p:nvSpPr>
          <p:cNvPr id="4" name="Zaoblený obdélník 3"/>
          <p:cNvSpPr/>
          <p:nvPr/>
        </p:nvSpPr>
        <p:spPr>
          <a:xfrm>
            <a:off x="6372204" y="1052742"/>
            <a:ext cx="1224136" cy="43204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FLAG: Přetečení</a:t>
            </a:r>
          </a:p>
          <a:p>
            <a:pPr algn="ctr"/>
            <a:r>
              <a:rPr lang="cs-CZ" sz="9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čítače</a:t>
            </a:r>
          </a:p>
        </p:txBody>
      </p:sp>
      <p:sp>
        <p:nvSpPr>
          <p:cNvPr id="7" name="Zaoblený obdélník 6"/>
          <p:cNvSpPr/>
          <p:nvPr/>
        </p:nvSpPr>
        <p:spPr>
          <a:xfrm>
            <a:off x="7308309" y="1772816"/>
            <a:ext cx="93610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Vnější</a:t>
            </a:r>
            <a:r>
              <a:rPr lang="cs-CZ" sz="9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zdroj impulzů</a:t>
            </a:r>
          </a:p>
        </p:txBody>
      </p:sp>
      <p:sp>
        <p:nvSpPr>
          <p:cNvPr id="8" name="Zaoblený obdélník 7"/>
          <p:cNvSpPr/>
          <p:nvPr/>
        </p:nvSpPr>
        <p:spPr>
          <a:xfrm>
            <a:off x="6444210" y="2420888"/>
            <a:ext cx="93610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Vnitřní</a:t>
            </a:r>
            <a:r>
              <a:rPr lang="cs-CZ" sz="9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hodinový signál</a:t>
            </a:r>
          </a:p>
        </p:txBody>
      </p:sp>
      <p:sp>
        <p:nvSpPr>
          <p:cNvPr id="11" name="Zaoblený obdélník 10"/>
          <p:cNvSpPr/>
          <p:nvPr/>
        </p:nvSpPr>
        <p:spPr>
          <a:xfrm>
            <a:off x="539564" y="3407798"/>
            <a:ext cx="864097" cy="2931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Komparátor</a:t>
            </a:r>
          </a:p>
        </p:txBody>
      </p:sp>
      <p:sp>
        <p:nvSpPr>
          <p:cNvPr id="12" name="Zaoblený obdélník 11"/>
          <p:cNvSpPr/>
          <p:nvPr/>
        </p:nvSpPr>
        <p:spPr>
          <a:xfrm>
            <a:off x="539564" y="4375358"/>
            <a:ext cx="864097" cy="2931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Komparační registr A</a:t>
            </a:r>
          </a:p>
        </p:txBody>
      </p:sp>
      <p:sp>
        <p:nvSpPr>
          <p:cNvPr id="14" name="Zaoblený obdélník 13"/>
          <p:cNvSpPr/>
          <p:nvPr/>
        </p:nvSpPr>
        <p:spPr>
          <a:xfrm>
            <a:off x="539563" y="5085184"/>
            <a:ext cx="864097" cy="2931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Komparační registr B</a:t>
            </a:r>
          </a:p>
        </p:txBody>
      </p:sp>
      <p:sp>
        <p:nvSpPr>
          <p:cNvPr id="15" name="Zaoblený obdélník 14"/>
          <p:cNvSpPr/>
          <p:nvPr/>
        </p:nvSpPr>
        <p:spPr>
          <a:xfrm>
            <a:off x="533505" y="1772822"/>
            <a:ext cx="582115" cy="2931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Čítač</a:t>
            </a:r>
          </a:p>
        </p:txBody>
      </p:sp>
      <p:sp>
        <p:nvSpPr>
          <p:cNvPr id="16" name="Zaoblený obdélník 15"/>
          <p:cNvSpPr/>
          <p:nvPr/>
        </p:nvSpPr>
        <p:spPr>
          <a:xfrm>
            <a:off x="7308309" y="3302356"/>
            <a:ext cx="93610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Výstupní signál A</a:t>
            </a:r>
            <a:endParaRPr lang="cs-CZ" sz="9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Zaoblený obdélník 16"/>
          <p:cNvSpPr/>
          <p:nvPr/>
        </p:nvSpPr>
        <p:spPr>
          <a:xfrm>
            <a:off x="7308309" y="4806142"/>
            <a:ext cx="93610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Výstupní signál B</a:t>
            </a:r>
            <a:endParaRPr lang="cs-CZ" sz="9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92" y="1080000"/>
            <a:ext cx="6480000" cy="5502715"/>
          </a:xfrm>
          <a:prstGeom prst="rect">
            <a:avLst/>
          </a:prstGeom>
        </p:spPr>
      </p:pic>
      <p:sp>
        <p:nvSpPr>
          <p:cNvPr id="9" name="Zaoblený obdélník 8"/>
          <p:cNvSpPr/>
          <p:nvPr/>
        </p:nvSpPr>
        <p:spPr>
          <a:xfrm>
            <a:off x="5239118" y="2996952"/>
            <a:ext cx="1637149" cy="28803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FLAG : Shoda</a:t>
            </a:r>
            <a:r>
              <a:rPr lang="cs-CZ" sz="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 komparačním registrem A</a:t>
            </a:r>
          </a:p>
        </p:txBody>
      </p:sp>
      <p:sp>
        <p:nvSpPr>
          <p:cNvPr id="10" name="Zaoblený obdélník 9"/>
          <p:cNvSpPr/>
          <p:nvPr/>
        </p:nvSpPr>
        <p:spPr>
          <a:xfrm>
            <a:off x="5239118" y="4503973"/>
            <a:ext cx="1637149" cy="2931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FLAG :Shoda</a:t>
            </a:r>
            <a:r>
              <a:rPr lang="cs-CZ" sz="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 komparačním registrem B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11FE7F4C-922E-4705-99BE-947B74DBC3B9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92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680005" y="1440003"/>
            <a:ext cx="4224146" cy="859883"/>
            <a:chOff x="407" y="2839"/>
            <a:chExt cx="2696" cy="228"/>
          </a:xfrm>
        </p:grpSpPr>
        <p:sp>
          <p:nvSpPr>
            <p:cNvPr id="2869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2869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2869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2869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2869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69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70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2870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zdroje impulzů</a:t>
            </a:r>
          </a:p>
        </p:txBody>
      </p: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180002" y="1440003"/>
            <a:ext cx="4224146" cy="859883"/>
            <a:chOff x="407" y="2839"/>
            <a:chExt cx="2696" cy="228"/>
          </a:xfrm>
        </p:grpSpPr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2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1800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46800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4" name="Obdélník 3"/>
          <p:cNvSpPr/>
          <p:nvPr/>
        </p:nvSpPr>
        <p:spPr>
          <a:xfrm>
            <a:off x="2808251" y="1440003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6" name="Levá složená závorka 85"/>
          <p:cNvSpPr/>
          <p:nvPr/>
        </p:nvSpPr>
        <p:spPr>
          <a:xfrm rot="16200000" flipV="1">
            <a:off x="3480200" y="1727629"/>
            <a:ext cx="252000" cy="1595895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8" name="Levá složená závorka 87"/>
          <p:cNvSpPr/>
          <p:nvPr/>
        </p:nvSpPr>
        <p:spPr>
          <a:xfrm rot="5400000">
            <a:off x="2429487" y="2638977"/>
            <a:ext cx="293620" cy="793602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7" name="Text Box 71"/>
          <p:cNvSpPr txBox="1">
            <a:spLocks noChangeArrowheads="1"/>
          </p:cNvSpPr>
          <p:nvPr/>
        </p:nvSpPr>
        <p:spPr bwMode="auto">
          <a:xfrm>
            <a:off x="2973099" y="2905587"/>
            <a:ext cx="3583037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Výběr zdroje impulzů</a:t>
            </a:r>
          </a:p>
        </p:txBody>
      </p:sp>
      <p:sp>
        <p:nvSpPr>
          <p:cNvPr id="4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3" name="Tlačítko akce: Vlastní 42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4" name="Tlačítko akce: Vlastní 43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5" name="Tlačítko akce: Vlastní 44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46" name="Tabulka 45"/>
          <p:cNvGraphicFramePr>
            <a:graphicFrameLocks noGrp="1"/>
          </p:cNvGraphicFramePr>
          <p:nvPr/>
        </p:nvGraphicFramePr>
        <p:xfrm>
          <a:off x="2160000" y="3240000"/>
          <a:ext cx="4464400" cy="270263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73"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CS02</a:t>
                      </a:r>
                    </a:p>
                  </a:txBody>
                  <a:tcPr vert="vert2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CS01</a:t>
                      </a:r>
                    </a:p>
                  </a:txBody>
                  <a:tcPr vert="vert27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CS00</a:t>
                      </a:r>
                      <a:endParaRPr lang="cs-CZ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vert="vert27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000" dirty="0"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Funkce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b="1" dirty="0"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Zdroj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dirty="0">
                          <a:latin typeface="+mn-lt"/>
                        </a:rPr>
                        <a:t>Čítač zastaven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200" dirty="0"/>
                        <a:t>Stop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 err="1">
                          <a:latin typeface="+mn-lt"/>
                        </a:rPr>
                        <a:t>f</a:t>
                      </a:r>
                      <a:r>
                        <a:rPr lang="cs-CZ" sz="1200" b="0" baseline="-25000" dirty="0" err="1">
                          <a:latin typeface="+mn-lt"/>
                        </a:rPr>
                        <a:t>osc</a:t>
                      </a:r>
                      <a:endParaRPr lang="cs-CZ" sz="1200" b="0" baseline="-25000" dirty="0">
                        <a:latin typeface="+mn-lt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cs-CZ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Vnitřní</a:t>
                      </a:r>
                    </a:p>
                  </a:txBody>
                  <a:tcPr marL="0" marR="0" marT="0" marB="0" vert="vert27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 err="1">
                          <a:latin typeface="+mn-lt"/>
                        </a:rPr>
                        <a:t>f</a:t>
                      </a:r>
                      <a:r>
                        <a:rPr lang="cs-CZ" sz="1200" b="0" baseline="-25000" dirty="0" err="1">
                          <a:latin typeface="+mn-lt"/>
                        </a:rPr>
                        <a:t>osc</a:t>
                      </a:r>
                      <a:r>
                        <a:rPr lang="cs-CZ" sz="1200" b="0" baseline="0" dirty="0">
                          <a:latin typeface="+mn-lt"/>
                        </a:rPr>
                        <a:t>/8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cs-CZ" sz="12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 err="1">
                          <a:latin typeface="+mn-lt"/>
                        </a:rPr>
                        <a:t>f</a:t>
                      </a:r>
                      <a:r>
                        <a:rPr lang="cs-CZ" sz="1200" b="0" baseline="-25000" dirty="0" err="1">
                          <a:latin typeface="+mn-lt"/>
                        </a:rPr>
                        <a:t>osc</a:t>
                      </a:r>
                      <a:r>
                        <a:rPr lang="cs-CZ" sz="1200" b="0" baseline="0" dirty="0">
                          <a:latin typeface="+mn-lt"/>
                        </a:rPr>
                        <a:t>/64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cs-CZ" sz="12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200" b="0" dirty="0" err="1">
                          <a:latin typeface="+mn-lt"/>
                        </a:rPr>
                        <a:t>f</a:t>
                      </a:r>
                      <a:r>
                        <a:rPr lang="cs-CZ" sz="1200" b="0" baseline="-25000" dirty="0" err="1">
                          <a:latin typeface="+mn-lt"/>
                        </a:rPr>
                        <a:t>osc</a:t>
                      </a:r>
                      <a:r>
                        <a:rPr lang="cs-CZ" sz="1200" b="0" baseline="0" dirty="0">
                          <a:latin typeface="+mn-lt"/>
                        </a:rPr>
                        <a:t>/256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cs-CZ" sz="12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200" b="0" dirty="0" err="1">
                          <a:latin typeface="+mn-lt"/>
                        </a:rPr>
                        <a:t>f</a:t>
                      </a:r>
                      <a:r>
                        <a:rPr lang="cs-CZ" sz="1200" b="0" baseline="-25000" dirty="0" err="1">
                          <a:latin typeface="+mn-lt"/>
                        </a:rPr>
                        <a:t>osc</a:t>
                      </a:r>
                      <a:r>
                        <a:rPr lang="cs-CZ" sz="1200" b="0" baseline="0" dirty="0">
                          <a:latin typeface="+mn-lt"/>
                        </a:rPr>
                        <a:t>/1024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cs-CZ" sz="12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Sestupná hrana signálu</a:t>
                      </a:r>
                      <a:r>
                        <a:rPr lang="cs-CZ" sz="1200" b="0" baseline="0" dirty="0"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cs-CZ" sz="1200" b="1" baseline="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T0</a:t>
                      </a:r>
                      <a:endParaRPr lang="cs-CZ" sz="1200" b="1" dirty="0">
                        <a:latin typeface="Consolas" panose="020B0609020204030204" pitchFamily="49" charset="0"/>
                        <a:ea typeface="Verdana" panose="020B0604030504040204" pitchFamily="34" charset="0"/>
                        <a:cs typeface="Consolas" panose="020B0609020204030204" pitchFamily="49" charset="0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latin typeface="+mj-lt"/>
                        </a:rPr>
                        <a:t>Vnější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/>
                        <a:t>Nástupná hrana signálu </a:t>
                      </a:r>
                      <a:r>
                        <a:rPr lang="cs-CZ" sz="1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T0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cs-CZ" sz="12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" name="Přímá spojnice se šipkou 4"/>
          <p:cNvCxnSpPr/>
          <p:nvPr/>
        </p:nvCxnSpPr>
        <p:spPr>
          <a:xfrm flipH="1">
            <a:off x="2627784" y="2708920"/>
            <a:ext cx="936104" cy="180047"/>
          </a:xfrm>
          <a:prstGeom prst="straightConnector1">
            <a:avLst/>
          </a:prstGeom>
          <a:ln w="5715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ovéPole 34">
            <a:extLst>
              <a:ext uri="{FF2B5EF4-FFF2-40B4-BE49-F238E27FC236}">
                <a16:creationId xmlns:a16="http://schemas.microsoft.com/office/drawing/2014/main" id="{74526D60-8DC4-4F87-A2D1-71F94CD3AE4E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92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4" grpId="0" animBg="1"/>
      <p:bldP spid="86" grpId="0" animBg="1"/>
      <p:bldP spid="88" grpId="0" animBg="1"/>
      <p:bldP spid="37" grpId="0"/>
      <p:bldP spid="41" grpId="0" animBg="1"/>
      <p:bldP spid="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680005" y="1440003"/>
            <a:ext cx="4224146" cy="859883"/>
            <a:chOff x="407" y="2839"/>
            <a:chExt cx="2696" cy="228"/>
          </a:xfrm>
        </p:grpSpPr>
        <p:sp>
          <p:nvSpPr>
            <p:cNvPr id="2869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2869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2869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2869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2869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69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70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2870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režimů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TIMER0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180002" y="1440003"/>
            <a:ext cx="4224146" cy="859883"/>
            <a:chOff x="407" y="2839"/>
            <a:chExt cx="2696" cy="228"/>
          </a:xfrm>
        </p:grpSpPr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2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1800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46800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86" name="Levá složená závorka 85"/>
          <p:cNvSpPr/>
          <p:nvPr/>
        </p:nvSpPr>
        <p:spPr>
          <a:xfrm rot="16200000" flipV="1">
            <a:off x="2442163" y="2198816"/>
            <a:ext cx="216000" cy="516176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8" name="Levá složená závorka 87"/>
          <p:cNvSpPr/>
          <p:nvPr/>
        </p:nvSpPr>
        <p:spPr>
          <a:xfrm rot="5400000">
            <a:off x="2990836" y="2984982"/>
            <a:ext cx="216000" cy="528019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7" name="Text Box 71"/>
          <p:cNvSpPr txBox="1">
            <a:spLocks noChangeArrowheads="1"/>
          </p:cNvSpPr>
          <p:nvPr/>
        </p:nvSpPr>
        <p:spPr bwMode="auto">
          <a:xfrm>
            <a:off x="3419872" y="3068960"/>
            <a:ext cx="2880133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Výběr režimu časovače</a:t>
            </a:r>
          </a:p>
        </p:txBody>
      </p:sp>
      <p:sp>
        <p:nvSpPr>
          <p:cNvPr id="4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3" name="Tlačítko akce: Vlastní 42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4" name="Tlačítko akce: Vlastní 43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5" name="Tlačítko akce: Vlastní 44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46" name="Tabulka 45"/>
          <p:cNvGraphicFramePr>
            <a:graphicFrameLocks noGrp="1"/>
          </p:cNvGraphicFramePr>
          <p:nvPr/>
        </p:nvGraphicFramePr>
        <p:xfrm>
          <a:off x="2160000" y="3390663"/>
          <a:ext cx="4145099" cy="270263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73"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Mode</a:t>
                      </a:r>
                    </a:p>
                  </a:txBody>
                  <a:tcPr vert="vert2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WGM02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WGM01</a:t>
                      </a:r>
                    </a:p>
                  </a:txBody>
                  <a:tcPr vert="vert27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WGM00</a:t>
                      </a:r>
                      <a:endParaRPr lang="cs-CZ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vert="vert27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000" dirty="0"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Režim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Normální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>
                          <a:latin typeface="+mn-lt"/>
                        </a:rPr>
                        <a:t>Fázově korigovaný PWM</a:t>
                      </a:r>
                      <a:endParaRPr lang="cs-CZ" sz="1200" b="0" baseline="-25000" dirty="0">
                        <a:latin typeface="+mn-lt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CTC</a:t>
                      </a:r>
                      <a:endParaRPr lang="cs-CZ" sz="12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Rychlý PWM</a:t>
                      </a:r>
                      <a:endParaRPr lang="cs-CZ" sz="12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200" b="0" dirty="0">
                          <a:latin typeface="+mn-lt"/>
                        </a:rPr>
                        <a:t>-</a:t>
                      </a:r>
                      <a:endParaRPr lang="cs-CZ" sz="1200" b="0" baseline="0" dirty="0">
                        <a:latin typeface="+mn-lt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>
                          <a:latin typeface="+mn-lt"/>
                        </a:rPr>
                        <a:t>Fázově korigovaný PWM</a:t>
                      </a:r>
                      <a:endParaRPr lang="cs-CZ" sz="1200" b="0" baseline="-25000" dirty="0">
                        <a:latin typeface="+mn-lt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</a:t>
                      </a:r>
                      <a:endParaRPr lang="cs-CZ" sz="1200" b="1" dirty="0">
                        <a:latin typeface="Consolas" panose="020B0609020204030204" pitchFamily="49" charset="0"/>
                        <a:ea typeface="Verdana" panose="020B0604030504040204" pitchFamily="34" charset="0"/>
                        <a:cs typeface="Consolas" panose="020B0609020204030204" pitchFamily="49" charset="0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cs-CZ" sz="1200" b="0" dirty="0"/>
                        <a:t>Rychlý PWM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" name="Přímá spojnice se šipkou 4"/>
          <p:cNvCxnSpPr/>
          <p:nvPr/>
        </p:nvCxnSpPr>
        <p:spPr>
          <a:xfrm>
            <a:off x="2555776" y="2636912"/>
            <a:ext cx="115808" cy="432048"/>
          </a:xfrm>
          <a:prstGeom prst="straightConnector1">
            <a:avLst/>
          </a:prstGeom>
          <a:ln w="5715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bdélník 34"/>
          <p:cNvSpPr/>
          <p:nvPr/>
        </p:nvSpPr>
        <p:spPr>
          <a:xfrm>
            <a:off x="7848114" y="1440002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6" name="Obdélník 35"/>
          <p:cNvSpPr/>
          <p:nvPr/>
        </p:nvSpPr>
        <p:spPr>
          <a:xfrm>
            <a:off x="2292077" y="1440002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8" name="Levá složená závorka 37"/>
          <p:cNvSpPr/>
          <p:nvPr/>
        </p:nvSpPr>
        <p:spPr>
          <a:xfrm rot="16200000" flipV="1">
            <a:off x="8256055" y="1940939"/>
            <a:ext cx="252000" cy="1067882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40" name="Přímá spojnice se šipkou 39"/>
          <p:cNvCxnSpPr/>
          <p:nvPr/>
        </p:nvCxnSpPr>
        <p:spPr>
          <a:xfrm flipH="1">
            <a:off x="3111747" y="2600880"/>
            <a:ext cx="5132661" cy="417384"/>
          </a:xfrm>
          <a:prstGeom prst="straightConnector1">
            <a:avLst/>
          </a:prstGeom>
          <a:ln w="5715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evá složená závorka 46"/>
          <p:cNvSpPr/>
          <p:nvPr/>
        </p:nvSpPr>
        <p:spPr>
          <a:xfrm rot="5400000">
            <a:off x="2563584" y="3112326"/>
            <a:ext cx="216000" cy="273332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8" name="TextovéPole 47">
            <a:extLst>
              <a:ext uri="{FF2B5EF4-FFF2-40B4-BE49-F238E27FC236}">
                <a16:creationId xmlns:a16="http://schemas.microsoft.com/office/drawing/2014/main" id="{53FD8BC0-20A7-4581-A939-B88D6337EBB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5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86" grpId="0" animBg="1"/>
      <p:bldP spid="88" grpId="0" animBg="1"/>
      <p:bldP spid="37" grpId="0"/>
      <p:bldP spid="41" grpId="0" animBg="1"/>
      <p:bldP spid="42" grpId="0"/>
      <p:bldP spid="35" grpId="0" animBg="1"/>
      <p:bldP spid="36" grpId="0" animBg="1"/>
      <p:bldP spid="38" grpId="0" animBg="1"/>
      <p:bldP spid="4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Registr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TIFR0</a:t>
            </a:r>
          </a:p>
        </p:txBody>
      </p: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180002" y="1440003"/>
            <a:ext cx="4224146" cy="859883"/>
            <a:chOff x="407" y="2839"/>
            <a:chExt cx="2696" cy="228"/>
          </a:xfrm>
        </p:grpSpPr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OCF0B</a:t>
              </a: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OCF0A</a:t>
              </a: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TOV0</a:t>
              </a:r>
            </a:p>
          </p:txBody>
        </p:sp>
      </p:grp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1800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TIFR0</a:t>
            </a:r>
          </a:p>
        </p:txBody>
      </p:sp>
      <p:cxnSp>
        <p:nvCxnSpPr>
          <p:cNvPr id="293937" name="Pravoúhlá spojnice 293936"/>
          <p:cNvCxnSpPr>
            <a:stCxn id="31" idx="2"/>
            <a:endCxn id="42" idx="1"/>
          </p:cNvCxnSpPr>
          <p:nvPr/>
        </p:nvCxnSpPr>
        <p:spPr>
          <a:xfrm rot="16200000" flipH="1">
            <a:off x="4739418" y="1700606"/>
            <a:ext cx="320512" cy="1519071"/>
          </a:xfrm>
          <a:prstGeom prst="bentConnector2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5659210" y="2266455"/>
            <a:ext cx="3017251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cs-CZ" sz="2000" dirty="0">
                <a:latin typeface="Verdana" pitchFamily="34" charset="0"/>
              </a:rPr>
              <a:t>, došlo</a:t>
            </a:r>
            <a:r>
              <a:rPr lang="cs-CZ" sz="2000" b="0" dirty="0">
                <a:latin typeface="Verdana" pitchFamily="34" charset="0"/>
              </a:rPr>
              <a:t> k </a:t>
            </a:r>
            <a:r>
              <a:rPr lang="cs-CZ" sz="2000" dirty="0">
                <a:latin typeface="Verdana" pitchFamily="34" charset="0"/>
              </a:rPr>
              <a:t>přetečení</a:t>
            </a:r>
            <a:r>
              <a:rPr lang="cs-CZ" sz="2000" b="0" dirty="0">
                <a:latin typeface="Verdana" pitchFamily="34" charset="0"/>
              </a:rPr>
              <a:t> čítače</a:t>
            </a:r>
          </a:p>
        </p:txBody>
      </p:sp>
      <p:cxnSp>
        <p:nvCxnSpPr>
          <p:cNvPr id="44" name="Pravoúhlá spojnice 43"/>
          <p:cNvCxnSpPr>
            <a:stCxn id="30" idx="2"/>
            <a:endCxn id="47" idx="1"/>
          </p:cNvCxnSpPr>
          <p:nvPr/>
        </p:nvCxnSpPr>
        <p:spPr>
          <a:xfrm rot="16200000" flipH="1">
            <a:off x="3976216" y="1935791"/>
            <a:ext cx="1348925" cy="2077114"/>
          </a:xfrm>
          <a:prstGeom prst="bentConnector2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2"/>
          <p:cNvSpPr>
            <a:spLocks noChangeArrowheads="1"/>
          </p:cNvSpPr>
          <p:nvPr/>
        </p:nvSpPr>
        <p:spPr bwMode="auto">
          <a:xfrm>
            <a:off x="5689235" y="3140979"/>
            <a:ext cx="2987227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cs-CZ" sz="2000" dirty="0">
                <a:latin typeface="Verdana" pitchFamily="34" charset="0"/>
              </a:rPr>
              <a:t>, došlo</a:t>
            </a:r>
            <a:r>
              <a:rPr lang="cs-CZ" sz="2000" b="0" dirty="0">
                <a:latin typeface="Verdana" pitchFamily="34" charset="0"/>
              </a:rPr>
              <a:t> ke </a:t>
            </a:r>
            <a:r>
              <a:rPr lang="cs-CZ" sz="2000" dirty="0">
                <a:latin typeface="Verdana" pitchFamily="34" charset="0"/>
              </a:rPr>
              <a:t>shodě</a:t>
            </a:r>
            <a:r>
              <a:rPr lang="cs-CZ" sz="2000" b="0" dirty="0">
                <a:latin typeface="Verdana" pitchFamily="34" charset="0"/>
              </a:rPr>
              <a:t> čítače s komparačním registrem A</a:t>
            </a:r>
          </a:p>
        </p:txBody>
      </p:sp>
      <p:sp>
        <p:nvSpPr>
          <p:cNvPr id="49" name="Rectangle 2"/>
          <p:cNvSpPr>
            <a:spLocks noChangeArrowheads="1"/>
          </p:cNvSpPr>
          <p:nvPr/>
        </p:nvSpPr>
        <p:spPr bwMode="auto">
          <a:xfrm>
            <a:off x="180000" y="3408973"/>
            <a:ext cx="237608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cs-CZ" sz="2000" dirty="0">
                <a:latin typeface="Verdana" pitchFamily="34" charset="0"/>
              </a:rPr>
              <a:t>, došlo</a:t>
            </a:r>
            <a:r>
              <a:rPr lang="cs-CZ" sz="2000" b="0" dirty="0">
                <a:latin typeface="Verdana" pitchFamily="34" charset="0"/>
              </a:rPr>
              <a:t> ke </a:t>
            </a:r>
            <a:r>
              <a:rPr lang="cs-CZ" sz="2000" dirty="0">
                <a:latin typeface="Verdana" pitchFamily="34" charset="0"/>
              </a:rPr>
              <a:t>shodě</a:t>
            </a:r>
            <a:r>
              <a:rPr lang="cs-CZ" sz="2000" b="0" dirty="0">
                <a:latin typeface="Verdana" pitchFamily="34" charset="0"/>
              </a:rPr>
              <a:t> čítače s komparačním registrem B</a:t>
            </a:r>
          </a:p>
        </p:txBody>
      </p:sp>
      <p:cxnSp>
        <p:nvCxnSpPr>
          <p:cNvPr id="55" name="Pravoúhlá spojnice 54"/>
          <p:cNvCxnSpPr>
            <a:stCxn id="29" idx="2"/>
            <a:endCxn id="49" idx="3"/>
          </p:cNvCxnSpPr>
          <p:nvPr/>
        </p:nvCxnSpPr>
        <p:spPr>
          <a:xfrm rot="5400000">
            <a:off x="1934689" y="2921279"/>
            <a:ext cx="1770807" cy="528020"/>
          </a:xfrm>
          <a:prstGeom prst="bentConnector2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4" name="TextovéPole 33">
            <a:extLst>
              <a:ext uri="{FF2B5EF4-FFF2-40B4-BE49-F238E27FC236}">
                <a16:creationId xmlns:a16="http://schemas.microsoft.com/office/drawing/2014/main" id="{817D623B-A3BB-4349-8BE4-AC12FFD8FBA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3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2" grpId="0" animBg="1"/>
      <p:bldP spid="47" grpId="0" animBg="1"/>
      <p:bldP spid="49" grpId="0" animBg="1"/>
      <p:bldP spid="19" grpId="0" animBg="1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Registr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TIMSK0</a:t>
            </a:r>
          </a:p>
        </p:txBody>
      </p: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180002" y="1440003"/>
            <a:ext cx="4224146" cy="859883"/>
            <a:chOff x="407" y="2839"/>
            <a:chExt cx="2696" cy="228"/>
          </a:xfrm>
        </p:grpSpPr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2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OCIE0B</a:t>
              </a: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OCIE0A</a:t>
              </a: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TOIE0</a:t>
              </a:r>
            </a:p>
          </p:txBody>
        </p:sp>
      </p:grp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1800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</a:p>
        </p:txBody>
      </p:sp>
      <p:cxnSp>
        <p:nvCxnSpPr>
          <p:cNvPr id="293937" name="Pravoúhlá spojnice 293936"/>
          <p:cNvCxnSpPr>
            <a:stCxn id="31" idx="2"/>
            <a:endCxn id="42" idx="1"/>
          </p:cNvCxnSpPr>
          <p:nvPr/>
        </p:nvCxnSpPr>
        <p:spPr>
          <a:xfrm rot="16200000" flipH="1">
            <a:off x="4754802" y="1685223"/>
            <a:ext cx="289747" cy="1519072"/>
          </a:xfrm>
          <a:prstGeom prst="bentConnector2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5659211" y="2266467"/>
            <a:ext cx="3233275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cs-CZ" sz="2000" dirty="0">
                <a:latin typeface="Verdana" pitchFamily="34" charset="0"/>
              </a:rPr>
              <a:t> - Povolení</a:t>
            </a:r>
            <a:r>
              <a:rPr lang="cs-CZ" sz="2000" b="0" dirty="0">
                <a:latin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</a:rPr>
              <a:t>přerušení při </a:t>
            </a:r>
            <a:r>
              <a:rPr lang="cs-CZ" sz="1600" dirty="0">
                <a:latin typeface="Verdana" pitchFamily="34" charset="0"/>
              </a:rPr>
              <a:t>přetečení</a:t>
            </a:r>
            <a:r>
              <a:rPr lang="cs-CZ" sz="1600" b="0" dirty="0">
                <a:latin typeface="Verdana" pitchFamily="34" charset="0"/>
              </a:rPr>
              <a:t> čítače</a:t>
            </a:r>
          </a:p>
        </p:txBody>
      </p:sp>
      <p:cxnSp>
        <p:nvCxnSpPr>
          <p:cNvPr id="44" name="Pravoúhlá spojnice 43"/>
          <p:cNvCxnSpPr>
            <a:stCxn id="30" idx="2"/>
            <a:endCxn id="47" idx="1"/>
          </p:cNvCxnSpPr>
          <p:nvPr/>
        </p:nvCxnSpPr>
        <p:spPr>
          <a:xfrm rot="16200000" flipH="1">
            <a:off x="3695097" y="2216910"/>
            <a:ext cx="1933694" cy="2099646"/>
          </a:xfrm>
          <a:prstGeom prst="bentConnector2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2"/>
          <p:cNvSpPr>
            <a:spLocks noChangeArrowheads="1"/>
          </p:cNvSpPr>
          <p:nvPr/>
        </p:nvSpPr>
        <p:spPr bwMode="auto">
          <a:xfrm>
            <a:off x="5711767" y="3802693"/>
            <a:ext cx="3180718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</a:pP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cs-CZ" sz="1800" dirty="0">
                <a:latin typeface="Verdana" pitchFamily="34" charset="0"/>
              </a:rPr>
              <a:t> - Povolení</a:t>
            </a:r>
            <a:r>
              <a:rPr lang="cs-CZ" sz="1800" b="0" dirty="0">
                <a:latin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</a:rPr>
              <a:t>přerušení při </a:t>
            </a:r>
            <a:r>
              <a:rPr lang="cs-CZ" sz="1600" dirty="0">
                <a:latin typeface="Verdana" pitchFamily="34" charset="0"/>
              </a:rPr>
              <a:t>shodě</a:t>
            </a:r>
            <a:r>
              <a:rPr lang="cs-CZ" sz="1600" b="0" dirty="0">
                <a:latin typeface="Verdana" pitchFamily="34" charset="0"/>
              </a:rPr>
              <a:t> čítače s komparačním </a:t>
            </a:r>
            <a:r>
              <a:rPr lang="cs-CZ" sz="1600" dirty="0">
                <a:latin typeface="Verdana" pitchFamily="34" charset="0"/>
              </a:rPr>
              <a:t>registrem A</a:t>
            </a:r>
          </a:p>
        </p:txBody>
      </p:sp>
      <p:sp>
        <p:nvSpPr>
          <p:cNvPr id="49" name="Rectangle 2"/>
          <p:cNvSpPr>
            <a:spLocks noChangeArrowheads="1"/>
          </p:cNvSpPr>
          <p:nvPr/>
        </p:nvSpPr>
        <p:spPr bwMode="auto">
          <a:xfrm>
            <a:off x="180010" y="3408967"/>
            <a:ext cx="2519793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</a:pP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cs-CZ" sz="1800" dirty="0">
                <a:latin typeface="Verdana" pitchFamily="34" charset="0"/>
              </a:rPr>
              <a:t> - Povolení </a:t>
            </a:r>
            <a:r>
              <a:rPr lang="cs-CZ" sz="1600" b="0" dirty="0">
                <a:latin typeface="Verdana" pitchFamily="34" charset="0"/>
              </a:rPr>
              <a:t>přerušení při </a:t>
            </a:r>
            <a:r>
              <a:rPr lang="cs-CZ" sz="1600" dirty="0">
                <a:latin typeface="Verdana" pitchFamily="34" charset="0"/>
              </a:rPr>
              <a:t>shodě</a:t>
            </a:r>
            <a:r>
              <a:rPr lang="cs-CZ" sz="1600" b="0" dirty="0">
                <a:latin typeface="Verdana" pitchFamily="34" charset="0"/>
              </a:rPr>
              <a:t> čítače s komparačním </a:t>
            </a:r>
            <a:r>
              <a:rPr lang="cs-CZ" sz="1600" dirty="0">
                <a:latin typeface="Verdana" pitchFamily="34" charset="0"/>
              </a:rPr>
              <a:t>registrem B</a:t>
            </a:r>
          </a:p>
        </p:txBody>
      </p:sp>
      <p:cxnSp>
        <p:nvCxnSpPr>
          <p:cNvPr id="55" name="Pravoúhlá spojnice 54"/>
          <p:cNvCxnSpPr>
            <a:stCxn id="29" idx="2"/>
            <a:endCxn id="49" idx="3"/>
          </p:cNvCxnSpPr>
          <p:nvPr/>
        </p:nvCxnSpPr>
        <p:spPr>
          <a:xfrm rot="5400000">
            <a:off x="2060414" y="2939276"/>
            <a:ext cx="1663079" cy="384299"/>
          </a:xfrm>
          <a:prstGeom prst="bentConnector2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4" name="TextovéPole 33">
            <a:extLst>
              <a:ext uri="{FF2B5EF4-FFF2-40B4-BE49-F238E27FC236}">
                <a16:creationId xmlns:a16="http://schemas.microsoft.com/office/drawing/2014/main" id="{01303FF1-A3D1-42E5-900C-8DE5FE49ABF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33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2" grpId="0" animBg="1"/>
      <p:bldP spid="47" grpId="0" animBg="1"/>
      <p:bldP spid="49" grpId="0" animBg="1"/>
      <p:bldP spid="19" grpId="0" animBg="1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úkoly</a:t>
            </a:r>
            <a:endParaRPr lang="cs-CZ" sz="3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12" y="1080020"/>
            <a:ext cx="8783993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Jaké vstupy a výstupy (vývod na pouzdro) má</a:t>
            </a:r>
            <a:br>
              <a:rPr lang="cs-CZ" sz="2400" b="0" kern="1200" dirty="0">
                <a:latin typeface="Verdana" pitchFamily="34" charset="0"/>
              </a:rPr>
            </a:br>
            <a:r>
              <a:rPr lang="cs-CZ" sz="2400" kern="1200" dirty="0">
                <a:latin typeface="Consolas" panose="020B0609020204030204" pitchFamily="49" charset="0"/>
              </a:rPr>
              <a:t>TIMER0</a:t>
            </a:r>
            <a:r>
              <a:rPr lang="cs-CZ" sz="2400" b="0" kern="1200" dirty="0">
                <a:latin typeface="Verdana" pitchFamily="34" charset="0"/>
              </a:rPr>
              <a:t>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Jaké události generuje logika řízení </a:t>
            </a:r>
            <a:r>
              <a:rPr lang="cs-CZ" sz="2400" dirty="0">
                <a:latin typeface="Consolas" panose="020B0609020204030204" pitchFamily="49" charset="0"/>
              </a:rPr>
              <a:t>TIMER0?</a:t>
            </a:r>
            <a:endParaRPr lang="cs-CZ" sz="2400" b="0" dirty="0">
              <a:latin typeface="Verdana" pitchFamily="34" charset="0"/>
            </a:endParaRP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Vyjmenujte registry, které řídí </a:t>
            </a:r>
            <a:r>
              <a:rPr lang="cs-CZ" sz="2400" dirty="0">
                <a:latin typeface="Consolas" panose="020B0609020204030204" pitchFamily="49" charset="0"/>
              </a:rPr>
              <a:t>TIMER0</a:t>
            </a:r>
            <a:r>
              <a:rPr lang="cs-CZ" sz="2400" b="0" kern="1200" dirty="0">
                <a:latin typeface="Verdana" pitchFamily="34" charset="0"/>
              </a:rPr>
              <a:t>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 můžeme nastavit vstup impulzů do časovače?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 nastavíme režimy činnosti </a:t>
            </a:r>
            <a:r>
              <a:rPr lang="cs-CZ" sz="2400" dirty="0">
                <a:latin typeface="Consolas" panose="020B0609020204030204" pitchFamily="49" charset="0"/>
              </a:rPr>
              <a:t>TIMER0</a:t>
            </a:r>
            <a:r>
              <a:rPr lang="cs-CZ" sz="2400" b="0" dirty="0">
                <a:latin typeface="Verdana" pitchFamily="34" charset="0"/>
              </a:rPr>
              <a:t> (registry a bity)?  </a:t>
            </a:r>
            <a:endParaRPr lang="cs-CZ" sz="2400" b="0" kern="1200" dirty="0">
              <a:latin typeface="Verdana" pitchFamily="34" charset="0"/>
            </a:endParaRPr>
          </a:p>
        </p:txBody>
      </p:sp>
      <p:sp>
        <p:nvSpPr>
          <p:cNvPr id="2" name="TextovéPole 1"/>
          <p:cNvSpPr txBox="1"/>
          <p:nvPr/>
        </p:nvSpPr>
        <p:spPr>
          <a:xfrm>
            <a:off x="8172402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282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Normální režim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TIMER0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B3604AA2-C77E-496A-BF0D-525F4D486B4A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6DC996ED-7AF6-45BE-8A82-2BFE7A3FE6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080000"/>
            <a:ext cx="847826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0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4"/>
            <a:ext cx="8784000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Popis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Čítá </a:t>
            </a:r>
            <a:r>
              <a:rPr lang="cs-CZ" dirty="0">
                <a:latin typeface="Verdana" pitchFamily="34" charset="0"/>
              </a:rPr>
              <a:t>vpřed</a:t>
            </a:r>
            <a:r>
              <a:rPr lang="cs-CZ" b="0" dirty="0">
                <a:latin typeface="Verdana" pitchFamily="34" charset="0"/>
              </a:rPr>
              <a:t> od 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0 do 255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MAX=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255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BOTTOM=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(můžeme změnit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přednastavením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Událost </a:t>
            </a:r>
            <a:r>
              <a:rPr lang="cs-CZ" dirty="0">
                <a:latin typeface="Verdana" pitchFamily="34" charset="0"/>
              </a:rPr>
              <a:t>přetečení</a:t>
            </a:r>
            <a:r>
              <a:rPr lang="cs-CZ" b="0" dirty="0">
                <a:latin typeface="Verdana" pitchFamily="34" charset="0"/>
              </a:rPr>
              <a:t> nastane při přechodu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255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  <a:sym typeface="Wingdings"/>
              </a:rPr>
              <a:t>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Trvání jednoho kroku pro frekvenci </a:t>
            </a:r>
            <a:r>
              <a:rPr lang="cs-CZ" b="0" dirty="0" err="1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cs-CZ" b="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osc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=16MHz</a:t>
            </a:r>
            <a:r>
              <a:rPr lang="cs-CZ" b="0" dirty="0">
                <a:latin typeface="Verdana" pitchFamily="34" charset="0"/>
              </a:rPr>
              <a:t> je </a:t>
            </a:r>
            <a:br>
              <a:rPr lang="cs-CZ" b="0" dirty="0">
                <a:latin typeface="Verdana" pitchFamily="34" charset="0"/>
              </a:rPr>
            </a:b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T=1/16000000=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62,5ns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Normální režim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n-ea"/>
                <a:cs typeface="+mn-cs"/>
              </a:rPr>
              <a:t>Timer0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88CE54E4-0E85-4EE6-A3DE-EE2A093B99C1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01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Režim CTC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TIMER0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E1F1AE9D-BEFC-492B-9002-F2C4E3BCAEAF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F2A8FCE1-537C-4366-91F4-3385F48084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080000"/>
            <a:ext cx="847826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2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Popis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Čítá </a:t>
            </a:r>
            <a:r>
              <a:rPr lang="cs-CZ" dirty="0">
                <a:latin typeface="Verdana" pitchFamily="34" charset="0"/>
              </a:rPr>
              <a:t>vpřed</a:t>
            </a:r>
            <a:r>
              <a:rPr lang="cs-CZ" b="0" dirty="0">
                <a:latin typeface="Verdana" pitchFamily="34" charset="0"/>
              </a:rPr>
              <a:t> od 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0 do 255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MAX=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(komparační registr A) </a:t>
            </a:r>
            <a:br>
              <a:rPr lang="cs-CZ" b="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BOTTOM=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Událost </a:t>
            </a:r>
            <a:r>
              <a:rPr lang="cs-CZ" dirty="0">
                <a:latin typeface="Verdana" pitchFamily="34" charset="0"/>
              </a:rPr>
              <a:t>čítač=komparační registr A </a:t>
            </a:r>
            <a:r>
              <a:rPr lang="cs-CZ" b="0" dirty="0">
                <a:latin typeface="Verdana" pitchFamily="34" charset="0"/>
              </a:rPr>
              <a:t>nastane při dosažení hodnoty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Výstup</a:t>
            </a:r>
            <a:r>
              <a:rPr lang="cs-CZ" b="0" dirty="0">
                <a:latin typeface="Verdana" pitchFamily="34" charset="0"/>
              </a:rPr>
              <a:t> – generování signálu proměnné frekvence se střídou 1:1 na výstupu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OC0A,B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Režim CTC </a:t>
            </a: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TIMER0</a:t>
            </a:r>
            <a:endParaRPr lang="cs-CZ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5D02BDD7-7301-46E6-9E2B-DB899054353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71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Rychlý režim PWM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TIMER0</a:t>
            </a:r>
          </a:p>
        </p:txBody>
      </p:sp>
      <p:pic>
        <p:nvPicPr>
          <p:cNvPr id="2050" name="Picture 2" descr="D:\lj\prezentace\MIT\AVR\Časovač\Timer0_AVRmega644-rezimy_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0" y="1080006"/>
            <a:ext cx="8460000" cy="531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4151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Popis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Čítá </a:t>
            </a:r>
            <a:r>
              <a:rPr lang="cs-CZ" dirty="0">
                <a:latin typeface="Verdana" pitchFamily="34" charset="0"/>
              </a:rPr>
              <a:t>vpřed</a:t>
            </a:r>
            <a:r>
              <a:rPr lang="cs-CZ" b="0" dirty="0">
                <a:latin typeface="Verdana" pitchFamily="34" charset="0"/>
              </a:rPr>
              <a:t> od 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0 - 255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MAX=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255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BOTTOM=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Událost </a:t>
            </a:r>
            <a:r>
              <a:rPr lang="cs-CZ" dirty="0">
                <a:latin typeface="Verdana" pitchFamily="34" charset="0"/>
              </a:rPr>
              <a:t>čítač=komparační registr A </a:t>
            </a:r>
            <a:r>
              <a:rPr lang="cs-CZ" b="0" dirty="0">
                <a:latin typeface="Verdana" pitchFamily="34" charset="0"/>
              </a:rPr>
              <a:t>nastane při dosažení hodnoty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Výstup</a:t>
            </a:r>
            <a:r>
              <a:rPr lang="cs-CZ" b="0" dirty="0">
                <a:latin typeface="Verdana" pitchFamily="34" charset="0"/>
              </a:rPr>
              <a:t> – generování signálu konstantní  frekvence s </a:t>
            </a:r>
            <a:r>
              <a:rPr lang="cs-CZ" dirty="0">
                <a:latin typeface="Verdana" pitchFamily="34" charset="0"/>
              </a:rPr>
              <a:t>proměnnou střídou (PWM)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Režim PWM </a:t>
            </a: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TIMER0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78657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úkoly</a:t>
            </a:r>
            <a:endParaRPr lang="cs-CZ" sz="3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12" y="1080021"/>
            <a:ext cx="8783993" cy="498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Normální režim: jakým směrem čítá, na jaké hodnotě začíná čítání, na jaké hodnotě končí.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kapacitu má časovač 0?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Kdy nastane událost přetečení čítače?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Vypočítejte za jak dlouho nastane přetečení čítače 0 při nastavení děliče na 1024 a frekvenci 10MHz.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Režim CTC: jakým směrem čítá, na jaké hodnotě začíná čítání, na jaké hodnotě končí.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Jaká událost nastane při dosažení vrcholu čítání (CTC)?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Režim CTC: na jaké hodnotě pokračuje čítání po dosažení shody s komparačním registrem?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2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409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307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  <a:hlinkClick r:id="rId3" action="ppaction://hlinksldjump"/>
              </a:rPr>
              <a:t>Nastavení režimu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  <a:hlinkClick r:id="rId4" action="ppaction://hlinksldjump"/>
              </a:rPr>
              <a:t>Nastavení zdroje impulzu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  <a:hlinkClick r:id="rId5" action="ppaction://hlinksldjump"/>
              </a:rPr>
              <a:t>Čtení obsahu čítače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  <a:hlinkClick r:id="rId6" action="ppaction://hlinksldjump"/>
              </a:rPr>
              <a:t>Testování přetečení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  <a:hlinkClick r:id="rId7" action="ppaction://hlinksldjump"/>
              </a:rPr>
              <a:t>Nulování příznaku přetečení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  <a:hlinkClick r:id="rId8" action="ppaction://hlinksldjump"/>
              </a:rPr>
              <a:t>Zastavení čítače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6"/>
            <a:ext cx="867599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Základní operace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TIMER0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9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010781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režimu</a:t>
            </a: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 C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4293108"/>
            <a:ext cx="7062019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WGM02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0&lt;&lt;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WGM00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Nastavte </a:t>
            </a:r>
            <a:r>
              <a:rPr lang="cs-CZ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normální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režim</a:t>
            </a:r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4680005" y="2348846"/>
            <a:ext cx="4224146" cy="859883"/>
            <a:chOff x="407" y="2839"/>
            <a:chExt cx="2696" cy="228"/>
          </a:xfrm>
        </p:grpSpPr>
        <p:sp>
          <p:nvSpPr>
            <p:cNvPr id="1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15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16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17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20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21" name="Group 41"/>
          <p:cNvGrpSpPr>
            <a:grpSpLocks/>
          </p:cNvGrpSpPr>
          <p:nvPr/>
        </p:nvGrpSpPr>
        <p:grpSpPr bwMode="auto">
          <a:xfrm>
            <a:off x="180002" y="2348846"/>
            <a:ext cx="4224146" cy="859883"/>
            <a:chOff x="407" y="2839"/>
            <a:chExt cx="2696" cy="228"/>
          </a:xfrm>
        </p:grpSpPr>
        <p:sp>
          <p:nvSpPr>
            <p:cNvPr id="2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23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24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27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28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29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30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31" name="Text Box 71"/>
          <p:cNvSpPr txBox="1">
            <a:spLocks noChangeArrowheads="1"/>
          </p:cNvSpPr>
          <p:nvPr/>
        </p:nvSpPr>
        <p:spPr bwMode="auto">
          <a:xfrm>
            <a:off x="46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33" name="Obdélník 32"/>
          <p:cNvSpPr/>
          <p:nvPr/>
        </p:nvSpPr>
        <p:spPr>
          <a:xfrm>
            <a:off x="7848114" y="2348842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4" name="Obdélník 33"/>
          <p:cNvSpPr/>
          <p:nvPr/>
        </p:nvSpPr>
        <p:spPr>
          <a:xfrm>
            <a:off x="2292077" y="2348842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36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3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4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45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5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6" name="Tlačítko akce: Vlastní 5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7" name="Tlačítko akce: Vlastní 5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8" name="Tlačítko akce: Vlastní 5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9" name="TextovéPole 58">
            <a:extLst>
              <a:ext uri="{FF2B5EF4-FFF2-40B4-BE49-F238E27FC236}">
                <a16:creationId xmlns:a16="http://schemas.microsoft.com/office/drawing/2014/main" id="{810C46C0-69D3-4520-A750-44B5723476BE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38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0" grpId="0"/>
      <p:bldP spid="31" grpId="0"/>
      <p:bldP spid="33" grpId="0" animBg="1"/>
      <p:bldP spid="34" grpId="0" animBg="1"/>
      <p:bldP spid="35" grpId="0" animBg="1"/>
      <p:bldP spid="54" grpId="0" animBg="1"/>
      <p:bldP spid="5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12" y="4293108"/>
            <a:ext cx="7062019" cy="2058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&lt;&lt;WGM02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R16,0&lt;&lt;WGM01|0&lt;&lt;WGM00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Nastavte </a:t>
            </a:r>
            <a:r>
              <a:rPr lang="cs-CZ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normální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režim</a:t>
            </a:r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4680005" y="2348846"/>
            <a:ext cx="4224146" cy="859883"/>
            <a:chOff x="407" y="2839"/>
            <a:chExt cx="2696" cy="228"/>
          </a:xfrm>
        </p:grpSpPr>
        <p:sp>
          <p:nvSpPr>
            <p:cNvPr id="1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15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16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17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20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21" name="Group 41"/>
          <p:cNvGrpSpPr>
            <a:grpSpLocks/>
          </p:cNvGrpSpPr>
          <p:nvPr/>
        </p:nvGrpSpPr>
        <p:grpSpPr bwMode="auto">
          <a:xfrm>
            <a:off x="180002" y="2348846"/>
            <a:ext cx="4224146" cy="859883"/>
            <a:chOff x="407" y="2839"/>
            <a:chExt cx="2696" cy="228"/>
          </a:xfrm>
        </p:grpSpPr>
        <p:sp>
          <p:nvSpPr>
            <p:cNvPr id="2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23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24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27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28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29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30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31" name="Text Box 71"/>
          <p:cNvSpPr txBox="1">
            <a:spLocks noChangeArrowheads="1"/>
          </p:cNvSpPr>
          <p:nvPr/>
        </p:nvSpPr>
        <p:spPr bwMode="auto">
          <a:xfrm>
            <a:off x="46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33" name="Obdélník 32"/>
          <p:cNvSpPr/>
          <p:nvPr/>
        </p:nvSpPr>
        <p:spPr>
          <a:xfrm>
            <a:off x="7848114" y="2348842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4" name="Obdélník 33"/>
          <p:cNvSpPr/>
          <p:nvPr/>
        </p:nvSpPr>
        <p:spPr>
          <a:xfrm>
            <a:off x="2292077" y="2348842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36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3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4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45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5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6" name="Tlačítko akce: Vlastní 5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7" name="Tlačítko akce: Vlastní 5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8" name="Tlačítko akce: Vlastní 5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6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Nastavení režimu 1 - ASM</a:t>
            </a:r>
          </a:p>
        </p:txBody>
      </p:sp>
    </p:spTree>
    <p:extLst>
      <p:ext uri="{BB962C8B-B14F-4D97-AF65-F5344CB8AC3E}">
        <p14:creationId xmlns:p14="http://schemas.microsoft.com/office/powerpoint/2010/main" val="75991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0" grpId="0"/>
      <p:bldP spid="31" grpId="0"/>
      <p:bldP spid="33" grpId="0" animBg="1"/>
      <p:bldP spid="34" grpId="0" animBg="1"/>
      <p:bldP spid="35" grpId="0" animBg="1"/>
      <p:bldP spid="54" grpId="0" animBg="1"/>
      <p:bldP spid="5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režimu</a:t>
            </a: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2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- C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Nastavte režim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CTC</a:t>
            </a:r>
            <a:endParaRPr lang="cs-CZ" sz="20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2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7" name="Obdélník 56"/>
          <p:cNvSpPr/>
          <p:nvPr/>
        </p:nvSpPr>
        <p:spPr>
          <a:xfrm>
            <a:off x="360012" y="4293108"/>
            <a:ext cx="7062019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WGM02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WGM00</a:t>
            </a:r>
          </a:p>
        </p:txBody>
      </p:sp>
      <p:grpSp>
        <p:nvGrpSpPr>
          <p:cNvPr id="58" name="Group 41"/>
          <p:cNvGrpSpPr>
            <a:grpSpLocks/>
          </p:cNvGrpSpPr>
          <p:nvPr/>
        </p:nvGrpSpPr>
        <p:grpSpPr bwMode="auto">
          <a:xfrm>
            <a:off x="4680005" y="2348846"/>
            <a:ext cx="4224146" cy="859883"/>
            <a:chOff x="407" y="2839"/>
            <a:chExt cx="2696" cy="228"/>
          </a:xfrm>
        </p:grpSpPr>
        <p:sp>
          <p:nvSpPr>
            <p:cNvPr id="59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61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62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63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6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7" name="Group 41"/>
          <p:cNvGrpSpPr>
            <a:grpSpLocks/>
          </p:cNvGrpSpPr>
          <p:nvPr/>
        </p:nvGrpSpPr>
        <p:grpSpPr bwMode="auto">
          <a:xfrm>
            <a:off x="180002" y="2348846"/>
            <a:ext cx="4224146" cy="859883"/>
            <a:chOff x="407" y="2839"/>
            <a:chExt cx="2696" cy="228"/>
          </a:xfrm>
        </p:grpSpPr>
        <p:sp>
          <p:nvSpPr>
            <p:cNvPr id="6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7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7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6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7" name="Text Box 71"/>
          <p:cNvSpPr txBox="1">
            <a:spLocks noChangeArrowheads="1"/>
          </p:cNvSpPr>
          <p:nvPr/>
        </p:nvSpPr>
        <p:spPr bwMode="auto">
          <a:xfrm>
            <a:off x="46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9" name="Obdélník 78"/>
          <p:cNvSpPr/>
          <p:nvPr/>
        </p:nvSpPr>
        <p:spPr>
          <a:xfrm>
            <a:off x="7848114" y="2348842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0" name="Obdélník 79"/>
          <p:cNvSpPr/>
          <p:nvPr/>
        </p:nvSpPr>
        <p:spPr>
          <a:xfrm>
            <a:off x="2292077" y="2348842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81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5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6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7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89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90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2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4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5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6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7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8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TextovéPole 51">
            <a:extLst>
              <a:ext uri="{FF2B5EF4-FFF2-40B4-BE49-F238E27FC236}">
                <a16:creationId xmlns:a16="http://schemas.microsoft.com/office/drawing/2014/main" id="{32F30C04-A585-4DD4-878D-DDA7A17ED5D5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46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57" grpId="0" animBg="1"/>
      <p:bldP spid="76" grpId="0"/>
      <p:bldP spid="77" grpId="0"/>
      <p:bldP spid="79" grpId="0" animBg="1"/>
      <p:bldP spid="80" grpId="0" animBg="1"/>
      <p:bldP spid="47" grpId="0" animBg="1"/>
      <p:bldP spid="4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/>
          <p:cNvSpPr/>
          <p:nvPr/>
        </p:nvSpPr>
        <p:spPr>
          <a:xfrm>
            <a:off x="360000" y="1080000"/>
            <a:ext cx="4068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Nastavte režim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CTC</a:t>
            </a:r>
            <a:endParaRPr lang="cs-CZ" sz="20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2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7" name="Obdélník 56"/>
          <p:cNvSpPr/>
          <p:nvPr/>
        </p:nvSpPr>
        <p:spPr>
          <a:xfrm>
            <a:off x="360012" y="4293108"/>
            <a:ext cx="7062019" cy="2058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&lt;&lt;WGM02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&lt;&lt;WGM01|0&lt;&lt;WGM00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</p:txBody>
      </p:sp>
      <p:grpSp>
        <p:nvGrpSpPr>
          <p:cNvPr id="58" name="Group 41"/>
          <p:cNvGrpSpPr>
            <a:grpSpLocks/>
          </p:cNvGrpSpPr>
          <p:nvPr/>
        </p:nvGrpSpPr>
        <p:grpSpPr bwMode="auto">
          <a:xfrm>
            <a:off x="4680005" y="2348846"/>
            <a:ext cx="4224146" cy="859883"/>
            <a:chOff x="407" y="2839"/>
            <a:chExt cx="2696" cy="228"/>
          </a:xfrm>
        </p:grpSpPr>
        <p:sp>
          <p:nvSpPr>
            <p:cNvPr id="59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61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62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63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6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7" name="Group 41"/>
          <p:cNvGrpSpPr>
            <a:grpSpLocks/>
          </p:cNvGrpSpPr>
          <p:nvPr/>
        </p:nvGrpSpPr>
        <p:grpSpPr bwMode="auto">
          <a:xfrm>
            <a:off x="180002" y="2348846"/>
            <a:ext cx="4224146" cy="859883"/>
            <a:chOff x="407" y="2839"/>
            <a:chExt cx="2696" cy="228"/>
          </a:xfrm>
        </p:grpSpPr>
        <p:sp>
          <p:nvSpPr>
            <p:cNvPr id="6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7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7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6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7" name="Text Box 71"/>
          <p:cNvSpPr txBox="1">
            <a:spLocks noChangeArrowheads="1"/>
          </p:cNvSpPr>
          <p:nvPr/>
        </p:nvSpPr>
        <p:spPr bwMode="auto">
          <a:xfrm>
            <a:off x="46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9" name="Obdélník 78"/>
          <p:cNvSpPr/>
          <p:nvPr/>
        </p:nvSpPr>
        <p:spPr>
          <a:xfrm>
            <a:off x="7848114" y="2348842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0" name="Obdélník 79"/>
          <p:cNvSpPr/>
          <p:nvPr/>
        </p:nvSpPr>
        <p:spPr>
          <a:xfrm>
            <a:off x="2292077" y="2348842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81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5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6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7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89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90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2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4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5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6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7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8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Nastavení režimu 2 - ASM</a:t>
            </a:r>
          </a:p>
        </p:txBody>
      </p:sp>
    </p:spTree>
    <p:extLst>
      <p:ext uri="{BB962C8B-B14F-4D97-AF65-F5344CB8AC3E}">
        <p14:creationId xmlns:p14="http://schemas.microsoft.com/office/powerpoint/2010/main" val="242930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57" grpId="0" animBg="1"/>
      <p:bldP spid="76" grpId="0"/>
      <p:bldP spid="77" grpId="0"/>
      <p:bldP spid="79" grpId="0" animBg="1"/>
      <p:bldP spid="80" grpId="0" animBg="1"/>
      <p:bldP spid="47" grpId="0" animBg="1"/>
      <p:bldP spid="4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zdroje impulzů - C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4293108"/>
            <a:ext cx="7062019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TCCR0B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60000" y="1080012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Nastavte zdroj impulzů: </a:t>
            </a:r>
            <a:r>
              <a:rPr lang="cs-CZ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vnitřní dělený 1024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3</a:t>
            </a:r>
          </a:p>
        </p:txBody>
      </p:sp>
      <p:grpSp>
        <p:nvGrpSpPr>
          <p:cNvPr id="54" name="Group 41"/>
          <p:cNvGrpSpPr>
            <a:grpSpLocks/>
          </p:cNvGrpSpPr>
          <p:nvPr/>
        </p:nvGrpSpPr>
        <p:grpSpPr bwMode="auto">
          <a:xfrm>
            <a:off x="4680005" y="2348846"/>
            <a:ext cx="4224146" cy="859883"/>
            <a:chOff x="407" y="2839"/>
            <a:chExt cx="2696" cy="228"/>
          </a:xfrm>
        </p:grpSpPr>
        <p:sp>
          <p:nvSpPr>
            <p:cNvPr id="5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3" name="Group 41"/>
          <p:cNvGrpSpPr>
            <a:grpSpLocks/>
          </p:cNvGrpSpPr>
          <p:nvPr/>
        </p:nvGrpSpPr>
        <p:grpSpPr bwMode="auto">
          <a:xfrm>
            <a:off x="180002" y="2348846"/>
            <a:ext cx="4224146" cy="859883"/>
            <a:chOff x="407" y="2839"/>
            <a:chExt cx="2696" cy="228"/>
          </a:xfrm>
        </p:grpSpPr>
        <p:sp>
          <p:nvSpPr>
            <p:cNvPr id="6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6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2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auto">
          <a:xfrm>
            <a:off x="46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4" name="Obdélník 73"/>
          <p:cNvSpPr/>
          <p:nvPr/>
        </p:nvSpPr>
        <p:spPr>
          <a:xfrm>
            <a:off x="2808251" y="2348843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77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7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6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9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TextovéPole 51">
            <a:extLst>
              <a:ext uri="{FF2B5EF4-FFF2-40B4-BE49-F238E27FC236}">
                <a16:creationId xmlns:a16="http://schemas.microsoft.com/office/drawing/2014/main" id="{56301DCB-34D3-4593-9821-AB391BCF259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69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72" grpId="0"/>
      <p:bldP spid="73" grpId="0"/>
      <p:bldP spid="74" grpId="0" animBg="1"/>
      <p:bldP spid="47" grpId="0" animBg="1"/>
      <p:bldP spid="4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12" y="4293108"/>
            <a:ext cx="7062019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CS01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CS00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12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Nastavte zdroj impulzů: </a:t>
            </a:r>
            <a:r>
              <a:rPr lang="cs-CZ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vnitřní dělený 1024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3</a:t>
            </a:r>
          </a:p>
        </p:txBody>
      </p:sp>
      <p:grpSp>
        <p:nvGrpSpPr>
          <p:cNvPr id="54" name="Group 41"/>
          <p:cNvGrpSpPr>
            <a:grpSpLocks/>
          </p:cNvGrpSpPr>
          <p:nvPr/>
        </p:nvGrpSpPr>
        <p:grpSpPr bwMode="auto">
          <a:xfrm>
            <a:off x="4680005" y="2348846"/>
            <a:ext cx="4224146" cy="859883"/>
            <a:chOff x="407" y="2839"/>
            <a:chExt cx="2696" cy="228"/>
          </a:xfrm>
        </p:grpSpPr>
        <p:sp>
          <p:nvSpPr>
            <p:cNvPr id="5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3" name="Group 41"/>
          <p:cNvGrpSpPr>
            <a:grpSpLocks/>
          </p:cNvGrpSpPr>
          <p:nvPr/>
        </p:nvGrpSpPr>
        <p:grpSpPr bwMode="auto">
          <a:xfrm>
            <a:off x="180002" y="2348846"/>
            <a:ext cx="4224146" cy="859883"/>
            <a:chOff x="407" y="2839"/>
            <a:chExt cx="2696" cy="228"/>
          </a:xfrm>
        </p:grpSpPr>
        <p:sp>
          <p:nvSpPr>
            <p:cNvPr id="6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6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2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auto">
          <a:xfrm>
            <a:off x="46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4" name="Obdélník 73"/>
          <p:cNvSpPr/>
          <p:nvPr/>
        </p:nvSpPr>
        <p:spPr>
          <a:xfrm>
            <a:off x="2808251" y="2348843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77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7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6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9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Nastavení zdroje impulzů - ASM</a:t>
            </a:r>
          </a:p>
        </p:txBody>
      </p:sp>
    </p:spTree>
    <p:extLst>
      <p:ext uri="{BB962C8B-B14F-4D97-AF65-F5344CB8AC3E}">
        <p14:creationId xmlns:p14="http://schemas.microsoft.com/office/powerpoint/2010/main" val="92673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72" grpId="0"/>
      <p:bldP spid="73" grpId="0"/>
      <p:bldP spid="74" grpId="0" animBg="1"/>
      <p:bldP spid="47" grpId="0" animBg="1"/>
      <p:bldP spid="4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Čtení obsahu čítače - C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3068971"/>
            <a:ext cx="7062019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TCNT0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60000" y="1080012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Zobrazte obsah čítače 0 na portu F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FB973909-935C-4E60-89B8-C9B36959F713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78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6" grpId="0" animBg="1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12" y="3068971"/>
            <a:ext cx="7062019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TCNT0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12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Zobrazte obsah čítače 0 na portu F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Čtení obsahu čítače - ASM</a:t>
            </a:r>
          </a:p>
        </p:txBody>
      </p:sp>
    </p:spTree>
    <p:extLst>
      <p:ext uri="{BB962C8B-B14F-4D97-AF65-F5344CB8AC3E}">
        <p14:creationId xmlns:p14="http://schemas.microsoft.com/office/powerpoint/2010/main" val="289477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6" grpId="0" animBg="1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Zastavení čítače - C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4293108"/>
            <a:ext cx="7062019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Zastavte čítač 0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5</a:t>
            </a:r>
          </a:p>
        </p:txBody>
      </p:sp>
      <p:grpSp>
        <p:nvGrpSpPr>
          <p:cNvPr id="54" name="Group 41"/>
          <p:cNvGrpSpPr>
            <a:grpSpLocks/>
          </p:cNvGrpSpPr>
          <p:nvPr/>
        </p:nvGrpSpPr>
        <p:grpSpPr bwMode="auto">
          <a:xfrm>
            <a:off x="4680005" y="2348846"/>
            <a:ext cx="4224146" cy="859883"/>
            <a:chOff x="407" y="2839"/>
            <a:chExt cx="2696" cy="228"/>
          </a:xfrm>
        </p:grpSpPr>
        <p:sp>
          <p:nvSpPr>
            <p:cNvPr id="5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3" name="Group 41"/>
          <p:cNvGrpSpPr>
            <a:grpSpLocks/>
          </p:cNvGrpSpPr>
          <p:nvPr/>
        </p:nvGrpSpPr>
        <p:grpSpPr bwMode="auto">
          <a:xfrm>
            <a:off x="180002" y="2348846"/>
            <a:ext cx="4224146" cy="859883"/>
            <a:chOff x="407" y="2839"/>
            <a:chExt cx="2696" cy="228"/>
          </a:xfrm>
        </p:grpSpPr>
        <p:sp>
          <p:nvSpPr>
            <p:cNvPr id="6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6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2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auto">
          <a:xfrm>
            <a:off x="46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4" name="Obdélník 73"/>
          <p:cNvSpPr/>
          <p:nvPr/>
        </p:nvSpPr>
        <p:spPr>
          <a:xfrm>
            <a:off x="2808251" y="2348843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5" name="Obdélník 74"/>
          <p:cNvSpPr/>
          <p:nvPr/>
        </p:nvSpPr>
        <p:spPr>
          <a:xfrm>
            <a:off x="7848114" y="2348842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6" name="Obdélník 75"/>
          <p:cNvSpPr/>
          <p:nvPr/>
        </p:nvSpPr>
        <p:spPr>
          <a:xfrm>
            <a:off x="2292077" y="2348842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77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7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6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TextovéPole 51">
            <a:extLst>
              <a:ext uri="{FF2B5EF4-FFF2-40B4-BE49-F238E27FC236}">
                <a16:creationId xmlns:a16="http://schemas.microsoft.com/office/drawing/2014/main" id="{D328250C-1C0A-4994-968B-A8632A6E5467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69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72" grpId="0"/>
      <p:bldP spid="73" grpId="0"/>
      <p:bldP spid="74" grpId="0" animBg="1"/>
      <p:bldP spid="75" grpId="0" animBg="1"/>
      <p:bldP spid="76" grpId="0" animBg="1"/>
      <p:bldP spid="47" grpId="0" animBg="1"/>
      <p:bldP spid="4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12" y="4293108"/>
            <a:ext cx="7062019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CS00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Zastavte čítač 0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5</a:t>
            </a:r>
          </a:p>
        </p:txBody>
      </p:sp>
      <p:grpSp>
        <p:nvGrpSpPr>
          <p:cNvPr id="54" name="Group 41"/>
          <p:cNvGrpSpPr>
            <a:grpSpLocks/>
          </p:cNvGrpSpPr>
          <p:nvPr/>
        </p:nvGrpSpPr>
        <p:grpSpPr bwMode="auto">
          <a:xfrm>
            <a:off x="4680005" y="2348846"/>
            <a:ext cx="4224146" cy="859883"/>
            <a:chOff x="407" y="2839"/>
            <a:chExt cx="2696" cy="228"/>
          </a:xfrm>
        </p:grpSpPr>
        <p:sp>
          <p:nvSpPr>
            <p:cNvPr id="5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3" name="Group 41"/>
          <p:cNvGrpSpPr>
            <a:grpSpLocks/>
          </p:cNvGrpSpPr>
          <p:nvPr/>
        </p:nvGrpSpPr>
        <p:grpSpPr bwMode="auto">
          <a:xfrm>
            <a:off x="180002" y="2348846"/>
            <a:ext cx="4224146" cy="859883"/>
            <a:chOff x="407" y="2839"/>
            <a:chExt cx="2696" cy="228"/>
          </a:xfrm>
        </p:grpSpPr>
        <p:sp>
          <p:nvSpPr>
            <p:cNvPr id="6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6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2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auto">
          <a:xfrm>
            <a:off x="46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4" name="Obdélník 73"/>
          <p:cNvSpPr/>
          <p:nvPr/>
        </p:nvSpPr>
        <p:spPr>
          <a:xfrm>
            <a:off x="2808251" y="2348843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5" name="Obdélník 74"/>
          <p:cNvSpPr/>
          <p:nvPr/>
        </p:nvSpPr>
        <p:spPr>
          <a:xfrm>
            <a:off x="7848114" y="2348842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6" name="Obdélník 75"/>
          <p:cNvSpPr/>
          <p:nvPr/>
        </p:nvSpPr>
        <p:spPr>
          <a:xfrm>
            <a:off x="2292077" y="2348842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77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7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6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Zastavení čítače - ASM</a:t>
            </a:r>
          </a:p>
        </p:txBody>
      </p:sp>
    </p:spTree>
    <p:extLst>
      <p:ext uri="{BB962C8B-B14F-4D97-AF65-F5344CB8AC3E}">
        <p14:creationId xmlns:p14="http://schemas.microsoft.com/office/powerpoint/2010/main" val="303931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72" grpId="0"/>
      <p:bldP spid="73" grpId="0"/>
      <p:bldP spid="74" grpId="0" animBg="1"/>
      <p:bldP spid="75" grpId="0" animBg="1"/>
      <p:bldP spid="76" grpId="0" animBg="1"/>
      <p:bldP spid="47" grpId="0" animBg="1"/>
      <p:bldP spid="4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Přednastavení čítače - C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3068971"/>
            <a:ext cx="7062019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TCNT0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=256-100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59999" y="1080012"/>
            <a:ext cx="7062031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Přednastavte čítač0 tak, aby po 100 impulzech nastalo přetečení (TIMER0 – 8bitů)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71A00C5-620D-47F6-9DC7-CE069FFCEE7A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91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6" grpId="0" animBg="1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12" y="3068971"/>
            <a:ext cx="7062019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</a:rPr>
              <a:t>256-1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TCNT0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59999" y="1080012"/>
            <a:ext cx="7062031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Přednastavte čítač0 tak, aby po 100 impulzech nastalo přetečení (TIMER0 – 8bitů)</a:t>
            </a:r>
            <a:endParaRPr lang="cs-CZ" sz="20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Přednastavení čítače - ASM</a:t>
            </a:r>
          </a:p>
        </p:txBody>
      </p:sp>
    </p:spTree>
    <p:extLst>
      <p:ext uri="{BB962C8B-B14F-4D97-AF65-F5344CB8AC3E}">
        <p14:creationId xmlns:p14="http://schemas.microsoft.com/office/powerpoint/2010/main" val="349983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6" grpId="0" animBg="1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Obslužný program přetečení - C</a:t>
            </a:r>
          </a:p>
        </p:txBody>
      </p:sp>
      <p:sp>
        <p:nvSpPr>
          <p:cNvPr id="9" name="Obdélník 8"/>
          <p:cNvSpPr/>
          <p:nvPr/>
        </p:nvSpPr>
        <p:spPr>
          <a:xfrm>
            <a:off x="4644008" y="1973988"/>
            <a:ext cx="4355997" cy="427494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avr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interrupt.h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eaLnBrk="1" hangingPunct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main(void)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=1&lt;&lt;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TOIE0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sei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while(1)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obsluzny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program</a:t>
            </a:r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ISR(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TIMER0_OVF_vect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59999" y="1080012"/>
            <a:ext cx="7560005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Naprogramujte přerušení přetečení časovače 0 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7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180002" y="1988803"/>
            <a:ext cx="4224146" cy="859883"/>
            <a:chOff x="407" y="2839"/>
            <a:chExt cx="2696" cy="228"/>
          </a:xfrm>
        </p:grpSpPr>
        <p:sp>
          <p:nvSpPr>
            <p:cNvPr id="1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2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OCIE0B</a:t>
              </a:r>
            </a:p>
          </p:txBody>
        </p:sp>
        <p:sp>
          <p:nvSpPr>
            <p:cNvPr id="2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OCIE0A</a:t>
              </a:r>
            </a:p>
          </p:txBody>
        </p:sp>
        <p:sp>
          <p:nvSpPr>
            <p:cNvPr id="2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TOIE0</a:t>
              </a:r>
            </a:p>
          </p:txBody>
        </p:sp>
      </p:grpSp>
      <p:sp>
        <p:nvSpPr>
          <p:cNvPr id="23" name="Text Box 71"/>
          <p:cNvSpPr txBox="1">
            <a:spLocks noChangeArrowheads="1"/>
          </p:cNvSpPr>
          <p:nvPr/>
        </p:nvSpPr>
        <p:spPr bwMode="auto">
          <a:xfrm>
            <a:off x="180000" y="16288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</a:p>
        </p:txBody>
      </p:sp>
      <p:grpSp>
        <p:nvGrpSpPr>
          <p:cNvPr id="24" name="Group 41"/>
          <p:cNvGrpSpPr>
            <a:grpSpLocks/>
          </p:cNvGrpSpPr>
          <p:nvPr/>
        </p:nvGrpSpPr>
        <p:grpSpPr bwMode="auto">
          <a:xfrm>
            <a:off x="179512" y="2924945"/>
            <a:ext cx="4224146" cy="648072"/>
            <a:chOff x="407" y="2839"/>
            <a:chExt cx="2696" cy="228"/>
          </a:xfrm>
          <a:solidFill>
            <a:schemeClr val="bg1"/>
          </a:solidFill>
        </p:grpSpPr>
        <p:sp>
          <p:nvSpPr>
            <p:cNvPr id="2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33" name="TextovéPole 32">
            <a:extLst>
              <a:ext uri="{FF2B5EF4-FFF2-40B4-BE49-F238E27FC236}">
                <a16:creationId xmlns:a16="http://schemas.microsoft.com/office/drawing/2014/main" id="{54EA2A64-9AE9-4806-A1F5-16376F799FCB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20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6" grpId="0" animBg="1"/>
      <p:bldP spid="7" grpId="0"/>
      <p:bldP spid="2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Přerušení</a:t>
            </a:r>
          </a:p>
        </p:txBody>
      </p:sp>
      <p:sp>
        <p:nvSpPr>
          <p:cNvPr id="9" name="Obdélník 8"/>
          <p:cNvSpPr/>
          <p:nvPr/>
        </p:nvSpPr>
        <p:spPr>
          <a:xfrm>
            <a:off x="4644008" y="1973988"/>
            <a:ext cx="4355997" cy="279761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=1&lt;&lt;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OCIE0A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ISR(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TIMER0_COMPA_vect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/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=1&lt;&lt;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OCIE0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ISR(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TIMER0_COMPB_vect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59999" y="1080012"/>
            <a:ext cx="7560005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Ostatní přerušení 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5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>
                <a:solidFill>
                  <a:schemeClr val="bg1"/>
                </a:solidFill>
                <a:latin typeface="Arial"/>
              </a:rPr>
              <a:t>8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180002" y="1988803"/>
            <a:ext cx="4224146" cy="859883"/>
            <a:chOff x="407" y="2839"/>
            <a:chExt cx="2696" cy="228"/>
          </a:xfrm>
        </p:grpSpPr>
        <p:sp>
          <p:nvSpPr>
            <p:cNvPr id="1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2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OCIE0B</a:t>
              </a:r>
            </a:p>
          </p:txBody>
        </p:sp>
        <p:sp>
          <p:nvSpPr>
            <p:cNvPr id="2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OCIE0A</a:t>
              </a:r>
            </a:p>
          </p:txBody>
        </p:sp>
        <p:sp>
          <p:nvSpPr>
            <p:cNvPr id="2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TOIE0</a:t>
              </a:r>
            </a:p>
          </p:txBody>
        </p:sp>
      </p:grpSp>
      <p:sp>
        <p:nvSpPr>
          <p:cNvPr id="23" name="Text Box 71"/>
          <p:cNvSpPr txBox="1">
            <a:spLocks noChangeArrowheads="1"/>
          </p:cNvSpPr>
          <p:nvPr/>
        </p:nvSpPr>
        <p:spPr bwMode="auto">
          <a:xfrm>
            <a:off x="180000" y="16288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</a:p>
        </p:txBody>
      </p:sp>
      <p:grpSp>
        <p:nvGrpSpPr>
          <p:cNvPr id="24" name="Group 41"/>
          <p:cNvGrpSpPr>
            <a:grpSpLocks/>
          </p:cNvGrpSpPr>
          <p:nvPr/>
        </p:nvGrpSpPr>
        <p:grpSpPr bwMode="auto">
          <a:xfrm>
            <a:off x="179512" y="2924945"/>
            <a:ext cx="4224146" cy="648072"/>
            <a:chOff x="407" y="2839"/>
            <a:chExt cx="2696" cy="228"/>
          </a:xfrm>
          <a:solidFill>
            <a:schemeClr val="bg1"/>
          </a:solidFill>
        </p:grpSpPr>
        <p:sp>
          <p:nvSpPr>
            <p:cNvPr id="2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562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6" grpId="0" animBg="1"/>
      <p:bldP spid="7" grpId="0"/>
      <p:bldP spid="2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Testování přetečení čítače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3476863"/>
            <a:ext cx="7062019" cy="242828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CEKEJ: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TIFR0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TOV0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;Skoč, když TOV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RJMP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CEKEJ</a:t>
            </a: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60000" y="1080012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Pokud je bit TOV0=0 tak čekej, jinak pokračuj dále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5</a:t>
            </a:r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180002" y="2425107"/>
            <a:ext cx="4224146" cy="859883"/>
            <a:chOff x="407" y="2839"/>
            <a:chExt cx="2696" cy="228"/>
          </a:xfrm>
        </p:grpSpPr>
        <p:sp>
          <p:nvSpPr>
            <p:cNvPr id="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OCF0B</a:t>
              </a:r>
            </a:p>
          </p:txBody>
        </p:sp>
        <p:sp>
          <p:nvSpPr>
            <p:cNvPr id="16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OCF0A</a:t>
              </a:r>
            </a:p>
          </p:txBody>
        </p:sp>
        <p:sp>
          <p:nvSpPr>
            <p:cNvPr id="17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TOV0</a:t>
              </a:r>
            </a:p>
          </p:txBody>
        </p:sp>
      </p:grpSp>
      <p:sp>
        <p:nvSpPr>
          <p:cNvPr id="18" name="Text Box 71"/>
          <p:cNvSpPr txBox="1">
            <a:spLocks noChangeArrowheads="1"/>
          </p:cNvSpPr>
          <p:nvPr/>
        </p:nvSpPr>
        <p:spPr bwMode="auto">
          <a:xfrm>
            <a:off x="180000" y="2065101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TIFR0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2A8674B7-B406-4EC3-95A6-56D4B765A34C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77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18" grpId="0"/>
      <p:bldP spid="19" grpId="0" animBg="1"/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Nulování přetečení čítače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3476863"/>
            <a:ext cx="7062019" cy="242828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CEKEJ: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TIFR0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,~(1&lt;&lt;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TOV0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cs-CZ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TIFR0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  <a:endParaRPr lang="cs-CZ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60000" y="1080012"/>
            <a:ext cx="57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TOV0=0, příznak se nuluje pouze spustí-li se přerušení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6</a:t>
            </a:r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180002" y="2425107"/>
            <a:ext cx="4224146" cy="859883"/>
            <a:chOff x="407" y="2839"/>
            <a:chExt cx="2696" cy="228"/>
          </a:xfrm>
        </p:grpSpPr>
        <p:sp>
          <p:nvSpPr>
            <p:cNvPr id="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OCF0B</a:t>
              </a:r>
            </a:p>
          </p:txBody>
        </p:sp>
        <p:sp>
          <p:nvSpPr>
            <p:cNvPr id="16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OCF0A</a:t>
              </a:r>
            </a:p>
          </p:txBody>
        </p:sp>
        <p:sp>
          <p:nvSpPr>
            <p:cNvPr id="17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TOV0</a:t>
              </a:r>
            </a:p>
          </p:txBody>
        </p:sp>
      </p:grpSp>
      <p:sp>
        <p:nvSpPr>
          <p:cNvPr id="18" name="Text Box 71"/>
          <p:cNvSpPr txBox="1">
            <a:spLocks noChangeArrowheads="1"/>
          </p:cNvSpPr>
          <p:nvPr/>
        </p:nvSpPr>
        <p:spPr bwMode="auto">
          <a:xfrm>
            <a:off x="180000" y="2065101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TIFR0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69806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18" grpId="0"/>
      <p:bldP spid="19" grpId="0" animBg="1"/>
      <p:bldP spid="2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Znázornění funkce čítače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12"/>
            <a:ext cx="8460472" cy="11414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Znázorněte graficky Normální režim, čítající pomocí přednastavení 100 impulzů. V následujícím čítání změní na 50 impulzů.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71A441B5-75AA-43BE-8B8D-86FBE29E039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28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6" grpId="0" animBg="1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Přerušení – přetečení časovače 0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12"/>
            <a:ext cx="8460472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Naprogramujte přetečení časovače 0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400992" y="1080012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10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180002" y="2281085"/>
            <a:ext cx="4224146" cy="859883"/>
            <a:chOff x="407" y="2839"/>
            <a:chExt cx="2696" cy="228"/>
          </a:xfrm>
        </p:grpSpPr>
        <p:sp>
          <p:nvSpPr>
            <p:cNvPr id="1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1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400" dirty="0">
                <a:latin typeface="Arial Black" pitchFamily="34" charset="0"/>
              </a:endParaRPr>
            </a:p>
          </p:txBody>
        </p:sp>
        <p:sp>
          <p:nvSpPr>
            <p:cNvPr id="2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OCIE0B</a:t>
              </a:r>
            </a:p>
          </p:txBody>
        </p:sp>
        <p:sp>
          <p:nvSpPr>
            <p:cNvPr id="2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OCIE0A</a:t>
              </a:r>
            </a:p>
          </p:txBody>
        </p:sp>
        <p:sp>
          <p:nvSpPr>
            <p:cNvPr id="2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TOIE0</a:t>
              </a:r>
            </a:p>
          </p:txBody>
        </p:sp>
      </p:grpSp>
      <p:sp>
        <p:nvSpPr>
          <p:cNvPr id="23" name="Text Box 71"/>
          <p:cNvSpPr txBox="1">
            <a:spLocks noChangeArrowheads="1"/>
          </p:cNvSpPr>
          <p:nvPr/>
        </p:nvSpPr>
        <p:spPr bwMode="auto">
          <a:xfrm>
            <a:off x="180000" y="1921082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</a:p>
        </p:txBody>
      </p:sp>
    </p:spTree>
    <p:extLst>
      <p:ext uri="{BB962C8B-B14F-4D97-AF65-F5344CB8AC3E}">
        <p14:creationId xmlns:p14="http://schemas.microsoft.com/office/powerpoint/2010/main" val="274819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6" grpId="0" animBg="1"/>
      <p:bldP spid="7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úkoly</a:t>
            </a:r>
            <a:endParaRPr lang="cs-CZ" sz="3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12" y="1080022"/>
            <a:ext cx="878399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Jak nastavíme normální režim časovače 0?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 zastavíme časovač 0?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Jak nastavíme zdroj impulzů </a:t>
            </a:r>
            <a:r>
              <a:rPr lang="cs-CZ" sz="2400" b="0" kern="1200" dirty="0" err="1">
                <a:latin typeface="Verdana" pitchFamily="34" charset="0"/>
              </a:rPr>
              <a:t>fosc</a:t>
            </a:r>
            <a:r>
              <a:rPr lang="cs-CZ" sz="2400" b="0" kern="1200" dirty="0">
                <a:latin typeface="Verdana" pitchFamily="34" charset="0"/>
              </a:rPr>
              <a:t>/8?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 zjistíme přetečení časovače 0?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</a:t>
            </a:r>
            <a:r>
              <a:rPr lang="cs-CZ" sz="2400" b="0" dirty="0">
                <a:latin typeface="Verdana" pitchFamily="34" charset="0"/>
              </a:rPr>
              <a:t>k zkrátíme čítání časovače 0 v normálním režimu?</a:t>
            </a:r>
            <a:endParaRPr lang="cs-CZ" sz="2400" b="0" kern="1200" dirty="0">
              <a:latin typeface="Verdana" pitchFamily="34" charset="0"/>
            </a:endParaRPr>
          </a:p>
        </p:txBody>
      </p:sp>
      <p:sp>
        <p:nvSpPr>
          <p:cNvPr id="2" name="TextovéPole 1"/>
          <p:cNvSpPr txBox="1"/>
          <p:nvPr/>
        </p:nvSpPr>
        <p:spPr>
          <a:xfrm>
            <a:off x="8172402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80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Výpočet s časovačem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315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Frekvence oscilátoru </a:t>
            </a:r>
            <a:r>
              <a:rPr lang="cs-CZ" b="0" dirty="0">
                <a:latin typeface="Verdana" pitchFamily="34" charset="0"/>
              </a:rPr>
              <a:t>(16MHz)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Kapacita čítače </a:t>
            </a:r>
          </a:p>
          <a:p>
            <a:pPr marL="961200" lvl="1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dirty="0">
                <a:solidFill>
                  <a:srgbClr val="FF0000"/>
                </a:solidFill>
                <a:latin typeface="Verdana" pitchFamily="34" charset="0"/>
              </a:rPr>
              <a:t>Timer 0,2</a:t>
            </a:r>
            <a:r>
              <a:rPr lang="cs-CZ" b="0" dirty="0">
                <a:latin typeface="Verdana" pitchFamily="34" charset="0"/>
              </a:rPr>
              <a:t> (8 bitů) – </a:t>
            </a:r>
            <a:r>
              <a:rPr lang="en-US" b="0" dirty="0">
                <a:latin typeface="Verdana" pitchFamily="34" charset="0"/>
              </a:rPr>
              <a:t>2</a:t>
            </a:r>
            <a:r>
              <a:rPr lang="en-US" b="0" baseline="30000" dirty="0">
                <a:latin typeface="Verdana" pitchFamily="34" charset="0"/>
              </a:rPr>
              <a:t>8</a:t>
            </a:r>
            <a:r>
              <a:rPr lang="en-US" b="0" dirty="0">
                <a:latin typeface="Verdana" pitchFamily="34" charset="0"/>
              </a:rPr>
              <a:t>=</a:t>
            </a:r>
            <a:r>
              <a:rPr lang="cs-CZ" b="0" dirty="0">
                <a:latin typeface="Verdana" pitchFamily="34" charset="0"/>
              </a:rPr>
              <a:t>256</a:t>
            </a:r>
          </a:p>
          <a:p>
            <a:pPr marL="961200" lvl="1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dirty="0">
                <a:solidFill>
                  <a:srgbClr val="FF0000"/>
                </a:solidFill>
                <a:latin typeface="Verdana" pitchFamily="34" charset="0"/>
              </a:rPr>
              <a:t>Timer 1,3</a:t>
            </a:r>
            <a:r>
              <a:rPr lang="cs-CZ" b="0" dirty="0">
                <a:latin typeface="Verdana" pitchFamily="34" charset="0"/>
              </a:rPr>
              <a:t> (16 bitů) –  </a:t>
            </a:r>
            <a:r>
              <a:rPr lang="en-US" b="0" dirty="0">
                <a:latin typeface="Verdana" pitchFamily="34" charset="0"/>
              </a:rPr>
              <a:t>2</a:t>
            </a:r>
            <a:r>
              <a:rPr lang="en-US" b="0" baseline="30000" dirty="0">
                <a:latin typeface="Verdana" pitchFamily="34" charset="0"/>
              </a:rPr>
              <a:t>16</a:t>
            </a:r>
            <a:r>
              <a:rPr lang="en-US" b="0" dirty="0">
                <a:latin typeface="Verdana" pitchFamily="34" charset="0"/>
              </a:rPr>
              <a:t>=</a:t>
            </a:r>
            <a:r>
              <a:rPr lang="cs-CZ" b="0" dirty="0">
                <a:latin typeface="Verdana" pitchFamily="34" charset="0"/>
              </a:rPr>
              <a:t>65536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Dělící poměr zdroje impulzů</a:t>
            </a:r>
          </a:p>
          <a:p>
            <a:pPr lvl="1">
              <a:spcAft>
                <a:spcPts val="6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DP=</a:t>
            </a:r>
            <a:r>
              <a:rPr lang="en-US" b="0" dirty="0">
                <a:latin typeface="Verdana" pitchFamily="34" charset="0"/>
              </a:rPr>
              <a:t>{1,8,64,256,1024}</a:t>
            </a:r>
            <a:endParaRPr lang="cs-CZ" b="0" dirty="0"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02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532476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Zadání</a:t>
            </a: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b="0" dirty="0">
                <a:latin typeface="Verdana" pitchFamily="34" charset="0"/>
              </a:rPr>
              <a:t>Vypočítejte jaké </a:t>
            </a:r>
            <a:r>
              <a:rPr lang="cs-CZ" sz="2000" dirty="0">
                <a:latin typeface="Verdana" pitchFamily="34" charset="0"/>
              </a:rPr>
              <a:t>maximální</a:t>
            </a:r>
            <a:r>
              <a:rPr lang="cs-CZ" sz="2000" b="0" dirty="0">
                <a:latin typeface="Verdana" pitchFamily="34" charset="0"/>
              </a:rPr>
              <a:t> zpoždění vytvoříme časovačem 0 (8), </a:t>
            </a:r>
            <a:r>
              <a:rPr lang="cs-CZ" sz="2000" dirty="0">
                <a:latin typeface="Verdana" pitchFamily="34" charset="0"/>
              </a:rPr>
              <a:t>frekvence</a:t>
            </a:r>
            <a:r>
              <a:rPr lang="cs-CZ" sz="2000" b="0" dirty="0">
                <a:latin typeface="Verdana" pitchFamily="34" charset="0"/>
              </a:rPr>
              <a:t> hodin je </a:t>
            </a:r>
            <a:r>
              <a:rPr lang="cs-CZ" sz="2000" dirty="0">
                <a:latin typeface="Verdana" pitchFamily="34" charset="0"/>
              </a:rPr>
              <a:t>10MHz</a:t>
            </a:r>
            <a:r>
              <a:rPr lang="cs-CZ" sz="2000" b="0" dirty="0">
                <a:latin typeface="Verdana" pitchFamily="34" charset="0"/>
              </a:rPr>
              <a:t>, </a:t>
            </a:r>
            <a:r>
              <a:rPr lang="cs-CZ" sz="2000" dirty="0">
                <a:latin typeface="Verdana" pitchFamily="34" charset="0"/>
              </a:rPr>
              <a:t>dělící poměr </a:t>
            </a:r>
            <a:r>
              <a:rPr lang="cs-CZ" sz="2000" b="0" dirty="0">
                <a:latin typeface="Verdana" pitchFamily="34" charset="0"/>
              </a:rPr>
              <a:t>je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0" dirty="0">
                <a:latin typeface="Verdana" pitchFamily="34" charset="0"/>
              </a:rPr>
              <a:t>nastaven na </a:t>
            </a:r>
            <a:r>
              <a:rPr lang="cs-CZ" sz="2000" dirty="0">
                <a:latin typeface="Verdana" pitchFamily="34" charset="0"/>
              </a:rPr>
              <a:t>1024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2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:\lj\prezentace\MIT\AVR\Časovač\priklady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1080000"/>
            <a:ext cx="4464000" cy="54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 1</a:t>
            </a: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/>
        </p:nvGraphicFramePr>
        <p:xfrm>
          <a:off x="5400000" y="1080000"/>
          <a:ext cx="274320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444240" imgH="177480" progId="Equation.3">
                  <p:embed/>
                </p:oleObj>
              </mc:Choice>
              <mc:Fallback>
                <p:oleObj name="Rovnice" r:id="rId4" imgW="444240" imgH="177480" progId="Equation.3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000" y="1080000"/>
                        <a:ext cx="2743200" cy="1096962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kt 11"/>
          <p:cNvGraphicFramePr>
            <a:graphicFrameLocks noChangeAspect="1"/>
          </p:cNvGraphicFramePr>
          <p:nvPr/>
        </p:nvGraphicFramePr>
        <p:xfrm>
          <a:off x="5400000" y="2340000"/>
          <a:ext cx="1456997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457200" imgH="317160" progId="Equation.3">
                  <p:embed/>
                </p:oleObj>
              </mc:Choice>
              <mc:Fallback>
                <p:oleObj name="Rovnice" r:id="rId6" imgW="457200" imgH="317160" progId="Equation.3">
                  <p:embed/>
                  <p:pic>
                    <p:nvPicPr>
                      <p:cNvPr id="12" name="Objek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000" y="2340000"/>
                        <a:ext cx="1456997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5112000" y="3348000"/>
            <a:ext cx="4032000" cy="2769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T0</a:t>
            </a:r>
            <a:r>
              <a:rPr lang="cs-CZ" sz="1600" dirty="0">
                <a:latin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</a:rPr>
              <a:t>– je perioda jednoho impulzu odvozeného z </a:t>
            </a:r>
            <a:r>
              <a:rPr lang="cs-CZ" sz="1600" b="0" dirty="0" err="1">
                <a:latin typeface="Verdana" pitchFamily="34" charset="0"/>
              </a:rPr>
              <a:t>f</a:t>
            </a:r>
            <a:r>
              <a:rPr lang="cs-CZ" sz="1600" b="0" baseline="-25000" dirty="0" err="1">
                <a:latin typeface="Verdana" pitchFamily="34" charset="0"/>
              </a:rPr>
              <a:t>osc</a:t>
            </a:r>
            <a:endParaRPr lang="cs-CZ" sz="1600" b="0" dirty="0">
              <a:latin typeface="Verdana" pitchFamily="34" charset="0"/>
            </a:endParaRPr>
          </a:p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</a:rPr>
              <a:t>– je počet načítaných impulzů, po načtení posledního nastane přetečení časovače</a:t>
            </a:r>
          </a:p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cs-CZ" sz="1600" b="0" dirty="0">
                <a:latin typeface="Verdana" pitchFamily="34" charset="0"/>
              </a:rPr>
              <a:t> – celková doba mezi přerušeními</a:t>
            </a:r>
          </a:p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cs-CZ" sz="1600" b="0" dirty="0">
                <a:latin typeface="Verdana" pitchFamily="34" charset="0"/>
              </a:rPr>
              <a:t> – dělící poměr děličky frekvence  oscilátoru</a:t>
            </a: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8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 1</a:t>
            </a: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/>
        </p:nvGraphicFramePr>
        <p:xfrm>
          <a:off x="720000" y="1080000"/>
          <a:ext cx="4320000" cy="1520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901440" imgH="317160" progId="Equation.3">
                  <p:embed/>
                </p:oleObj>
              </mc:Choice>
              <mc:Fallback>
                <p:oleObj name="Rovnice" r:id="rId4" imgW="901440" imgH="317160" progId="Equation.3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00" y="1080000"/>
                        <a:ext cx="4320000" cy="1520502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kt 16"/>
          <p:cNvGraphicFramePr>
            <a:graphicFrameLocks noChangeAspect="1"/>
          </p:cNvGraphicFramePr>
          <p:nvPr/>
        </p:nvGraphicFramePr>
        <p:xfrm>
          <a:off x="719999" y="2880000"/>
          <a:ext cx="6120000" cy="3122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790640" imgH="914400" progId="Equation.3">
                  <p:embed/>
                </p:oleObj>
              </mc:Choice>
              <mc:Fallback>
                <p:oleObj name="Rovnice" r:id="rId6" imgW="1790640" imgH="914400" progId="Equation.3">
                  <p:embed/>
                  <p:pic>
                    <p:nvPicPr>
                      <p:cNvPr id="17" name="Objek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999" y="2880000"/>
                        <a:ext cx="6120000" cy="3122635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061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Zadání</a:t>
            </a: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b="0" dirty="0">
                <a:latin typeface="Verdana" pitchFamily="34" charset="0"/>
              </a:rPr>
              <a:t>Vypočítejte </a:t>
            </a:r>
            <a:r>
              <a:rPr lang="cs-CZ" sz="2000" dirty="0">
                <a:latin typeface="Verdana" pitchFamily="34" charset="0"/>
              </a:rPr>
              <a:t>přednastavení</a:t>
            </a:r>
            <a:r>
              <a:rPr lang="cs-CZ" sz="2000" b="0" dirty="0">
                <a:latin typeface="Verdana" pitchFamily="34" charset="0"/>
              </a:rPr>
              <a:t> časovače 0 (8), aby časové zpoždění bylo </a:t>
            </a:r>
            <a:r>
              <a:rPr lang="cs-CZ" sz="2000" dirty="0">
                <a:latin typeface="Verdana" pitchFamily="34" charset="0"/>
              </a:rPr>
              <a:t>20 ms</a:t>
            </a:r>
            <a:r>
              <a:rPr lang="cs-CZ" sz="2000" b="0" dirty="0">
                <a:latin typeface="Verdana" pitchFamily="34" charset="0"/>
              </a:rPr>
              <a:t>. Frekvence hodin je </a:t>
            </a:r>
            <a:r>
              <a:rPr lang="cs-CZ" sz="2000" dirty="0">
                <a:latin typeface="Verdana" pitchFamily="34" charset="0"/>
              </a:rPr>
              <a:t>10MHz</a:t>
            </a:r>
            <a:r>
              <a:rPr lang="cs-CZ" sz="2000" b="0" dirty="0">
                <a:latin typeface="Verdana" pitchFamily="34" charset="0"/>
              </a:rPr>
              <a:t>, </a:t>
            </a:r>
            <a:r>
              <a:rPr lang="cs-CZ" sz="2000" dirty="0">
                <a:latin typeface="Verdana" pitchFamily="34" charset="0"/>
              </a:rPr>
              <a:t>dělící poměr </a:t>
            </a:r>
            <a:r>
              <a:rPr lang="cs-CZ" sz="2000" b="0" dirty="0">
                <a:latin typeface="Verdana" pitchFamily="34" charset="0"/>
              </a:rPr>
              <a:t>je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en-US" sz="2000" b="0" dirty="0">
                <a:latin typeface="Verdana" pitchFamily="34" charset="0"/>
              </a:rPr>
              <a:t>{1, 8, </a:t>
            </a:r>
            <a:r>
              <a:rPr lang="cs-CZ" sz="2000" b="0" dirty="0">
                <a:latin typeface="Verdana" pitchFamily="34" charset="0"/>
              </a:rPr>
              <a:t>64</a:t>
            </a:r>
            <a:r>
              <a:rPr lang="en-US" sz="2000" b="0" dirty="0">
                <a:latin typeface="Verdana" pitchFamily="34" charset="0"/>
              </a:rPr>
              <a:t>, 256, 1024}</a:t>
            </a:r>
            <a:endParaRPr lang="cs-CZ" sz="2000" b="0" dirty="0"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79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 2</a:t>
            </a: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1240"/>
              </p:ext>
            </p:extLst>
          </p:nvPr>
        </p:nvGraphicFramePr>
        <p:xfrm>
          <a:off x="720000" y="1080000"/>
          <a:ext cx="4320000" cy="1520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317160" progId="Equation.DSMT4">
                  <p:embed/>
                </p:oleObj>
              </mc:Choice>
              <mc:Fallback>
                <p:oleObj name="Equation" r:id="rId4" imgW="901440" imgH="317160" progId="Equation.DSMT4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00" y="1080000"/>
                        <a:ext cx="4320000" cy="1520502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kt 9"/>
          <p:cNvGraphicFramePr>
            <a:graphicFrameLocks noChangeAspect="1"/>
          </p:cNvGraphicFramePr>
          <p:nvPr/>
        </p:nvGraphicFramePr>
        <p:xfrm>
          <a:off x="5256001" y="1080000"/>
          <a:ext cx="2844391" cy="148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558720" imgH="291960" progId="Equation.3">
                  <p:embed/>
                </p:oleObj>
              </mc:Choice>
              <mc:Fallback>
                <p:oleObj name="Rovnice" r:id="rId6" imgW="558720" imgH="291960" progId="Equation.3">
                  <p:embed/>
                  <p:pic>
                    <p:nvPicPr>
                      <p:cNvPr id="10" name="Objek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001" y="1080000"/>
                        <a:ext cx="2844391" cy="1486304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k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478479"/>
              </p:ext>
            </p:extLst>
          </p:nvPr>
        </p:nvGraphicFramePr>
        <p:xfrm>
          <a:off x="768724" y="2730285"/>
          <a:ext cx="3130082" cy="35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1574640" progId="Equation.DSMT4">
                  <p:embed/>
                </p:oleObj>
              </mc:Choice>
              <mc:Fallback>
                <p:oleObj name="Equation" r:id="rId8" imgW="1396800" imgH="1574640" progId="Equation.DSMT4">
                  <p:embed/>
                  <p:pic>
                    <p:nvPicPr>
                      <p:cNvPr id="18" name="Objek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724" y="2730285"/>
                        <a:ext cx="3130082" cy="352800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aoblený obdélníkový popisek 3"/>
          <p:cNvSpPr/>
          <p:nvPr/>
        </p:nvSpPr>
        <p:spPr>
          <a:xfrm>
            <a:off x="4499992" y="3861048"/>
            <a:ext cx="3600400" cy="1152128"/>
          </a:xfrm>
          <a:prstGeom prst="wedgeRoundRectCallout">
            <a:avLst>
              <a:gd name="adj1" fmla="val -67012"/>
              <a:gd name="adj2" fmla="val 128855"/>
              <a:gd name="adj3" fmla="val 166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6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Volíme N z intervalu celých čísel 0-255. Pokud číslo není celé, čas T nebude přesný.</a:t>
            </a:r>
          </a:p>
        </p:txBody>
      </p:sp>
    </p:spTree>
    <p:extLst>
      <p:ext uri="{BB962C8B-B14F-4D97-AF65-F5344CB8AC3E}">
        <p14:creationId xmlns:p14="http://schemas.microsoft.com/office/powerpoint/2010/main" val="398305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latin typeface="Verdana" pitchFamily="34" charset="0"/>
              </a:rPr>
              <a:t>Zadání</a:t>
            </a: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b="0" dirty="0">
                <a:latin typeface="Verdana" pitchFamily="34" charset="0"/>
              </a:rPr>
              <a:t>Vypočítejte jaké </a:t>
            </a:r>
            <a:r>
              <a:rPr lang="cs-CZ" sz="2000" dirty="0">
                <a:latin typeface="Verdana" pitchFamily="34" charset="0"/>
              </a:rPr>
              <a:t>maximální</a:t>
            </a:r>
            <a:r>
              <a:rPr lang="cs-CZ" sz="2000" b="0" dirty="0">
                <a:latin typeface="Verdana" pitchFamily="34" charset="0"/>
              </a:rPr>
              <a:t> zpoždění vytvoříme časovačem 1 (16), </a:t>
            </a:r>
            <a:r>
              <a:rPr lang="cs-CZ" sz="2000" dirty="0">
                <a:latin typeface="Verdana" pitchFamily="34" charset="0"/>
              </a:rPr>
              <a:t>frekvence</a:t>
            </a:r>
            <a:r>
              <a:rPr lang="cs-CZ" sz="2000" b="0" dirty="0">
                <a:latin typeface="Verdana" pitchFamily="34" charset="0"/>
              </a:rPr>
              <a:t> hodin je </a:t>
            </a:r>
            <a:r>
              <a:rPr lang="cs-CZ" sz="2000" dirty="0">
                <a:latin typeface="Verdana" pitchFamily="34" charset="0"/>
              </a:rPr>
              <a:t>10MHz</a:t>
            </a:r>
            <a:r>
              <a:rPr lang="cs-CZ" sz="2000" b="0" dirty="0">
                <a:latin typeface="Verdana" pitchFamily="34" charset="0"/>
              </a:rPr>
              <a:t>, </a:t>
            </a:r>
            <a:r>
              <a:rPr lang="cs-CZ" sz="2000" dirty="0">
                <a:latin typeface="Verdana" pitchFamily="34" charset="0"/>
              </a:rPr>
              <a:t>dělící poměr </a:t>
            </a:r>
            <a:r>
              <a:rPr lang="cs-CZ" sz="2000" b="0" dirty="0">
                <a:latin typeface="Verdana" pitchFamily="34" charset="0"/>
              </a:rPr>
              <a:t>je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0" dirty="0">
                <a:latin typeface="Verdana" pitchFamily="34" charset="0"/>
              </a:rPr>
              <a:t>nastaven na </a:t>
            </a:r>
            <a:r>
              <a:rPr lang="cs-CZ" sz="2000" dirty="0">
                <a:latin typeface="Verdana" pitchFamily="34" charset="0"/>
              </a:rPr>
              <a:t>1024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60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 3</a:t>
            </a: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/>
        </p:nvGraphicFramePr>
        <p:xfrm>
          <a:off x="720000" y="1080000"/>
          <a:ext cx="4320000" cy="1520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901440" imgH="317160" progId="Equation.3">
                  <p:embed/>
                </p:oleObj>
              </mc:Choice>
              <mc:Fallback>
                <p:oleObj name="Rovnice" r:id="rId4" imgW="901440" imgH="317160" progId="Equation.3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00" y="1080000"/>
                        <a:ext cx="4320000" cy="1520502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kt 16"/>
          <p:cNvGraphicFramePr>
            <a:graphicFrameLocks noChangeAspect="1"/>
          </p:cNvGraphicFramePr>
          <p:nvPr/>
        </p:nvGraphicFramePr>
        <p:xfrm>
          <a:off x="1544638" y="2879725"/>
          <a:ext cx="4470400" cy="312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307880" imgH="914400" progId="Equation.3">
                  <p:embed/>
                </p:oleObj>
              </mc:Choice>
              <mc:Fallback>
                <p:oleObj name="Rovnice" r:id="rId6" imgW="1307880" imgH="914400" progId="Equation.3">
                  <p:embed/>
                  <p:pic>
                    <p:nvPicPr>
                      <p:cNvPr id="17" name="Objek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638" y="2879725"/>
                        <a:ext cx="4470400" cy="3122613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00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Aplikace časovače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902462767"/>
              </p:ext>
            </p:extLst>
          </p:nvPr>
        </p:nvGraphicFramePr>
        <p:xfrm>
          <a:off x="360000" y="1080000"/>
          <a:ext cx="8460000" cy="5106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865931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Periodický průběh - normální režim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solidFill>
                  <a:srgbClr val="C00000"/>
                </a:solidFill>
                <a:latin typeface="Verdana" pitchFamily="34" charset="0"/>
              </a:rPr>
              <a:t>Zadání</a:t>
            </a:r>
            <a:r>
              <a:rPr lang="cs-CZ" b="0" dirty="0">
                <a:latin typeface="Verdana" pitchFamily="34" charset="0"/>
              </a:rPr>
              <a:t> – generujte na </a:t>
            </a:r>
            <a:r>
              <a:rPr lang="cs-CZ" dirty="0">
                <a:latin typeface="Verdana" pitchFamily="34" charset="0"/>
              </a:rPr>
              <a:t>libovolném</a:t>
            </a:r>
            <a:r>
              <a:rPr lang="cs-CZ" b="0" dirty="0">
                <a:latin typeface="Verdana" pitchFamily="34" charset="0"/>
              </a:rPr>
              <a:t> portu (PORTF) periodický průběh (1:1) o frekvenci 1kHz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solidFill>
                  <a:srgbClr val="C00000"/>
                </a:solidFill>
                <a:latin typeface="Verdana" pitchFamily="34" charset="0"/>
              </a:rPr>
              <a:t>Řešení</a:t>
            </a:r>
            <a:r>
              <a:rPr lang="cs-CZ" b="0" dirty="0">
                <a:latin typeface="Verdana" pitchFamily="34" charset="0"/>
              </a:rPr>
              <a:t> – pomocí časovače vytvoříme časové zpoždění, po uplynutí zpoždění invertujeme hodnotu na zvoleném portu (PORTF), </a:t>
            </a:r>
            <a:r>
              <a:rPr lang="cs-CZ" dirty="0">
                <a:latin typeface="Verdana" pitchFamily="34" charset="0"/>
              </a:rPr>
              <a:t>přednastavením</a:t>
            </a:r>
            <a:r>
              <a:rPr lang="cs-CZ" b="0" dirty="0">
                <a:latin typeface="Verdana" pitchFamily="34" charset="0"/>
              </a:rPr>
              <a:t> budeme </a:t>
            </a:r>
            <a:r>
              <a:rPr lang="cs-CZ" dirty="0">
                <a:latin typeface="Verdana" pitchFamily="34" charset="0"/>
              </a:rPr>
              <a:t>zkracovat</a:t>
            </a:r>
            <a:r>
              <a:rPr lang="cs-CZ" b="0" dirty="0">
                <a:latin typeface="Verdana" pitchFamily="34" charset="0"/>
              </a:rPr>
              <a:t> cyklus časovače0.</a:t>
            </a:r>
            <a:br>
              <a:rPr lang="cs-CZ" b="0" dirty="0">
                <a:latin typeface="Verdana" pitchFamily="34" charset="0"/>
              </a:rPr>
            </a:br>
            <a:r>
              <a:rPr lang="cs-CZ" b="0" dirty="0">
                <a:latin typeface="Verdana" pitchFamily="34" charset="0"/>
              </a:rPr>
              <a:t>Režim časovače </a:t>
            </a:r>
            <a:r>
              <a:rPr lang="cs-CZ" dirty="0">
                <a:latin typeface="Verdana" pitchFamily="34" charset="0"/>
              </a:rPr>
              <a:t>normální</a:t>
            </a:r>
            <a:r>
              <a:rPr lang="cs-CZ" b="0" dirty="0">
                <a:latin typeface="Verdana" pitchFamily="34" charset="0"/>
              </a:rPr>
              <a:t>, použitá událost bude </a:t>
            </a:r>
            <a:r>
              <a:rPr lang="cs-CZ" dirty="0">
                <a:latin typeface="Verdana" pitchFamily="34" charset="0"/>
              </a:rPr>
              <a:t>přetečení čítače</a:t>
            </a:r>
            <a:r>
              <a:rPr lang="cs-CZ" b="0" dirty="0">
                <a:latin typeface="Verdana" pitchFamily="34" charset="0"/>
              </a:rPr>
              <a:t>.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6FA04C74-449D-416F-9C07-78BF12F50FEF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19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0" name="Picture 2" descr="D:\lj\prezentace\MIT\AVR\Časovač\T0-normalni-prednastaveni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99" y="1079996"/>
            <a:ext cx="8460000" cy="474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</p:spTree>
    <p:extLst>
      <p:ext uri="{BB962C8B-B14F-4D97-AF65-F5344CB8AC3E}">
        <p14:creationId xmlns:p14="http://schemas.microsoft.com/office/powerpoint/2010/main" val="202870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1465464"/>
            <a:ext cx="3600399" cy="3948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6"/>
            <a:ext cx="594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Výpočet - nákres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4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4500000" y="1152614"/>
            <a:ext cx="4665689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1800" u="sng" dirty="0">
                <a:latin typeface="Consolas" panose="020B0609020204030204" pitchFamily="49" charset="0"/>
              </a:rPr>
              <a:t>T0</a:t>
            </a:r>
            <a:r>
              <a:rPr lang="cs-CZ" sz="1800" dirty="0">
                <a:latin typeface="Verdana" pitchFamily="34" charset="0"/>
              </a:rPr>
              <a:t> </a:t>
            </a:r>
            <a:r>
              <a:rPr lang="cs-CZ" sz="1800" b="0" dirty="0">
                <a:latin typeface="Verdana" pitchFamily="34" charset="0"/>
              </a:rPr>
              <a:t>– je perioda jednoho impulzu odvozeného z </a:t>
            </a:r>
            <a:r>
              <a:rPr lang="cs-CZ" sz="1800" b="0" dirty="0" err="1">
                <a:latin typeface="Verdana" pitchFamily="34" charset="0"/>
              </a:rPr>
              <a:t>f</a:t>
            </a:r>
            <a:r>
              <a:rPr lang="cs-CZ" sz="1800" b="0" baseline="-25000" dirty="0" err="1">
                <a:latin typeface="Verdana" pitchFamily="34" charset="0"/>
              </a:rPr>
              <a:t>osc</a:t>
            </a:r>
            <a:endParaRPr lang="cs-CZ" sz="1800" b="0" dirty="0">
              <a:latin typeface="Verdana" pitchFamily="34" charset="0"/>
            </a:endParaRPr>
          </a:p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1800" u="sng" dirty="0">
                <a:latin typeface="Consolas" panose="020B0609020204030204" pitchFamily="49" charset="0"/>
              </a:rPr>
              <a:t>N</a:t>
            </a:r>
            <a:r>
              <a:rPr lang="cs-CZ" sz="1800" dirty="0">
                <a:latin typeface="Verdana" pitchFamily="34" charset="0"/>
              </a:rPr>
              <a:t> </a:t>
            </a:r>
            <a:r>
              <a:rPr lang="cs-CZ" sz="1800" b="0" dirty="0">
                <a:latin typeface="Verdana" pitchFamily="34" charset="0"/>
              </a:rPr>
              <a:t>– je počet načítaných impulzů, po načtení posledního nastane přetečení časovače</a:t>
            </a:r>
          </a:p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1800" u="sng" dirty="0">
                <a:latin typeface="Consolas" panose="020B0609020204030204" pitchFamily="49" charset="0"/>
              </a:rPr>
              <a:t>T</a:t>
            </a:r>
            <a:r>
              <a:rPr lang="cs-CZ" sz="1800" b="0" dirty="0">
                <a:latin typeface="Verdana" pitchFamily="34" charset="0"/>
              </a:rPr>
              <a:t> – perioda generovaného signálu o frekvenci f=1kHz</a:t>
            </a:r>
          </a:p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1800" u="sng" dirty="0">
                <a:latin typeface="Consolas" panose="020B0609020204030204" pitchFamily="49" charset="0"/>
              </a:rPr>
              <a:t>DP</a:t>
            </a:r>
            <a:r>
              <a:rPr lang="cs-CZ" sz="1800" b="0" dirty="0">
                <a:latin typeface="Verdana" pitchFamily="34" charset="0"/>
              </a:rPr>
              <a:t> – dělící poměr děličky frekvence  oscilátoru</a:t>
            </a:r>
          </a:p>
        </p:txBody>
      </p:sp>
      <p:graphicFrame>
        <p:nvGraphicFramePr>
          <p:cNvPr id="2" name="Objekt 1"/>
          <p:cNvGraphicFramePr>
            <a:graphicFrameLocks noChangeAspect="1"/>
          </p:cNvGraphicFramePr>
          <p:nvPr/>
        </p:nvGraphicFramePr>
        <p:xfrm>
          <a:off x="4500000" y="4554553"/>
          <a:ext cx="2255380" cy="1517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583920" imgH="393480" progId="Equation.3">
                  <p:embed/>
                </p:oleObj>
              </mc:Choice>
              <mc:Fallback>
                <p:oleObj name="Rovnice" r:id="rId5" imgW="583920" imgH="393480" progId="Equation.3">
                  <p:embed/>
                  <p:pic>
                    <p:nvPicPr>
                      <p:cNvPr id="2" name="Objek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000" y="4554553"/>
                        <a:ext cx="2255380" cy="151765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kt 2"/>
          <p:cNvGraphicFramePr>
            <a:graphicFrameLocks noChangeAspect="1"/>
          </p:cNvGraphicFramePr>
          <p:nvPr/>
        </p:nvGraphicFramePr>
        <p:xfrm>
          <a:off x="7164288" y="4376825"/>
          <a:ext cx="1152128" cy="1739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7" imgW="571320" imgH="863280" progId="Equation.3">
                  <p:embed/>
                </p:oleObj>
              </mc:Choice>
              <mc:Fallback>
                <p:oleObj name="Rovnice" r:id="rId7" imgW="571320" imgH="863280" progId="Equation.3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4376825"/>
                        <a:ext cx="1152128" cy="1739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3D34DB65-6D3C-4C3E-B20A-6498B7D4B250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94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6"/>
            <a:ext cx="8783997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Poznámky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Podle nákresu </a:t>
            </a:r>
            <a:r>
              <a:rPr lang="cs-CZ" dirty="0">
                <a:latin typeface="Verdana" pitchFamily="34" charset="0"/>
              </a:rPr>
              <a:t>doba zpoždění </a:t>
            </a:r>
            <a:r>
              <a:rPr lang="cs-CZ" b="0" dirty="0">
                <a:latin typeface="Verdana" pitchFamily="34" charset="0"/>
              </a:rPr>
              <a:t>se rovná </a:t>
            </a:r>
            <a:r>
              <a:rPr lang="cs-CZ" dirty="0">
                <a:latin typeface="Verdana" pitchFamily="34" charset="0"/>
              </a:rPr>
              <a:t>polovině periody </a:t>
            </a:r>
            <a:r>
              <a:rPr lang="cs-CZ" b="0" i="1" dirty="0">
                <a:latin typeface="Verdana" pitchFamily="34" charset="0"/>
              </a:rPr>
              <a:t>T/2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Doba zpoždění </a:t>
            </a:r>
            <a:r>
              <a:rPr lang="cs-CZ" b="0" dirty="0">
                <a:latin typeface="Verdana" pitchFamily="34" charset="0"/>
              </a:rPr>
              <a:t>se rovná počtu </a:t>
            </a:r>
            <a:r>
              <a:rPr lang="cs-CZ" dirty="0">
                <a:latin typeface="Verdana" pitchFamily="34" charset="0"/>
              </a:rPr>
              <a:t>impulzů </a:t>
            </a:r>
            <a:r>
              <a:rPr lang="cs-CZ" b="0" dirty="0">
                <a:latin typeface="Verdana" pitchFamily="34" charset="0"/>
              </a:rPr>
              <a:t>(</a:t>
            </a:r>
            <a:r>
              <a:rPr lang="cs-CZ" b="0" i="1" dirty="0">
                <a:latin typeface="Verdana" pitchFamily="34" charset="0"/>
              </a:rPr>
              <a:t>N</a:t>
            </a:r>
            <a:r>
              <a:rPr lang="cs-CZ" b="0" dirty="0">
                <a:latin typeface="Verdana" pitchFamily="34" charset="0"/>
              </a:rPr>
              <a:t>)</a:t>
            </a:r>
            <a:r>
              <a:rPr lang="cs-CZ" dirty="0">
                <a:latin typeface="Verdana" pitchFamily="34" charset="0"/>
              </a:rPr>
              <a:t>*doba jednoho impulzu</a:t>
            </a:r>
            <a:r>
              <a:rPr lang="cs-CZ" b="0" dirty="0">
                <a:latin typeface="Verdana" pitchFamily="34" charset="0"/>
              </a:rPr>
              <a:t>(</a:t>
            </a:r>
            <a:r>
              <a:rPr lang="cs-CZ" b="0" i="1" dirty="0">
                <a:latin typeface="Verdana" pitchFamily="34" charset="0"/>
              </a:rPr>
              <a:t>T0</a:t>
            </a:r>
            <a:r>
              <a:rPr lang="cs-CZ" b="0" dirty="0">
                <a:latin typeface="Verdana" pitchFamily="34" charset="0"/>
              </a:rPr>
              <a:t>)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D13DAE4-01BB-40B3-B6ED-5D326E0AC6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0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6"/>
            <a:ext cx="878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Výpočet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/>
        </p:nvGraphicFramePr>
        <p:xfrm>
          <a:off x="900000" y="1628800"/>
          <a:ext cx="3789090" cy="3681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888840" imgH="863280" progId="Equation.3">
                  <p:embed/>
                </p:oleObj>
              </mc:Choice>
              <mc:Fallback>
                <p:oleObj name="Rovnice" r:id="rId4" imgW="888840" imgH="863280" progId="Equation.3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628800"/>
                        <a:ext cx="3789090" cy="3681208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kt 3"/>
          <p:cNvGraphicFramePr>
            <a:graphicFrameLocks noChangeAspect="1"/>
          </p:cNvGraphicFramePr>
          <p:nvPr/>
        </p:nvGraphicFramePr>
        <p:xfrm>
          <a:off x="5172542" y="1603226"/>
          <a:ext cx="3827463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460160" imgH="672840" progId="Equation.3">
                  <p:embed/>
                </p:oleObj>
              </mc:Choice>
              <mc:Fallback>
                <p:oleObj name="Rovnice" r:id="rId6" imgW="1460160" imgH="672840" progId="Equation.3">
                  <p:embed/>
                  <p:pic>
                    <p:nvPicPr>
                      <p:cNvPr id="4" name="Objek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542" y="1603226"/>
                        <a:ext cx="3827463" cy="176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970DFD2-10D0-4105-B491-9F017647B25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37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6"/>
            <a:ext cx="878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Výpočet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21" name="Objekt 20"/>
          <p:cNvGraphicFramePr>
            <a:graphicFrameLocks noChangeAspect="1"/>
          </p:cNvGraphicFramePr>
          <p:nvPr/>
        </p:nvGraphicFramePr>
        <p:xfrm>
          <a:off x="900113" y="1666875"/>
          <a:ext cx="4392612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726920" imgH="863280" progId="Equation.3">
                  <p:embed/>
                </p:oleObj>
              </mc:Choice>
              <mc:Fallback>
                <p:oleObj name="Rovnice" r:id="rId4" imgW="1726920" imgH="863280" progId="Equation.3">
                  <p:embed/>
                  <p:pic>
                    <p:nvPicPr>
                      <p:cNvPr id="21" name="Objek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666875"/>
                        <a:ext cx="4392612" cy="21939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900001" y="4071263"/>
            <a:ext cx="824400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dirty="0">
                <a:latin typeface="Verdana" pitchFamily="34" charset="0"/>
              </a:rPr>
              <a:t>Podle zadání musí být N</a:t>
            </a:r>
          </a:p>
          <a:p>
            <a:pPr marL="342900" indent="-3429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lphaLcPeriod"/>
              <a:defRPr/>
            </a:pPr>
            <a:r>
              <a:rPr lang="cs-CZ" b="0" dirty="0">
                <a:latin typeface="Verdana" pitchFamily="34" charset="0"/>
              </a:rPr>
              <a:t>číslo od </a:t>
            </a:r>
            <a:r>
              <a:rPr lang="cs-CZ" dirty="0">
                <a:latin typeface="Verdana" pitchFamily="34" charset="0"/>
              </a:rPr>
              <a:t>0 do 255</a:t>
            </a:r>
            <a:r>
              <a:rPr lang="cs-CZ" b="0" dirty="0">
                <a:latin typeface="Verdana" pitchFamily="34" charset="0"/>
              </a:rPr>
              <a:t> (používáme 8-bitový časovač)</a:t>
            </a:r>
          </a:p>
          <a:p>
            <a:pPr marL="342900" indent="-3429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lphaLcPeriod"/>
              <a:defRPr/>
            </a:pPr>
            <a:r>
              <a:rPr lang="cs-CZ" b="0" dirty="0">
                <a:latin typeface="Verdana" pitchFamily="34" charset="0"/>
              </a:rPr>
              <a:t>číslo musí být </a:t>
            </a:r>
            <a:r>
              <a:rPr lang="cs-CZ" dirty="0">
                <a:latin typeface="Verdana" pitchFamily="34" charset="0"/>
              </a:rPr>
              <a:t>celé</a:t>
            </a:r>
            <a:endParaRPr lang="cs-CZ" i="1" dirty="0">
              <a:latin typeface="Verdana" pitchFamily="34" charset="0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2" name="Šipka doleva 1"/>
          <p:cNvSpPr/>
          <p:nvPr/>
        </p:nvSpPr>
        <p:spPr>
          <a:xfrm>
            <a:off x="5363029" y="2802175"/>
            <a:ext cx="978408" cy="484632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69496BC6-0EB4-4637-AB7E-65795F4FA51F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99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2" grpId="0"/>
      <p:bldP spid="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373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Požadavky na nastavení časovače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Čítač: </a:t>
            </a:r>
            <a:r>
              <a:rPr lang="cs-CZ" dirty="0">
                <a:latin typeface="Verdana" pitchFamily="34" charset="0"/>
              </a:rPr>
              <a:t>0 (8-bitů) 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Zvolený režim: </a:t>
            </a:r>
            <a:r>
              <a:rPr lang="cs-CZ" dirty="0">
                <a:latin typeface="Verdana" pitchFamily="34" charset="0"/>
              </a:rPr>
              <a:t>normální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Zdroj impulzů: </a:t>
            </a:r>
            <a:r>
              <a:rPr lang="cs-CZ" dirty="0">
                <a:latin typeface="Verdana" pitchFamily="34" charset="0"/>
              </a:rPr>
              <a:t>vnitřní, dělič nastaven </a:t>
            </a:r>
            <a:r>
              <a:rPr lang="cs-CZ" dirty="0" err="1">
                <a:latin typeface="Verdana" pitchFamily="34" charset="0"/>
              </a:rPr>
              <a:t>f</a:t>
            </a:r>
            <a:r>
              <a:rPr lang="cs-CZ" baseline="-25000" dirty="0" err="1">
                <a:latin typeface="Verdana" pitchFamily="34" charset="0"/>
              </a:rPr>
              <a:t>osc</a:t>
            </a:r>
            <a:r>
              <a:rPr lang="cs-CZ" dirty="0">
                <a:latin typeface="Verdana" pitchFamily="34" charset="0"/>
              </a:rPr>
              <a:t>/64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Výstupy 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OC0A</a:t>
            </a:r>
            <a:r>
              <a:rPr lang="cs-CZ" b="0" dirty="0">
                <a:latin typeface="Verdana" pitchFamily="34" charset="0"/>
              </a:rPr>
              <a:t>, 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OC0B</a:t>
            </a:r>
            <a:r>
              <a:rPr lang="cs-CZ" b="0" dirty="0">
                <a:latin typeface="Verdana" pitchFamily="34" charset="0"/>
              </a:rPr>
              <a:t>:	</a:t>
            </a:r>
            <a:r>
              <a:rPr lang="cs-CZ" dirty="0">
                <a:latin typeface="Verdana" pitchFamily="34" charset="0"/>
              </a:rPr>
              <a:t>odpojeny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Přednastavení čítače: </a:t>
            </a:r>
            <a:r>
              <a:rPr lang="cs-CZ" dirty="0">
                <a:latin typeface="Verdana" pitchFamily="34" charset="0"/>
              </a:rPr>
              <a:t>256-125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Událost: </a:t>
            </a:r>
            <a:r>
              <a:rPr lang="cs-CZ" dirty="0">
                <a:latin typeface="Verdana" pitchFamily="34" charset="0"/>
              </a:rPr>
              <a:t>přetečení časovače 0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7D811A12-2B9B-4F2C-8B1B-E36905780AA0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42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41"/>
          <p:cNvGrpSpPr>
            <a:grpSpLocks/>
          </p:cNvGrpSpPr>
          <p:nvPr/>
        </p:nvGrpSpPr>
        <p:grpSpPr bwMode="auto">
          <a:xfrm>
            <a:off x="4680005" y="2060815"/>
            <a:ext cx="4224146" cy="859883"/>
            <a:chOff x="407" y="2839"/>
            <a:chExt cx="2696" cy="228"/>
          </a:xfrm>
        </p:grpSpPr>
        <p:sp>
          <p:nvSpPr>
            <p:cNvPr id="59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61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62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63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6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7" name="Group 41"/>
          <p:cNvGrpSpPr>
            <a:grpSpLocks/>
          </p:cNvGrpSpPr>
          <p:nvPr/>
        </p:nvGrpSpPr>
        <p:grpSpPr bwMode="auto">
          <a:xfrm>
            <a:off x="180002" y="2060816"/>
            <a:ext cx="4224146" cy="859883"/>
            <a:chOff x="407" y="2839"/>
            <a:chExt cx="2696" cy="228"/>
          </a:xfrm>
        </p:grpSpPr>
        <p:sp>
          <p:nvSpPr>
            <p:cNvPr id="6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7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7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6" name="Text Box 71"/>
          <p:cNvSpPr txBox="1">
            <a:spLocks noChangeArrowheads="1"/>
          </p:cNvSpPr>
          <p:nvPr/>
        </p:nvSpPr>
        <p:spPr bwMode="auto">
          <a:xfrm>
            <a:off x="180000" y="1700808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7" name="Text Box 71"/>
          <p:cNvSpPr txBox="1">
            <a:spLocks noChangeArrowheads="1"/>
          </p:cNvSpPr>
          <p:nvPr/>
        </p:nvSpPr>
        <p:spPr bwMode="auto">
          <a:xfrm>
            <a:off x="4680000" y="1700808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8" name="Obdélník 77"/>
          <p:cNvSpPr/>
          <p:nvPr/>
        </p:nvSpPr>
        <p:spPr>
          <a:xfrm>
            <a:off x="2808251" y="2060810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9" name="Obdélník 78"/>
          <p:cNvSpPr/>
          <p:nvPr/>
        </p:nvSpPr>
        <p:spPr>
          <a:xfrm>
            <a:off x="7848114" y="2060810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0" name="Obdélník 79"/>
          <p:cNvSpPr/>
          <p:nvPr/>
        </p:nvSpPr>
        <p:spPr>
          <a:xfrm>
            <a:off x="2292077" y="2060810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81" name="Group 41"/>
          <p:cNvGrpSpPr>
            <a:grpSpLocks/>
          </p:cNvGrpSpPr>
          <p:nvPr/>
        </p:nvGrpSpPr>
        <p:grpSpPr bwMode="auto">
          <a:xfrm>
            <a:off x="4679513" y="3001168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5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6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7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9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90" name="Group 41"/>
          <p:cNvGrpSpPr>
            <a:grpSpLocks/>
          </p:cNvGrpSpPr>
          <p:nvPr/>
        </p:nvGrpSpPr>
        <p:grpSpPr bwMode="auto">
          <a:xfrm>
            <a:off x="179512" y="3001168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2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4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5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6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7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98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Nastavení řídících registrů čítače 0</a:t>
            </a:r>
          </a:p>
        </p:txBody>
      </p:sp>
      <p:sp>
        <p:nvSpPr>
          <p:cNvPr id="5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53" name="TextovéPole 52">
            <a:extLst>
              <a:ext uri="{FF2B5EF4-FFF2-40B4-BE49-F238E27FC236}">
                <a16:creationId xmlns:a16="http://schemas.microsoft.com/office/drawing/2014/main" id="{AF690BB3-C8F6-4819-907D-D18B5A1CDEED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0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78" grpId="0" animBg="1"/>
      <p:bldP spid="79" grpId="0" animBg="1"/>
      <p:bldP spid="80" grpId="0" animBg="1"/>
      <p:bldP spid="47" grpId="0" animBg="1"/>
      <p:bldP spid="4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4816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Algoritmus</a:t>
            </a:r>
          </a:p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Hlavní program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směru portu F registr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DDRF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registrů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TCCR0A, TCCR0B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Povolení</a:t>
            </a:r>
            <a:r>
              <a:rPr lang="cs-CZ" sz="1800" dirty="0">
                <a:latin typeface="Verdana" pitchFamily="34" charset="0"/>
              </a:rPr>
              <a:t> </a:t>
            </a:r>
            <a:r>
              <a:rPr lang="cs-CZ" sz="1800" b="0" dirty="0">
                <a:latin typeface="Verdana" pitchFamily="34" charset="0"/>
              </a:rPr>
              <a:t>přerušení</a:t>
            </a:r>
            <a:r>
              <a:rPr lang="cs-CZ" sz="1800" dirty="0">
                <a:latin typeface="Verdana" pitchFamily="34" charset="0"/>
              </a:rPr>
              <a:t> </a:t>
            </a:r>
            <a:r>
              <a:rPr lang="cs-CZ" sz="1800" b="0" dirty="0">
                <a:latin typeface="Verdana" pitchFamily="34" charset="0"/>
              </a:rPr>
              <a:t>přetečení časovače 0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TIMSK0.TOIE0=1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bitu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cs-CZ" sz="1800" b="0" dirty="0">
                <a:latin typeface="Verdana" pitchFamily="34" charset="0"/>
              </a:rPr>
              <a:t> v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SREG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Čekací smyčka</a:t>
            </a:r>
          </a:p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Obslužný program přerušení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ISR(TIMER0_OVF_vect)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Přednastavení časovače 0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TCNT0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Činnost (inverze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sz="1800" b="0" dirty="0">
                <a:latin typeface="Verdana" pitchFamily="34" charset="0"/>
              </a:rPr>
              <a:t>)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F20E0680-C44B-4F3A-A337-6708FED1D660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55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80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3" name="Obdélník 2"/>
          <p:cNvSpPr/>
          <p:nvPr/>
        </p:nvSpPr>
        <p:spPr>
          <a:xfrm>
            <a:off x="720000" y="720000"/>
            <a:ext cx="7740000" cy="550605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avr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interrupt.h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eaLnBrk="1" hangingPunct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main(void)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DDRF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=0b11111111;</a:t>
            </a: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TCCR0B=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WGM02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CS02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CS01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CS00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TCCR0A=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WGM01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WGM00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TOIE0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sei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while(1)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cs-CZ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obsluž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cs-CZ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ý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program</a:t>
            </a:r>
            <a:endParaRPr lang="cs-CZ" sz="1600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ISR(</a:t>
            </a:r>
            <a:r>
              <a:rPr lang="cs-CZ" sz="1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TIMER0_OVF_vect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TCNT0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=255-125;</a:t>
            </a:r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A425EAFE-C770-4411-A0A0-67B7EC34C2B3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18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4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Periodický průběh - CTC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420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u="sng" dirty="0">
                <a:latin typeface="Verdana" pitchFamily="34" charset="0"/>
              </a:rPr>
              <a:t>Zadání</a:t>
            </a:r>
            <a:r>
              <a:rPr lang="cs-CZ" sz="2800" b="0" dirty="0">
                <a:latin typeface="Verdana" pitchFamily="34" charset="0"/>
              </a:rPr>
              <a:t> – generujte na libovolném portu (PORTF) periodický průběh (1:1) o frekvenci 1kHz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u="sng" dirty="0">
                <a:latin typeface="Verdana" pitchFamily="34" charset="0"/>
              </a:rPr>
              <a:t>Řešení</a:t>
            </a:r>
            <a:r>
              <a:rPr lang="cs-CZ" sz="2800" b="0" dirty="0">
                <a:latin typeface="Verdana" pitchFamily="34" charset="0"/>
              </a:rPr>
              <a:t> – pomocí časovače vytvoříme časové zpoždění, po uplynutí zpoždění invertujeme hodnotu na zvoleném portu (PORTF), nastavením </a:t>
            </a:r>
            <a:r>
              <a:rPr lang="cs-CZ" sz="2800" dirty="0">
                <a:latin typeface="Verdana" pitchFamily="34" charset="0"/>
              </a:rPr>
              <a:t>komparačního registru A</a:t>
            </a:r>
            <a:r>
              <a:rPr lang="cs-CZ" sz="2800" b="0" dirty="0">
                <a:latin typeface="Verdana" pitchFamily="34" charset="0"/>
              </a:rPr>
              <a:t> budeme čekat na </a:t>
            </a:r>
            <a:r>
              <a:rPr lang="cs-CZ" sz="2800" dirty="0">
                <a:latin typeface="Verdana" pitchFamily="34" charset="0"/>
              </a:rPr>
              <a:t>událost</a:t>
            </a:r>
            <a:r>
              <a:rPr lang="cs-CZ" sz="2800" b="0" dirty="0">
                <a:latin typeface="Verdana" pitchFamily="34" charset="0"/>
              </a:rPr>
              <a:t> </a:t>
            </a:r>
            <a:r>
              <a:rPr lang="cs-CZ" sz="2800" b="0" i="1" dirty="0">
                <a:latin typeface="Verdana" pitchFamily="34" charset="0"/>
              </a:rPr>
              <a:t>shoda s komparačním registrem A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9D2C9FD3-9571-4E8E-88E1-FED70413A3DA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86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6"/>
            <a:ext cx="87839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Výpočet – podle předešlého příkladu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CTC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ACE48ABA-C7F2-4261-90D3-A72C2B8B895D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7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6"/>
            <a:ext cx="878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Výpočet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/>
        </p:nvGraphicFramePr>
        <p:xfrm>
          <a:off x="900000" y="1628800"/>
          <a:ext cx="3789090" cy="3681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888840" imgH="863280" progId="Equation.3">
                  <p:embed/>
                </p:oleObj>
              </mc:Choice>
              <mc:Fallback>
                <p:oleObj name="Rovnice" r:id="rId4" imgW="888840" imgH="863280" progId="Equation.3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628800"/>
                        <a:ext cx="3789090" cy="3681208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kt 3"/>
          <p:cNvGraphicFramePr>
            <a:graphicFrameLocks noChangeAspect="1"/>
          </p:cNvGraphicFramePr>
          <p:nvPr/>
        </p:nvGraphicFramePr>
        <p:xfrm>
          <a:off x="5172542" y="1603226"/>
          <a:ext cx="3827463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460160" imgH="672840" progId="Equation.3">
                  <p:embed/>
                </p:oleObj>
              </mc:Choice>
              <mc:Fallback>
                <p:oleObj name="Rovnice" r:id="rId6" imgW="1460160" imgH="672840" progId="Equation.3">
                  <p:embed/>
                  <p:pic>
                    <p:nvPicPr>
                      <p:cNvPr id="4" name="Objek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542" y="1603226"/>
                        <a:ext cx="3827463" cy="176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970DFD2-10D0-4105-B491-9F017647B25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45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6"/>
            <a:ext cx="878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Výpočet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21" name="Objekt 20"/>
          <p:cNvGraphicFramePr>
            <a:graphicFrameLocks noChangeAspect="1"/>
          </p:cNvGraphicFramePr>
          <p:nvPr/>
        </p:nvGraphicFramePr>
        <p:xfrm>
          <a:off x="900113" y="1666875"/>
          <a:ext cx="4392612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726920" imgH="863280" progId="Equation.3">
                  <p:embed/>
                </p:oleObj>
              </mc:Choice>
              <mc:Fallback>
                <p:oleObj name="Rovnice" r:id="rId4" imgW="1726920" imgH="863280" progId="Equation.3">
                  <p:embed/>
                  <p:pic>
                    <p:nvPicPr>
                      <p:cNvPr id="21" name="Objek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666875"/>
                        <a:ext cx="4392612" cy="21939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900001" y="4071263"/>
            <a:ext cx="824400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dirty="0">
                <a:latin typeface="Verdana" pitchFamily="34" charset="0"/>
              </a:rPr>
              <a:t>Podle zadání musí být N</a:t>
            </a:r>
          </a:p>
          <a:p>
            <a:pPr marL="342900" indent="-3429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lphaLcPeriod"/>
              <a:defRPr/>
            </a:pPr>
            <a:r>
              <a:rPr lang="cs-CZ" b="0" dirty="0">
                <a:latin typeface="Verdana" pitchFamily="34" charset="0"/>
              </a:rPr>
              <a:t>číslo od </a:t>
            </a:r>
            <a:r>
              <a:rPr lang="cs-CZ" dirty="0">
                <a:latin typeface="Verdana" pitchFamily="34" charset="0"/>
              </a:rPr>
              <a:t>0 do 255</a:t>
            </a:r>
            <a:r>
              <a:rPr lang="cs-CZ" b="0" dirty="0">
                <a:latin typeface="Verdana" pitchFamily="34" charset="0"/>
              </a:rPr>
              <a:t> (používáme 8-bitový časovač)</a:t>
            </a:r>
          </a:p>
          <a:p>
            <a:pPr marL="342900" indent="-3429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lphaLcPeriod"/>
              <a:defRPr/>
            </a:pPr>
            <a:r>
              <a:rPr lang="cs-CZ" b="0" dirty="0">
                <a:latin typeface="Verdana" pitchFamily="34" charset="0"/>
              </a:rPr>
              <a:t>číslo musí být </a:t>
            </a:r>
            <a:r>
              <a:rPr lang="cs-CZ" dirty="0">
                <a:latin typeface="Verdana" pitchFamily="34" charset="0"/>
              </a:rPr>
              <a:t>celé</a:t>
            </a:r>
            <a:endParaRPr lang="cs-CZ" i="1" dirty="0">
              <a:latin typeface="Verdana" pitchFamily="34" charset="0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normální režim</a:t>
            </a:r>
          </a:p>
        </p:txBody>
      </p:sp>
      <p:sp>
        <p:nvSpPr>
          <p:cNvPr id="2" name="Šipka doleva 1"/>
          <p:cNvSpPr/>
          <p:nvPr/>
        </p:nvSpPr>
        <p:spPr>
          <a:xfrm>
            <a:off x="5363029" y="2802175"/>
            <a:ext cx="978408" cy="484632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69496BC6-0EB4-4637-AB7E-65795F4FA51F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39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2" grpId="0"/>
      <p:bldP spid="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321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Požadavky na nastavení časovače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Čítač: </a:t>
            </a:r>
            <a:r>
              <a:rPr lang="cs-CZ" dirty="0">
                <a:latin typeface="Verdana" pitchFamily="34" charset="0"/>
              </a:rPr>
              <a:t>0 (8-bitů) 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Zvolený režim: </a:t>
            </a:r>
            <a:r>
              <a:rPr lang="cs-CZ" dirty="0">
                <a:latin typeface="Verdana" pitchFamily="34" charset="0"/>
              </a:rPr>
              <a:t>CTC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Zdroj impulzů: </a:t>
            </a:r>
            <a:r>
              <a:rPr lang="cs-CZ" dirty="0">
                <a:latin typeface="Verdana" pitchFamily="34" charset="0"/>
              </a:rPr>
              <a:t>vnitřní, dělič nastaven </a:t>
            </a:r>
            <a:r>
              <a:rPr lang="cs-CZ" dirty="0" err="1">
                <a:latin typeface="Verdana" pitchFamily="34" charset="0"/>
              </a:rPr>
              <a:t>f</a:t>
            </a:r>
            <a:r>
              <a:rPr lang="cs-CZ" baseline="-25000" dirty="0" err="1">
                <a:latin typeface="Verdana" pitchFamily="34" charset="0"/>
              </a:rPr>
              <a:t>osc</a:t>
            </a:r>
            <a:r>
              <a:rPr lang="cs-CZ" dirty="0">
                <a:latin typeface="Verdana" pitchFamily="34" charset="0"/>
              </a:rPr>
              <a:t>/64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Výstupy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OC0A</a:t>
            </a:r>
            <a:r>
              <a:rPr lang="cs-CZ" b="0" dirty="0">
                <a:latin typeface="Verdana" pitchFamily="34" charset="0"/>
              </a:rPr>
              <a:t>,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OC0B</a:t>
            </a:r>
            <a:r>
              <a:rPr lang="cs-CZ" b="0" dirty="0">
                <a:latin typeface="Verdana" pitchFamily="34" charset="0"/>
              </a:rPr>
              <a:t>:	</a:t>
            </a:r>
            <a:r>
              <a:rPr lang="cs-CZ" dirty="0">
                <a:latin typeface="Verdana" pitchFamily="34" charset="0"/>
              </a:rPr>
              <a:t>odpojeny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Nastavení komparačního registru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  <a:r>
              <a:rPr lang="cs-CZ" b="0" dirty="0">
                <a:latin typeface="Verdana" pitchFamily="34" charset="0"/>
              </a:rPr>
              <a:t>: </a:t>
            </a:r>
            <a:r>
              <a:rPr lang="cs-CZ" dirty="0">
                <a:latin typeface="Verdana" pitchFamily="34" charset="0"/>
              </a:rPr>
              <a:t>125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CTC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C54659E8-6184-47C6-BF0A-2F7ECE49B4D3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90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41"/>
          <p:cNvGrpSpPr>
            <a:grpSpLocks/>
          </p:cNvGrpSpPr>
          <p:nvPr/>
        </p:nvGrpSpPr>
        <p:grpSpPr bwMode="auto">
          <a:xfrm>
            <a:off x="4680005" y="1412743"/>
            <a:ext cx="4224146" cy="859883"/>
            <a:chOff x="407" y="2839"/>
            <a:chExt cx="2696" cy="228"/>
          </a:xfrm>
        </p:grpSpPr>
        <p:sp>
          <p:nvSpPr>
            <p:cNvPr id="59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61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62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63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6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7" name="Group 41"/>
          <p:cNvGrpSpPr>
            <a:grpSpLocks/>
          </p:cNvGrpSpPr>
          <p:nvPr/>
        </p:nvGrpSpPr>
        <p:grpSpPr bwMode="auto">
          <a:xfrm>
            <a:off x="180002" y="1412744"/>
            <a:ext cx="4224146" cy="859883"/>
            <a:chOff x="407" y="2839"/>
            <a:chExt cx="2696" cy="228"/>
          </a:xfrm>
        </p:grpSpPr>
        <p:sp>
          <p:nvSpPr>
            <p:cNvPr id="6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7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7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6" name="Text Box 71"/>
          <p:cNvSpPr txBox="1">
            <a:spLocks noChangeArrowheads="1"/>
          </p:cNvSpPr>
          <p:nvPr/>
        </p:nvSpPr>
        <p:spPr bwMode="auto">
          <a:xfrm>
            <a:off x="180000" y="1052736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7" name="Text Box 71"/>
          <p:cNvSpPr txBox="1">
            <a:spLocks noChangeArrowheads="1"/>
          </p:cNvSpPr>
          <p:nvPr/>
        </p:nvSpPr>
        <p:spPr bwMode="auto">
          <a:xfrm>
            <a:off x="4680000" y="1052736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8" name="Obdélník 77"/>
          <p:cNvSpPr/>
          <p:nvPr/>
        </p:nvSpPr>
        <p:spPr>
          <a:xfrm>
            <a:off x="2808251" y="1412738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9" name="Obdélník 78"/>
          <p:cNvSpPr/>
          <p:nvPr/>
        </p:nvSpPr>
        <p:spPr>
          <a:xfrm>
            <a:off x="7848114" y="1412738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0" name="Obdélník 79"/>
          <p:cNvSpPr/>
          <p:nvPr/>
        </p:nvSpPr>
        <p:spPr>
          <a:xfrm>
            <a:off x="2292077" y="1412738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81" name="Group 41"/>
          <p:cNvGrpSpPr>
            <a:grpSpLocks/>
          </p:cNvGrpSpPr>
          <p:nvPr/>
        </p:nvGrpSpPr>
        <p:grpSpPr bwMode="auto">
          <a:xfrm>
            <a:off x="4679513" y="2353096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5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6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7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89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90" name="Group 41"/>
          <p:cNvGrpSpPr>
            <a:grpSpLocks/>
          </p:cNvGrpSpPr>
          <p:nvPr/>
        </p:nvGrpSpPr>
        <p:grpSpPr bwMode="auto">
          <a:xfrm>
            <a:off x="179512" y="2353096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2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4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5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6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7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98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CTC</a:t>
            </a:r>
          </a:p>
        </p:txBody>
      </p:sp>
      <p:sp>
        <p:nvSpPr>
          <p:cNvPr id="53" name="TextovéPole 52">
            <a:extLst>
              <a:ext uri="{FF2B5EF4-FFF2-40B4-BE49-F238E27FC236}">
                <a16:creationId xmlns:a16="http://schemas.microsoft.com/office/drawing/2014/main" id="{9DC75CBE-B837-42D8-BBB7-C567FD43BEF5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35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78" grpId="0" animBg="1"/>
      <p:bldP spid="79" grpId="0" animBg="1"/>
      <p:bldP spid="80" grpId="0" animBg="1"/>
      <p:bldP spid="47" grpId="0" animBg="1"/>
      <p:bldP spid="4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4816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Algoritmus</a:t>
            </a:r>
          </a:p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Hlavní program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směru portu F registr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DDRF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registrů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TCCR0A, TCCR0B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registru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OCR0A=125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Povolení</a:t>
            </a:r>
            <a:r>
              <a:rPr lang="cs-CZ" sz="1800" dirty="0">
                <a:latin typeface="Verdana" pitchFamily="34" charset="0"/>
              </a:rPr>
              <a:t> </a:t>
            </a:r>
            <a:r>
              <a:rPr lang="cs-CZ" sz="1800" b="0" dirty="0">
                <a:latin typeface="Verdana" pitchFamily="34" charset="0"/>
              </a:rPr>
              <a:t>přerušení</a:t>
            </a:r>
            <a:r>
              <a:rPr lang="cs-CZ" sz="1800" dirty="0">
                <a:latin typeface="Verdana" pitchFamily="34" charset="0"/>
              </a:rPr>
              <a:t>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shoda s OCR0A </a:t>
            </a:r>
            <a:r>
              <a:rPr lang="cs-CZ" sz="1800" b="0" dirty="0">
                <a:latin typeface="Verdana" pitchFamily="34" charset="0"/>
              </a:rPr>
              <a:t>časovače 0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TIMSK0.OCIE0=1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bitu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cs-CZ" sz="1800" b="0" dirty="0">
                <a:latin typeface="Verdana" pitchFamily="34" charset="0"/>
              </a:rPr>
              <a:t> v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SREG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Čekací smyčka</a:t>
            </a:r>
          </a:p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Obslužný program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ISR(TIMER0_COMPA_vect)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Činnost (inverze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sz="1800" b="0" dirty="0">
                <a:latin typeface="Verdana" pitchFamily="34" charset="0"/>
              </a:rPr>
              <a:t>)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CTC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2AEEEA31-4221-4DE7-85B6-641B2449D187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7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80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CTC</a:t>
            </a:r>
          </a:p>
        </p:txBody>
      </p:sp>
      <p:sp>
        <p:nvSpPr>
          <p:cNvPr id="3" name="Obdélník 2"/>
          <p:cNvSpPr/>
          <p:nvPr/>
        </p:nvSpPr>
        <p:spPr>
          <a:xfrm>
            <a:off x="720000" y="720000"/>
            <a:ext cx="7740000" cy="5259829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avr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interrupt.h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eaLnBrk="1" hangingPunct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main(void)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DDRF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0b11111111;</a:t>
            </a:r>
          </a:p>
          <a:p>
            <a:pPr eaLnBrk="1" hangingPunct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WGM02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CS02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CS01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CS00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WGM01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WGM00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OCIE0A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sei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cs-CZ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obsluž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cs-CZ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ý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program</a:t>
            </a:r>
            <a:endParaRPr lang="cs-CZ" sz="1600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ISR(</a:t>
            </a:r>
            <a:r>
              <a:rPr lang="cs-CZ" sz="1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TIMER0_COMPA_vect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54335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Generátor 1Hz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3339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u="sng" dirty="0">
                <a:latin typeface="Verdana" pitchFamily="34" charset="0"/>
              </a:rPr>
              <a:t>Zadání</a:t>
            </a:r>
            <a:r>
              <a:rPr lang="cs-CZ" sz="2800" b="0" dirty="0">
                <a:latin typeface="Verdana" pitchFamily="34" charset="0"/>
              </a:rPr>
              <a:t> – generujte na libovolném portu (PORTF) signál 1Hz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u="sng" dirty="0">
                <a:latin typeface="Verdana" pitchFamily="34" charset="0"/>
              </a:rPr>
              <a:t>Řešení</a:t>
            </a:r>
            <a:r>
              <a:rPr lang="cs-CZ" sz="2800" b="0" dirty="0">
                <a:latin typeface="Verdana" pitchFamily="34" charset="0"/>
              </a:rPr>
              <a:t> – jednotkovou frekvenci 1000 Hz (z minulého příkladu)  vytvořené časovačem násobíme programově. Volíme takové zpoždění, aby se dalo vynásobit celým číslem (</a:t>
            </a:r>
            <a:r>
              <a:rPr lang="cs-CZ" sz="2800" b="0" dirty="0">
                <a:latin typeface="Consolas" panose="020B0609020204030204" pitchFamily="49" charset="0"/>
              </a:rPr>
              <a:t>T=0,001s x 1000=1s</a:t>
            </a:r>
            <a:r>
              <a:rPr lang="cs-CZ" sz="2800" b="0" dirty="0">
                <a:latin typeface="Verdana" pitchFamily="34" charset="0"/>
              </a:rPr>
              <a:t>).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1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48219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6"/>
            <a:ext cx="8244444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Výpočet</a:t>
            </a:r>
            <a:endParaRPr lang="en-US" sz="2800" dirty="0">
              <a:latin typeface="Verdana" pitchFamily="34" charset="0"/>
            </a:endParaRP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en-US" sz="2800" b="0" dirty="0">
                <a:latin typeface="Verdana" pitchFamily="34" charset="0"/>
              </a:rPr>
              <a:t>Pro </a:t>
            </a:r>
            <a:r>
              <a:rPr lang="cs-CZ" sz="2800" b="0" dirty="0">
                <a:latin typeface="Verdana" pitchFamily="34" charset="0"/>
              </a:rPr>
              <a:t>frekvenci</a:t>
            </a:r>
            <a:r>
              <a:rPr lang="en-US" sz="2800" b="0" dirty="0">
                <a:latin typeface="Verdana" pitchFamily="34" charset="0"/>
              </a:rPr>
              <a:t> 1 </a:t>
            </a:r>
            <a:r>
              <a:rPr lang="cs-CZ" sz="2800" b="0" dirty="0">
                <a:latin typeface="Verdana" pitchFamily="34" charset="0"/>
              </a:rPr>
              <a:t>k</a:t>
            </a:r>
            <a:r>
              <a:rPr lang="en-US" sz="2800" b="0" dirty="0">
                <a:latin typeface="Verdana" pitchFamily="34" charset="0"/>
              </a:rPr>
              <a:t>Hz</a:t>
            </a:r>
            <a:r>
              <a:rPr lang="cs-CZ" sz="2800" b="0" dirty="0">
                <a:latin typeface="Verdana" pitchFamily="34" charset="0"/>
              </a:rPr>
              <a:t> je nastavení DP=64 a N=125</a:t>
            </a:r>
            <a:r>
              <a:rPr lang="en-US" sz="2800" b="0" dirty="0">
                <a:latin typeface="Verdana" pitchFamily="34" charset="0"/>
              </a:rPr>
              <a:t> </a:t>
            </a:r>
            <a:endParaRPr lang="cs-CZ" sz="2800" b="0" dirty="0">
              <a:latin typeface="Verdana" pitchFamily="34" charset="0"/>
            </a:endParaRP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800" b="0" dirty="0">
                <a:latin typeface="Verdana" pitchFamily="34" charset="0"/>
              </a:rPr>
              <a:t>Pro frekvenci 1Hz potřebujeme SW děličku /1000, inverze portu je dělička /2, proto SW dělička bude /500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Generátor 1Hz</a:t>
            </a:r>
          </a:p>
        </p:txBody>
      </p:sp>
    </p:spTree>
    <p:extLst>
      <p:ext uri="{BB962C8B-B14F-4D97-AF65-F5344CB8AC3E}">
        <p14:creationId xmlns:p14="http://schemas.microsoft.com/office/powerpoint/2010/main" val="26533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463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Požadavky na nastavení časovače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Čítač: </a:t>
            </a:r>
            <a:r>
              <a:rPr lang="cs-CZ" dirty="0">
                <a:latin typeface="Verdana" pitchFamily="34" charset="0"/>
              </a:rPr>
              <a:t>0 (8-bitů) 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Zvolený režim: </a:t>
            </a:r>
            <a:r>
              <a:rPr lang="cs-CZ" dirty="0">
                <a:latin typeface="Verdana" pitchFamily="34" charset="0"/>
              </a:rPr>
              <a:t>CTC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Zdroj impulzů: </a:t>
            </a:r>
            <a:r>
              <a:rPr lang="cs-CZ" dirty="0">
                <a:latin typeface="Verdana" pitchFamily="34" charset="0"/>
              </a:rPr>
              <a:t>vnitřní, dělič nastaven </a:t>
            </a:r>
            <a:r>
              <a:rPr lang="cs-CZ" dirty="0" err="1">
                <a:latin typeface="Verdana" pitchFamily="34" charset="0"/>
              </a:rPr>
              <a:t>f</a:t>
            </a:r>
            <a:r>
              <a:rPr lang="cs-CZ" baseline="-25000" dirty="0" err="1">
                <a:latin typeface="Verdana" pitchFamily="34" charset="0"/>
              </a:rPr>
              <a:t>osc</a:t>
            </a:r>
            <a:r>
              <a:rPr lang="cs-CZ" dirty="0">
                <a:latin typeface="Verdana" pitchFamily="34" charset="0"/>
              </a:rPr>
              <a:t>/64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Výstupy 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OC0A</a:t>
            </a:r>
            <a:r>
              <a:rPr lang="cs-CZ" b="0" dirty="0">
                <a:latin typeface="Verdana" pitchFamily="34" charset="0"/>
              </a:rPr>
              <a:t>, </a:t>
            </a:r>
            <a:r>
              <a:rPr lang="cs-CZ" b="0" dirty="0">
                <a:latin typeface="Consolas" panose="020B0609020204030204" pitchFamily="49" charset="0"/>
                <a:cs typeface="Consolas" panose="020B0609020204030204" pitchFamily="49" charset="0"/>
              </a:rPr>
              <a:t>OC0B</a:t>
            </a:r>
            <a:r>
              <a:rPr lang="cs-CZ" b="0" dirty="0">
                <a:latin typeface="Verdana" pitchFamily="34" charset="0"/>
              </a:rPr>
              <a:t>:	</a:t>
            </a:r>
            <a:r>
              <a:rPr lang="cs-CZ" dirty="0">
                <a:latin typeface="Verdana" pitchFamily="34" charset="0"/>
              </a:rPr>
              <a:t>odpojeny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Nastavení OCR0A: </a:t>
            </a:r>
            <a:r>
              <a:rPr lang="cs-CZ" dirty="0">
                <a:latin typeface="Verdana" pitchFamily="34" charset="0"/>
              </a:rPr>
              <a:t>156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Událost: </a:t>
            </a:r>
            <a:r>
              <a:rPr lang="cs-CZ" dirty="0">
                <a:latin typeface="Verdana" pitchFamily="34" charset="0"/>
              </a:rPr>
              <a:t>Shoda komparačního registru A s čítačem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Dělička SW: </a:t>
            </a:r>
            <a:r>
              <a:rPr lang="cs-CZ" dirty="0">
                <a:latin typeface="Verdana" pitchFamily="34" charset="0"/>
              </a:rPr>
              <a:t>500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9000544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Rekapitulace</a:t>
            </a:r>
          </a:p>
        </p:txBody>
      </p:sp>
    </p:spTree>
    <p:extLst>
      <p:ext uri="{BB962C8B-B14F-4D97-AF65-F5344CB8AC3E}">
        <p14:creationId xmlns:p14="http://schemas.microsoft.com/office/powerpoint/2010/main" val="99250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Generátor 1Hz</a:t>
            </a:r>
          </a:p>
        </p:txBody>
      </p:sp>
      <p:sp>
        <p:nvSpPr>
          <p:cNvPr id="3" name="Obdélník 2"/>
          <p:cNvSpPr/>
          <p:nvPr/>
        </p:nvSpPr>
        <p:spPr>
          <a:xfrm>
            <a:off x="720000" y="720000"/>
            <a:ext cx="7740000" cy="5198273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avr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interrupt.h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eaLnBrk="1" hangingPunct="1"/>
            <a:r>
              <a:rPr lang="cs-CZ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unsigned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citac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eaLnBrk="1" hangingPunct="1"/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int main(void)</a:t>
            </a:r>
          </a:p>
          <a:p>
            <a:pPr eaLnBrk="1" hangingPunct="1"/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DDRF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0b11111111;</a:t>
            </a:r>
          </a:p>
          <a:p>
            <a:pPr eaLnBrk="1" hangingPunct="1"/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TCCR0B=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0&lt;&lt;</a:t>
            </a:r>
            <a:r>
              <a:rPr lang="cs-CZ" sz="12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WGM02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sz="12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CS02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2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CS01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2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CS00</a:t>
            </a:r>
            <a:r>
              <a:rPr lang="cs-CZ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TCCR0A=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1&lt;&lt;</a:t>
            </a:r>
            <a:r>
              <a:rPr lang="cs-CZ" sz="12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WGM01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sz="12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WGM00</a:t>
            </a:r>
            <a:r>
              <a:rPr lang="cs-CZ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=1&lt;&lt;</a:t>
            </a:r>
            <a:r>
              <a:rPr lang="cs-CZ" sz="12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OCIE0A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sei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/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cs-CZ" sz="12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obsluž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cs-CZ" sz="12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ý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program</a:t>
            </a:r>
            <a:endParaRPr lang="cs-CZ" sz="1200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ISR(</a:t>
            </a:r>
            <a:r>
              <a:rPr lang="cs-CZ" sz="12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TIMER0_COMPA_vect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citac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pPr eaLnBrk="1" hangingPunct="1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cs-CZ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cs-CZ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citac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==500)</a:t>
            </a:r>
          </a:p>
          <a:p>
            <a:pPr eaLnBrk="1" hangingPunct="1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 eaLnBrk="1" hangingPunct="1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cs-CZ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citac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=0;</a:t>
            </a:r>
          </a:p>
          <a:p>
            <a:pPr eaLnBrk="1" hangingPunct="1"/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cs-CZ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53724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D:\lj\prezentace\MIT\AVR\Časovač\Výstupy OC0AB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080000"/>
            <a:ext cx="6480000" cy="550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4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67599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funkce výstupů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OC0A,B</a:t>
            </a:r>
          </a:p>
        </p:txBody>
      </p:sp>
    </p:spTree>
    <p:extLst>
      <p:ext uri="{BB962C8B-B14F-4D97-AF65-F5344CB8AC3E}">
        <p14:creationId xmlns:p14="http://schemas.microsoft.com/office/powerpoint/2010/main" val="828954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539557" y="1440003"/>
            <a:ext cx="4224146" cy="859883"/>
            <a:chOff x="407" y="2839"/>
            <a:chExt cx="2696" cy="228"/>
          </a:xfrm>
        </p:grpSpPr>
        <p:sp>
          <p:nvSpPr>
            <p:cNvPr id="2869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2869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2869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2869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2869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69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70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2870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539552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47" name="Obdélník 46"/>
          <p:cNvSpPr/>
          <p:nvPr/>
        </p:nvSpPr>
        <p:spPr>
          <a:xfrm>
            <a:off x="539552" y="1440002"/>
            <a:ext cx="105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8" name="Obdélník 47"/>
          <p:cNvSpPr/>
          <p:nvPr/>
        </p:nvSpPr>
        <p:spPr>
          <a:xfrm>
            <a:off x="1619672" y="1440003"/>
            <a:ext cx="1007973" cy="859883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aphicFrame>
        <p:nvGraphicFramePr>
          <p:cNvPr id="3" name="Tabulka 2"/>
          <p:cNvGraphicFramePr>
            <a:graphicFrameLocks noGrp="1"/>
          </p:cNvGraphicFramePr>
          <p:nvPr/>
        </p:nvGraphicFramePr>
        <p:xfrm>
          <a:off x="563657" y="3469744"/>
          <a:ext cx="5452524" cy="1615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0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7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cs-CZ" sz="1000" dirty="0"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Režimy čítačů</a:t>
                      </a:r>
                    </a:p>
                  </a:txBody>
                  <a:tcPr marL="45720" marR="4572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COM0A1</a:t>
                      </a:r>
                    </a:p>
                  </a:txBody>
                  <a:tcPr marL="45720" marR="45720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000" dirty="0">
                          <a:latin typeface="Consolas" panose="020B0609020204030204" pitchFamily="49" charset="0"/>
                          <a:ea typeface="Verdana" panose="020B0604030504040204" pitchFamily="34" charset="0"/>
                          <a:cs typeface="Consolas" panose="020B0609020204030204" pitchFamily="49" charset="0"/>
                        </a:rPr>
                        <a:t>COM0A0</a:t>
                      </a:r>
                    </a:p>
                    <a:p>
                      <a:endParaRPr lang="cs-CZ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1000" dirty="0"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Funkce</a:t>
                      </a:r>
                    </a:p>
                  </a:txBody>
                  <a:tcPr marL="45720" marR="4572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rowSpan="4">
                  <a:txBody>
                    <a:bodyPr/>
                    <a:lstStyle/>
                    <a:p>
                      <a:r>
                        <a:rPr lang="cs-CZ" sz="1200" b="1" dirty="0"/>
                        <a:t>bez PWM </a:t>
                      </a:r>
                      <a:r>
                        <a:rPr lang="cs-CZ" sz="1200" dirty="0"/>
                        <a:t>(režim normální,</a:t>
                      </a:r>
                      <a:r>
                        <a:rPr lang="cs-CZ" sz="1200" baseline="0" dirty="0"/>
                        <a:t> CTC)</a:t>
                      </a:r>
                      <a:endParaRPr lang="cs-CZ" sz="1200" dirty="0"/>
                    </a:p>
                  </a:txBody>
                  <a:tcPr marL="45720" marR="4572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45720" marR="45720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45720" marR="4572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200" dirty="0"/>
                        <a:t>čítač </a:t>
                      </a:r>
                      <a:r>
                        <a:rPr lang="cs-CZ" sz="1200" b="1" dirty="0"/>
                        <a:t>odpojen</a:t>
                      </a:r>
                      <a:r>
                        <a:rPr lang="cs-CZ" sz="1200" dirty="0"/>
                        <a:t> od vývodu</a:t>
                      </a:r>
                    </a:p>
                  </a:txBody>
                  <a:tcPr marL="45720" marR="4572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5720" marR="4572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200" b="1" dirty="0"/>
                        <a:t>negace</a:t>
                      </a:r>
                      <a:r>
                        <a:rPr lang="cs-CZ" sz="1200" dirty="0"/>
                        <a:t> hodnoty na výstupu (TOGGLE)</a:t>
                      </a:r>
                    </a:p>
                  </a:txBody>
                  <a:tcPr marL="45720" marR="4572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5720" marR="4572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45720" marR="4572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200" b="1" dirty="0"/>
                        <a:t>nulování</a:t>
                      </a:r>
                    </a:p>
                  </a:txBody>
                  <a:tcPr marL="45720" marR="4572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lang="cs-CZ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5720" marR="45720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5720" marR="4572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200" b="1" dirty="0"/>
                        <a:t>nastavení</a:t>
                      </a:r>
                    </a:p>
                  </a:txBody>
                  <a:tcPr marL="45720" marR="4572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4" name="Tlačítko akce: Vlastní 2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6" name="Tlačítko akce: Vlastní 2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7" name="Levá složená závorka 26"/>
          <p:cNvSpPr/>
          <p:nvPr/>
        </p:nvSpPr>
        <p:spPr>
          <a:xfrm rot="5400000">
            <a:off x="2123714" y="2708905"/>
            <a:ext cx="216004" cy="1224184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8" name="Levá složená závorka 27"/>
          <p:cNvSpPr/>
          <p:nvPr/>
        </p:nvSpPr>
        <p:spPr>
          <a:xfrm rot="16200000" flipV="1">
            <a:off x="941574" y="2009586"/>
            <a:ext cx="252000" cy="1007973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29" name="Přímá spojnice se šipkou 28"/>
          <p:cNvCxnSpPr/>
          <p:nvPr/>
        </p:nvCxnSpPr>
        <p:spPr>
          <a:xfrm>
            <a:off x="1067575" y="2708920"/>
            <a:ext cx="1116100" cy="432048"/>
          </a:xfrm>
          <a:prstGeom prst="straightConnector1">
            <a:avLst/>
          </a:prstGeom>
          <a:ln w="5715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Nastavení funkce výstupů OC0A,B</a:t>
            </a: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1C56688A-F271-43DB-A3A0-7FD19FEF5557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65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7" grpId="0" animBg="1"/>
      <p:bldP spid="48" grpId="0" animBg="1"/>
      <p:bldP spid="22" grpId="0" animBg="1"/>
      <p:bldP spid="23" grpId="0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0" y="1005216"/>
            <a:ext cx="87840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Používání vícenásobných vstupů a výstupů</a:t>
            </a:r>
          </a:p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Výstupní brány mají na jeden pin pouzdra vyvedeno </a:t>
            </a:r>
            <a:r>
              <a:rPr lang="cs-CZ" dirty="0">
                <a:latin typeface="Verdana" pitchFamily="34" charset="0"/>
              </a:rPr>
              <a:t>několik</a:t>
            </a:r>
            <a:r>
              <a:rPr lang="cs-CZ" b="0" dirty="0">
                <a:latin typeface="Verdana" pitchFamily="34" charset="0"/>
              </a:rPr>
              <a:t> vstupů a výstupů </a:t>
            </a:r>
          </a:p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Některé mohou být </a:t>
            </a:r>
            <a:r>
              <a:rPr lang="cs-CZ" dirty="0">
                <a:latin typeface="Verdana" pitchFamily="34" charset="0"/>
              </a:rPr>
              <a:t>vstupní</a:t>
            </a:r>
            <a:r>
              <a:rPr lang="cs-CZ" b="0" dirty="0">
                <a:latin typeface="Verdana" pitchFamily="34" charset="0"/>
              </a:rPr>
              <a:t> nebo </a:t>
            </a:r>
            <a:r>
              <a:rPr lang="cs-CZ" dirty="0">
                <a:latin typeface="Verdana" pitchFamily="34" charset="0"/>
              </a:rPr>
              <a:t>výstupní </a:t>
            </a:r>
            <a:r>
              <a:rPr lang="cs-CZ" sz="1400" b="0" dirty="0">
                <a:latin typeface="Verdana" pitchFamily="34" charset="0"/>
              </a:rPr>
              <a:t>(př</a:t>
            </a:r>
            <a:r>
              <a:rPr lang="cs-CZ" sz="1400" b="0">
                <a:latin typeface="Verdana" pitchFamily="34" charset="0"/>
              </a:rPr>
              <a:t>. port </a:t>
            </a:r>
            <a:r>
              <a:rPr lang="cs-CZ" sz="1400" b="0" dirty="0">
                <a:latin typeface="Verdana" pitchFamily="34" charset="0"/>
              </a:rPr>
              <a:t>D)</a:t>
            </a:r>
            <a:endParaRPr lang="cs-CZ" sz="1400" b="0" dirty="0">
              <a:latin typeface="Consolas" panose="020B0609020204030204" pitchFamily="49" charset="0"/>
            </a:endParaRP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použití výstupu OC0A,B</a:t>
            </a:r>
          </a:p>
        </p:txBody>
      </p:sp>
      <p:grpSp>
        <p:nvGrpSpPr>
          <p:cNvPr id="3" name="Skupina 2">
            <a:extLst>
              <a:ext uri="{FF2B5EF4-FFF2-40B4-BE49-F238E27FC236}">
                <a16:creationId xmlns:a16="http://schemas.microsoft.com/office/drawing/2014/main" id="{244351BE-6830-4DF8-A62A-A0B49D859EC3}"/>
              </a:ext>
            </a:extLst>
          </p:cNvPr>
          <p:cNvGrpSpPr/>
          <p:nvPr/>
        </p:nvGrpSpPr>
        <p:grpSpPr>
          <a:xfrm>
            <a:off x="900000" y="3995576"/>
            <a:ext cx="4321290" cy="540000"/>
            <a:chOff x="900000" y="3995576"/>
            <a:chExt cx="4321290" cy="540000"/>
          </a:xfrm>
        </p:grpSpPr>
        <p:sp>
          <p:nvSpPr>
            <p:cNvPr id="26" name="Rectangle 42">
              <a:extLst>
                <a:ext uri="{FF2B5EF4-FFF2-40B4-BE49-F238E27FC236}">
                  <a16:creationId xmlns:a16="http://schemas.microsoft.com/office/drawing/2014/main" id="{84A42164-2813-4417-BA93-9AA7F8083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000" y="3995576"/>
              <a:ext cx="540553" cy="5400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T0</a:t>
              </a:r>
            </a:p>
          </p:txBody>
        </p:sp>
        <p:sp>
          <p:nvSpPr>
            <p:cNvPr id="27" name="Rectangle 43">
              <a:extLst>
                <a:ext uri="{FF2B5EF4-FFF2-40B4-BE49-F238E27FC236}">
                  <a16:creationId xmlns:a16="http://schemas.microsoft.com/office/drawing/2014/main" id="{F3715295-A1DA-483B-87FD-7486A4EEB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553" y="3995576"/>
              <a:ext cx="540553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4">
              <a:extLst>
                <a:ext uri="{FF2B5EF4-FFF2-40B4-BE49-F238E27FC236}">
                  <a16:creationId xmlns:a16="http://schemas.microsoft.com/office/drawing/2014/main" id="{1959D79D-8298-4C6F-87E4-D54BF0D8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539" y="3995576"/>
              <a:ext cx="540553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Rectangle 45">
              <a:extLst>
                <a:ext uri="{FF2B5EF4-FFF2-40B4-BE49-F238E27FC236}">
                  <a16:creationId xmlns:a16="http://schemas.microsoft.com/office/drawing/2014/main" id="{31AEE73F-B8DE-4056-BCD2-6DD23B382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092" y="3995576"/>
              <a:ext cx="540553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Rectangle 46">
              <a:extLst>
                <a:ext uri="{FF2B5EF4-FFF2-40B4-BE49-F238E27FC236}">
                  <a16:creationId xmlns:a16="http://schemas.microsoft.com/office/drawing/2014/main" id="{3BDC3012-B5AB-4DE2-A3C9-376DE93A9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645" y="3995576"/>
              <a:ext cx="540553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" name="Rectangle 47">
              <a:extLst>
                <a:ext uri="{FF2B5EF4-FFF2-40B4-BE49-F238E27FC236}">
                  <a16:creationId xmlns:a16="http://schemas.microsoft.com/office/drawing/2014/main" id="{93AF706D-93C4-4B65-80DF-7890F99F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631" y="3995576"/>
              <a:ext cx="540553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353E3E21-974E-4520-94BB-5AD866AF4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184" y="3995576"/>
              <a:ext cx="540553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07676282-F09E-497B-9925-B33E1B667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737" y="3995576"/>
              <a:ext cx="540553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" name="Skupina 1">
            <a:extLst>
              <a:ext uri="{FF2B5EF4-FFF2-40B4-BE49-F238E27FC236}">
                <a16:creationId xmlns:a16="http://schemas.microsoft.com/office/drawing/2014/main" id="{63FA822B-DDE8-4C39-9C68-FDC9B0B47EF4}"/>
              </a:ext>
            </a:extLst>
          </p:cNvPr>
          <p:cNvGrpSpPr/>
          <p:nvPr/>
        </p:nvGrpSpPr>
        <p:grpSpPr>
          <a:xfrm>
            <a:off x="900000" y="3420000"/>
            <a:ext cx="4320000" cy="540000"/>
            <a:chOff x="864000" y="3420000"/>
            <a:chExt cx="4320000" cy="540000"/>
          </a:xfrm>
        </p:grpSpPr>
        <p:sp>
          <p:nvSpPr>
            <p:cNvPr id="23" name="Rectangle 48">
              <a:extLst>
                <a:ext uri="{FF2B5EF4-FFF2-40B4-BE49-F238E27FC236}">
                  <a16:creationId xmlns:a16="http://schemas.microsoft.com/office/drawing/2014/main" id="{20016B3D-ABA2-4414-B320-BA050EE469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64000" y="3420000"/>
              <a:ext cx="540000" cy="540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34" name="Rectangle 48">
              <a:extLst>
                <a:ext uri="{FF2B5EF4-FFF2-40B4-BE49-F238E27FC236}">
                  <a16:creationId xmlns:a16="http://schemas.microsoft.com/office/drawing/2014/main" id="{629C35BB-FB53-4C72-9B66-2D32449C6B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04000" y="3420000"/>
              <a:ext cx="540000" cy="540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  <p:sp>
          <p:nvSpPr>
            <p:cNvPr id="35" name="Rectangle 48">
              <a:extLst>
                <a:ext uri="{FF2B5EF4-FFF2-40B4-BE49-F238E27FC236}">
                  <a16:creationId xmlns:a16="http://schemas.microsoft.com/office/drawing/2014/main" id="{7A3BF60A-8665-4B13-922C-3D7C7740FD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44000" y="3420000"/>
              <a:ext cx="540000" cy="540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36" name="Rectangle 48">
              <a:extLst>
                <a:ext uri="{FF2B5EF4-FFF2-40B4-BE49-F238E27FC236}">
                  <a16:creationId xmlns:a16="http://schemas.microsoft.com/office/drawing/2014/main" id="{316C88FC-F49D-41F8-B817-201CD1D6EA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84000" y="3420000"/>
              <a:ext cx="540000" cy="540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37" name="Rectangle 48">
              <a:extLst>
                <a:ext uri="{FF2B5EF4-FFF2-40B4-BE49-F238E27FC236}">
                  <a16:creationId xmlns:a16="http://schemas.microsoft.com/office/drawing/2014/main" id="{DDB2A923-858B-430F-89A3-D35915A2C3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24000" y="3420000"/>
              <a:ext cx="540000" cy="540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38" name="Rectangle 48">
              <a:extLst>
                <a:ext uri="{FF2B5EF4-FFF2-40B4-BE49-F238E27FC236}">
                  <a16:creationId xmlns:a16="http://schemas.microsoft.com/office/drawing/2014/main" id="{626910F2-0BC2-4B9E-85FF-3ACBEBE272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64000" y="3420000"/>
              <a:ext cx="540000" cy="540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39" name="Rectangle 48">
              <a:extLst>
                <a:ext uri="{FF2B5EF4-FFF2-40B4-BE49-F238E27FC236}">
                  <a16:creationId xmlns:a16="http://schemas.microsoft.com/office/drawing/2014/main" id="{E2E9BF08-028E-4096-9E27-F5DB437383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4000" y="3420000"/>
              <a:ext cx="540000" cy="540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40" name="Rectangle 48">
              <a:extLst>
                <a:ext uri="{FF2B5EF4-FFF2-40B4-BE49-F238E27FC236}">
                  <a16:creationId xmlns:a16="http://schemas.microsoft.com/office/drawing/2014/main" id="{9EF354E2-B00D-4714-8225-CC83381436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44000" y="3420000"/>
              <a:ext cx="540000" cy="540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4" name="Skupina 3">
            <a:extLst>
              <a:ext uri="{FF2B5EF4-FFF2-40B4-BE49-F238E27FC236}">
                <a16:creationId xmlns:a16="http://schemas.microsoft.com/office/drawing/2014/main" id="{89F44879-F0D0-4798-A01C-2FD6A577FC5F}"/>
              </a:ext>
            </a:extLst>
          </p:cNvPr>
          <p:cNvGrpSpPr/>
          <p:nvPr/>
        </p:nvGrpSpPr>
        <p:grpSpPr>
          <a:xfrm>
            <a:off x="900000" y="4570137"/>
            <a:ext cx="4320000" cy="543439"/>
            <a:chOff x="900000" y="4570137"/>
            <a:chExt cx="4320000" cy="54343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10C1297-AE63-479D-9712-B3DDEC783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000" y="4572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F09587E-348B-4C44-A6E7-945843EF5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000" y="4572547"/>
              <a:ext cx="540000" cy="5400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6904E9-83BA-4629-8D2E-A6FD7E985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000" y="4573576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D3F4902-2C13-4097-8175-31EB7FE27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000" y="4572000"/>
              <a:ext cx="540000" cy="5400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ICP1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DA3E5B6-497C-4291-8F30-5C9B6691F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963" y="4570137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8CFED7-D127-447F-97D6-6DD72A812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912" y="4572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C2F829D-7F5A-4091-8A5D-E66F41B61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000" y="4572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98D214D-5BF8-4938-AB76-92B00D3EF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000" y="4572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" name="Skupina 4">
            <a:extLst>
              <a:ext uri="{FF2B5EF4-FFF2-40B4-BE49-F238E27FC236}">
                <a16:creationId xmlns:a16="http://schemas.microsoft.com/office/drawing/2014/main" id="{2BFD8DD4-F05D-4522-B8A8-E93850624A80}"/>
              </a:ext>
            </a:extLst>
          </p:cNvPr>
          <p:cNvGrpSpPr/>
          <p:nvPr/>
        </p:nvGrpSpPr>
        <p:grpSpPr>
          <a:xfrm>
            <a:off x="900000" y="5148000"/>
            <a:ext cx="4320000" cy="541518"/>
            <a:chOff x="900000" y="5148000"/>
            <a:chExt cx="4320000" cy="541518"/>
          </a:xfrm>
        </p:grpSpPr>
        <p:sp>
          <p:nvSpPr>
            <p:cNvPr id="52" name="Rectangle 42">
              <a:extLst>
                <a:ext uri="{FF2B5EF4-FFF2-40B4-BE49-F238E27FC236}">
                  <a16:creationId xmlns:a16="http://schemas.microsoft.com/office/drawing/2014/main" id="{28A7522B-B73F-4EB4-B4FF-B671B25C8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000" y="5148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3" name="Rectangle 43">
              <a:extLst>
                <a:ext uri="{FF2B5EF4-FFF2-40B4-BE49-F238E27FC236}">
                  <a16:creationId xmlns:a16="http://schemas.microsoft.com/office/drawing/2014/main" id="{BC645E75-67E7-40D9-962D-78BEE9D60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000" y="5148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Rectangle 44">
              <a:extLst>
                <a:ext uri="{FF2B5EF4-FFF2-40B4-BE49-F238E27FC236}">
                  <a16:creationId xmlns:a16="http://schemas.microsoft.com/office/drawing/2014/main" id="{090A9C13-371B-4179-B526-522592119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000" y="514951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5" name="Rectangle 45">
              <a:extLst>
                <a:ext uri="{FF2B5EF4-FFF2-40B4-BE49-F238E27FC236}">
                  <a16:creationId xmlns:a16="http://schemas.microsoft.com/office/drawing/2014/main" id="{69969425-88F8-4C47-BBD9-7EFA40CE5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000" y="514951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Rectangle 46">
              <a:extLst>
                <a:ext uri="{FF2B5EF4-FFF2-40B4-BE49-F238E27FC236}">
                  <a16:creationId xmlns:a16="http://schemas.microsoft.com/office/drawing/2014/main" id="{F78D6995-7FF8-45CB-8582-F65791241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000" y="5149518"/>
              <a:ext cx="540000" cy="5400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INT3</a:t>
              </a:r>
            </a:p>
          </p:txBody>
        </p:sp>
        <p:sp>
          <p:nvSpPr>
            <p:cNvPr id="57" name="Rectangle 47">
              <a:extLst>
                <a:ext uri="{FF2B5EF4-FFF2-40B4-BE49-F238E27FC236}">
                  <a16:creationId xmlns:a16="http://schemas.microsoft.com/office/drawing/2014/main" id="{E6EC88BD-1C12-4D57-92B7-9D6902EA6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000" y="5148000"/>
              <a:ext cx="540000" cy="5400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INT2</a:t>
              </a:r>
            </a:p>
          </p:txBody>
        </p:sp>
        <p:sp>
          <p:nvSpPr>
            <p:cNvPr id="58" name="Rectangle 48">
              <a:extLst>
                <a:ext uri="{FF2B5EF4-FFF2-40B4-BE49-F238E27FC236}">
                  <a16:creationId xmlns:a16="http://schemas.microsoft.com/office/drawing/2014/main" id="{6F54C0AF-E8EB-4B6E-B120-A2F8134FA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9004" y="5149518"/>
              <a:ext cx="540000" cy="5400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INT1</a:t>
              </a:r>
            </a:p>
          </p:txBody>
        </p:sp>
        <p:sp>
          <p:nvSpPr>
            <p:cNvPr id="59" name="Rectangle 49">
              <a:extLst>
                <a:ext uri="{FF2B5EF4-FFF2-40B4-BE49-F238E27FC236}">
                  <a16:creationId xmlns:a16="http://schemas.microsoft.com/office/drawing/2014/main" id="{9E71CA22-2A75-4775-8BD1-62BC19E93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000" y="5148000"/>
              <a:ext cx="540000" cy="5400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INT0</a:t>
              </a:r>
            </a:p>
          </p:txBody>
        </p:sp>
      </p:grpSp>
      <p:grpSp>
        <p:nvGrpSpPr>
          <p:cNvPr id="6" name="Skupina 5">
            <a:extLst>
              <a:ext uri="{FF2B5EF4-FFF2-40B4-BE49-F238E27FC236}">
                <a16:creationId xmlns:a16="http://schemas.microsoft.com/office/drawing/2014/main" id="{CEC3E448-856E-4615-8DBF-E0A1ED1CAF90}"/>
              </a:ext>
            </a:extLst>
          </p:cNvPr>
          <p:cNvGrpSpPr/>
          <p:nvPr/>
        </p:nvGrpSpPr>
        <p:grpSpPr>
          <a:xfrm>
            <a:off x="900000" y="5722424"/>
            <a:ext cx="4320000" cy="541576"/>
            <a:chOff x="900000" y="5722424"/>
            <a:chExt cx="4320000" cy="541576"/>
          </a:xfrm>
        </p:grpSpPr>
        <p:sp>
          <p:nvSpPr>
            <p:cNvPr id="61" name="Rectangle 42">
              <a:extLst>
                <a:ext uri="{FF2B5EF4-FFF2-40B4-BE49-F238E27FC236}">
                  <a16:creationId xmlns:a16="http://schemas.microsoft.com/office/drawing/2014/main" id="{B5AEA862-7E0B-4F1F-9B14-63F53215C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000" y="5724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2" name="Rectangle 43">
              <a:extLst>
                <a:ext uri="{FF2B5EF4-FFF2-40B4-BE49-F238E27FC236}">
                  <a16:creationId xmlns:a16="http://schemas.microsoft.com/office/drawing/2014/main" id="{84D86098-7D9D-4991-AE19-8C8B59E2C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000" y="5724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3" name="Rectangle 44">
              <a:extLst>
                <a:ext uri="{FF2B5EF4-FFF2-40B4-BE49-F238E27FC236}">
                  <a16:creationId xmlns:a16="http://schemas.microsoft.com/office/drawing/2014/main" id="{81282E12-3629-4DE7-A4C4-900EA7F8F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000" y="5722424"/>
              <a:ext cx="540000" cy="5400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XCK1</a:t>
              </a:r>
            </a:p>
          </p:txBody>
        </p:sp>
        <p:sp>
          <p:nvSpPr>
            <p:cNvPr id="64" name="Rectangle 45">
              <a:extLst>
                <a:ext uri="{FF2B5EF4-FFF2-40B4-BE49-F238E27FC236}">
                  <a16:creationId xmlns:a16="http://schemas.microsoft.com/office/drawing/2014/main" id="{28A503E6-3F25-471B-97F7-36CEB30B6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000" y="5722424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Rectangle 46">
              <a:extLst>
                <a:ext uri="{FF2B5EF4-FFF2-40B4-BE49-F238E27FC236}">
                  <a16:creationId xmlns:a16="http://schemas.microsoft.com/office/drawing/2014/main" id="{76B41A99-3FFA-4C84-920E-8524E65C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000" y="5724000"/>
              <a:ext cx="540000" cy="5400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TXD1</a:t>
              </a:r>
            </a:p>
          </p:txBody>
        </p:sp>
        <p:sp>
          <p:nvSpPr>
            <p:cNvPr id="66" name="Rectangle 47">
              <a:extLst>
                <a:ext uri="{FF2B5EF4-FFF2-40B4-BE49-F238E27FC236}">
                  <a16:creationId xmlns:a16="http://schemas.microsoft.com/office/drawing/2014/main" id="{AAB4E682-CBBA-41AD-9D95-84129AF36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000" y="5722424"/>
              <a:ext cx="540000" cy="5400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RXD1</a:t>
              </a:r>
            </a:p>
          </p:txBody>
        </p:sp>
        <p:sp>
          <p:nvSpPr>
            <p:cNvPr id="67" name="Rectangle 48">
              <a:extLst>
                <a:ext uri="{FF2B5EF4-FFF2-40B4-BE49-F238E27FC236}">
                  <a16:creationId xmlns:a16="http://schemas.microsoft.com/office/drawing/2014/main" id="{145AD1CB-0E27-4C0A-B9B0-FC9BB971A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000" y="5724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8" name="Rectangle 49">
              <a:extLst>
                <a:ext uri="{FF2B5EF4-FFF2-40B4-BE49-F238E27FC236}">
                  <a16:creationId xmlns:a16="http://schemas.microsoft.com/office/drawing/2014/main" id="{4C318C32-C224-440C-A494-632BD3B63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000" y="5724000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72" name="Rectangle 48">
            <a:extLst>
              <a:ext uri="{FF2B5EF4-FFF2-40B4-BE49-F238E27FC236}">
                <a16:creationId xmlns:a16="http://schemas.microsoft.com/office/drawing/2014/main" id="{6BE1C485-A67F-495B-93DB-7AC99F386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00" y="3420000"/>
            <a:ext cx="1080000" cy="540000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PORT D</a:t>
            </a:r>
          </a:p>
        </p:txBody>
      </p:sp>
      <p:sp>
        <p:nvSpPr>
          <p:cNvPr id="73" name="TextovéPole 72">
            <a:extLst>
              <a:ext uri="{FF2B5EF4-FFF2-40B4-BE49-F238E27FC236}">
                <a16:creationId xmlns:a16="http://schemas.microsoft.com/office/drawing/2014/main" id="{7C746E2D-CCCA-4F4A-B74D-EE002BA503FA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74" name="Rectangle 48">
            <a:extLst>
              <a:ext uri="{FF2B5EF4-FFF2-40B4-BE49-F238E27FC236}">
                <a16:creationId xmlns:a16="http://schemas.microsoft.com/office/drawing/2014/main" id="{6D385739-D7EB-4D78-A5BB-46563F534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00" y="3996000"/>
            <a:ext cx="10800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TIMER0</a:t>
            </a:r>
          </a:p>
        </p:txBody>
      </p:sp>
      <p:sp>
        <p:nvSpPr>
          <p:cNvPr id="75" name="Rectangle 48">
            <a:extLst>
              <a:ext uri="{FF2B5EF4-FFF2-40B4-BE49-F238E27FC236}">
                <a16:creationId xmlns:a16="http://schemas.microsoft.com/office/drawing/2014/main" id="{157AB593-0818-4585-8AB5-78BD93CDD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00" y="4570137"/>
            <a:ext cx="10800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TIMER1</a:t>
            </a:r>
          </a:p>
        </p:txBody>
      </p:sp>
      <p:sp>
        <p:nvSpPr>
          <p:cNvPr id="76" name="Rectangle 48">
            <a:extLst>
              <a:ext uri="{FF2B5EF4-FFF2-40B4-BE49-F238E27FC236}">
                <a16:creationId xmlns:a16="http://schemas.microsoft.com/office/drawing/2014/main" id="{D736F510-9B09-4722-8961-57B02866E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00" y="5148000"/>
            <a:ext cx="10800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EXINT</a:t>
            </a:r>
          </a:p>
        </p:txBody>
      </p:sp>
      <p:sp>
        <p:nvSpPr>
          <p:cNvPr id="77" name="Rectangle 48">
            <a:extLst>
              <a:ext uri="{FF2B5EF4-FFF2-40B4-BE49-F238E27FC236}">
                <a16:creationId xmlns:a16="http://schemas.microsoft.com/office/drawing/2014/main" id="{B8509E65-E035-4E2D-8C43-A949CF36E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00" y="5724000"/>
            <a:ext cx="1080000" cy="540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USART1</a:t>
            </a:r>
          </a:p>
        </p:txBody>
      </p:sp>
    </p:spTree>
    <p:extLst>
      <p:ext uri="{BB962C8B-B14F-4D97-AF65-F5344CB8AC3E}">
        <p14:creationId xmlns:p14="http://schemas.microsoft.com/office/powerpoint/2010/main" val="331013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72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Nastavení registrů </a:t>
            </a:r>
            <a:r>
              <a:rPr lang="cs-CZ" sz="2800" dirty="0" err="1">
                <a:latin typeface="Consolas" panose="020B0609020204030204" pitchFamily="49" charset="0"/>
              </a:rPr>
              <a:t>DDRx</a:t>
            </a:r>
            <a:r>
              <a:rPr lang="cs-CZ" sz="2800" b="0" dirty="0">
                <a:latin typeface="Verdana" pitchFamily="34" charset="0"/>
              </a:rPr>
              <a:t> a </a:t>
            </a:r>
            <a:r>
              <a:rPr lang="cs-CZ" sz="2800" dirty="0" err="1">
                <a:latin typeface="Consolas" panose="020B0609020204030204" pitchFamily="49" charset="0"/>
              </a:rPr>
              <a:t>PORTx</a:t>
            </a:r>
            <a:endParaRPr lang="cs-CZ" sz="2800" dirty="0">
              <a:latin typeface="Consolas" panose="020B0609020204030204" pitchFamily="49" charset="0"/>
            </a:endParaRPr>
          </a:p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Výstup</a:t>
            </a:r>
            <a:br>
              <a:rPr lang="cs-CZ" dirty="0">
                <a:latin typeface="Verdana" pitchFamily="34" charset="0"/>
              </a:rPr>
            </a:br>
            <a:r>
              <a:rPr lang="cs-CZ" b="0" dirty="0">
                <a:latin typeface="Verdana" pitchFamily="34" charset="0"/>
              </a:rPr>
              <a:t>směrový registr - </a:t>
            </a:r>
            <a:r>
              <a:rPr lang="cs-CZ" dirty="0">
                <a:latin typeface="Verdana" pitchFamily="34" charset="0"/>
              </a:rPr>
              <a:t>výstup</a:t>
            </a:r>
            <a:br>
              <a:rPr lang="cs-CZ" b="0" dirty="0">
                <a:latin typeface="Verdana" pitchFamily="34" charset="0"/>
              </a:rPr>
            </a:br>
            <a:r>
              <a:rPr lang="cs-CZ" b="0" dirty="0">
                <a:latin typeface="Verdana" pitchFamily="34" charset="0"/>
              </a:rPr>
              <a:t>výstupní</a:t>
            </a:r>
            <a:r>
              <a:rPr lang="en-US" b="0" dirty="0">
                <a:latin typeface="Verdana" pitchFamily="34" charset="0"/>
              </a:rPr>
              <a:t> registr</a:t>
            </a:r>
            <a:r>
              <a:rPr lang="cs-CZ" b="0" dirty="0">
                <a:latin typeface="Verdana" pitchFamily="34" charset="0"/>
              </a:rPr>
              <a:t> - </a:t>
            </a:r>
            <a:r>
              <a:rPr lang="cs-CZ" dirty="0">
                <a:latin typeface="Verdana" pitchFamily="34" charset="0"/>
              </a:rPr>
              <a:t>log 1</a:t>
            </a:r>
          </a:p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Vstup</a:t>
            </a:r>
            <a:br>
              <a:rPr lang="cs-CZ" dirty="0">
                <a:latin typeface="Verdana" pitchFamily="34" charset="0"/>
              </a:rPr>
            </a:br>
            <a:r>
              <a:rPr lang="cs-CZ" b="0" dirty="0">
                <a:latin typeface="Verdana" pitchFamily="34" charset="0"/>
              </a:rPr>
              <a:t>směrový registr - </a:t>
            </a:r>
            <a:r>
              <a:rPr lang="cs-CZ" dirty="0">
                <a:latin typeface="Verdana" pitchFamily="34" charset="0"/>
              </a:rPr>
              <a:t>vstup</a:t>
            </a:r>
            <a:br>
              <a:rPr lang="cs-CZ" b="0" dirty="0">
                <a:latin typeface="Verdana" pitchFamily="34" charset="0"/>
              </a:rPr>
            </a:br>
            <a:r>
              <a:rPr lang="cs-CZ" b="0" dirty="0">
                <a:latin typeface="Verdana" pitchFamily="34" charset="0"/>
              </a:rPr>
              <a:t>výstupní</a:t>
            </a:r>
            <a:r>
              <a:rPr lang="en-US" b="0" dirty="0">
                <a:latin typeface="Verdana" pitchFamily="34" charset="0"/>
              </a:rPr>
              <a:t> registr</a:t>
            </a:r>
            <a:r>
              <a:rPr lang="cs-CZ" b="0" dirty="0">
                <a:latin typeface="Verdana" pitchFamily="34" charset="0"/>
              </a:rPr>
              <a:t> - </a:t>
            </a:r>
            <a:r>
              <a:rPr lang="cs-CZ" dirty="0">
                <a:latin typeface="Verdana" pitchFamily="34" charset="0"/>
              </a:rPr>
              <a:t>log 1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použití výstupu OC0A,B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238B102D-698A-4AB3-ACC2-8ECBB82E6CB1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07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Periodický signál – použití výstupu OC0A,B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2477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u="sng" dirty="0">
                <a:latin typeface="Verdana" pitchFamily="34" charset="0"/>
              </a:rPr>
              <a:t>Zadání</a:t>
            </a:r>
            <a:r>
              <a:rPr lang="cs-CZ" sz="2800" b="0" dirty="0">
                <a:latin typeface="Verdana" pitchFamily="34" charset="0"/>
              </a:rPr>
              <a:t> – generujte na výstupu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OC0A</a:t>
            </a:r>
            <a:r>
              <a:rPr lang="cs-CZ" sz="2800" b="0" dirty="0">
                <a:latin typeface="Verdana" pitchFamily="34" charset="0"/>
              </a:rPr>
              <a:t> periodický průběh (1:1) o frekvenci 1kHz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u="sng" dirty="0">
                <a:latin typeface="Verdana" pitchFamily="34" charset="0"/>
              </a:rPr>
              <a:t>Řešení</a:t>
            </a:r>
            <a:r>
              <a:rPr lang="cs-CZ" sz="2800" b="0" dirty="0">
                <a:latin typeface="Verdana" pitchFamily="34" charset="0"/>
              </a:rPr>
              <a:t> – nastavíme </a:t>
            </a:r>
            <a:r>
              <a:rPr lang="cs-CZ" sz="2800" dirty="0">
                <a:latin typeface="Verdana" pitchFamily="34" charset="0"/>
              </a:rPr>
              <a:t>komparační registr A, </a:t>
            </a:r>
            <a:r>
              <a:rPr lang="cs-CZ" sz="2800" b="0" dirty="0">
                <a:latin typeface="Verdana" pitchFamily="34" charset="0"/>
              </a:rPr>
              <a:t> nastavíme režim </a:t>
            </a:r>
            <a:r>
              <a:rPr lang="cs-CZ" sz="2800" dirty="0">
                <a:latin typeface="Verdana" pitchFamily="34" charset="0"/>
              </a:rPr>
              <a:t>TOGGLE</a:t>
            </a:r>
            <a:r>
              <a:rPr lang="cs-CZ" sz="2800" b="0" dirty="0">
                <a:latin typeface="Verdana" pitchFamily="34" charset="0"/>
              </a:rPr>
              <a:t> na výstupu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OC0A</a:t>
            </a:r>
            <a:endParaRPr lang="cs-CZ" sz="2800" b="0" dirty="0">
              <a:latin typeface="Verdana" pitchFamily="34" charset="0"/>
            </a:endParaRP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95504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12"/>
            <a:ext cx="8784000" cy="260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Výpočet</a:t>
            </a:r>
          </a:p>
          <a:p>
            <a:pPr marL="504000"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Výpočet stejný jako přednastavení časovače (</a:t>
            </a:r>
            <a:r>
              <a:rPr lang="cs-CZ" dirty="0">
                <a:latin typeface="Verdana" pitchFamily="34" charset="0"/>
              </a:rPr>
              <a:t>frekvence 1kHz</a:t>
            </a:r>
            <a:r>
              <a:rPr lang="cs-CZ" b="0" dirty="0">
                <a:latin typeface="Verdana" pitchFamily="34" charset="0"/>
              </a:rPr>
              <a:t>)</a:t>
            </a:r>
          </a:p>
          <a:p>
            <a:pPr marL="504000"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Nastavení děliče na </a:t>
            </a:r>
            <a:r>
              <a:rPr lang="cs-CZ" dirty="0">
                <a:latin typeface="Verdana" pitchFamily="34" charset="0"/>
              </a:rPr>
              <a:t>64</a:t>
            </a:r>
          </a:p>
          <a:p>
            <a:pPr marL="504000"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Nastavení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  <a:r>
              <a:rPr lang="cs-CZ" b="0" dirty="0">
                <a:latin typeface="Verdana" pitchFamily="34" charset="0"/>
              </a:rPr>
              <a:t> na </a:t>
            </a:r>
            <a:r>
              <a:rPr lang="cs-CZ" dirty="0">
                <a:latin typeface="Verdana" pitchFamily="34" charset="0"/>
              </a:rPr>
              <a:t>125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použití výstupu OC0A,B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915A1151-BF50-4909-BDC5-3976B98811E5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57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3062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Požadavky na nastavení časovače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Zvolený režim: </a:t>
            </a:r>
            <a:r>
              <a:rPr lang="cs-CZ" dirty="0">
                <a:latin typeface="Verdana" pitchFamily="34" charset="0"/>
              </a:rPr>
              <a:t>CTC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Zdroj impulzů: </a:t>
            </a:r>
            <a:r>
              <a:rPr lang="cs-CZ" dirty="0">
                <a:latin typeface="Verdana" pitchFamily="34" charset="0"/>
              </a:rPr>
              <a:t>vnitřní, dělič nastaven </a:t>
            </a:r>
            <a:r>
              <a:rPr lang="cs-CZ" dirty="0" err="1">
                <a:latin typeface="Verdana" pitchFamily="34" charset="0"/>
              </a:rPr>
              <a:t>f</a:t>
            </a:r>
            <a:r>
              <a:rPr lang="cs-CZ" baseline="-25000" dirty="0" err="1">
                <a:latin typeface="Verdana" pitchFamily="34" charset="0"/>
              </a:rPr>
              <a:t>osc</a:t>
            </a:r>
            <a:r>
              <a:rPr lang="cs-CZ" dirty="0">
                <a:latin typeface="Verdana" pitchFamily="34" charset="0"/>
              </a:rPr>
              <a:t>/64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Výstup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OC0A</a:t>
            </a:r>
            <a:r>
              <a:rPr lang="cs-CZ" b="0" dirty="0">
                <a:latin typeface="Verdana" pitchFamily="34" charset="0"/>
              </a:rPr>
              <a:t>: </a:t>
            </a:r>
            <a:r>
              <a:rPr lang="cs-CZ" dirty="0">
                <a:latin typeface="Verdana" pitchFamily="34" charset="0"/>
              </a:rPr>
              <a:t>generují periodický signál režim TOGGLE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Registr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  <a:r>
              <a:rPr lang="cs-CZ" b="0" dirty="0">
                <a:latin typeface="Verdana" pitchFamily="34" charset="0"/>
              </a:rPr>
              <a:t>: </a:t>
            </a:r>
            <a:r>
              <a:rPr lang="cs-CZ" dirty="0">
                <a:latin typeface="Verdana" pitchFamily="34" charset="0"/>
              </a:rPr>
              <a:t>125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použití výstupu OC0A,B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90D37081-A9E1-4573-83D0-FFFA00F53AE2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5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41"/>
          <p:cNvGrpSpPr>
            <a:grpSpLocks/>
          </p:cNvGrpSpPr>
          <p:nvPr/>
        </p:nvGrpSpPr>
        <p:grpSpPr bwMode="auto">
          <a:xfrm>
            <a:off x="4680005" y="4077039"/>
            <a:ext cx="4224146" cy="859883"/>
            <a:chOff x="407" y="2839"/>
            <a:chExt cx="2696" cy="228"/>
          </a:xfrm>
        </p:grpSpPr>
        <p:sp>
          <p:nvSpPr>
            <p:cNvPr id="59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61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62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63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66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67" name="Group 41"/>
          <p:cNvGrpSpPr>
            <a:grpSpLocks/>
          </p:cNvGrpSpPr>
          <p:nvPr/>
        </p:nvGrpSpPr>
        <p:grpSpPr bwMode="auto">
          <a:xfrm>
            <a:off x="180002" y="4077040"/>
            <a:ext cx="4224146" cy="859883"/>
            <a:chOff x="407" y="2839"/>
            <a:chExt cx="2696" cy="228"/>
          </a:xfrm>
        </p:grpSpPr>
        <p:sp>
          <p:nvSpPr>
            <p:cNvPr id="68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69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70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2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73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74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75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76" name="Text Box 71"/>
          <p:cNvSpPr txBox="1">
            <a:spLocks noChangeArrowheads="1"/>
          </p:cNvSpPr>
          <p:nvPr/>
        </p:nvSpPr>
        <p:spPr bwMode="auto">
          <a:xfrm>
            <a:off x="180000" y="3717032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77" name="Text Box 71"/>
          <p:cNvSpPr txBox="1">
            <a:spLocks noChangeArrowheads="1"/>
          </p:cNvSpPr>
          <p:nvPr/>
        </p:nvSpPr>
        <p:spPr bwMode="auto">
          <a:xfrm>
            <a:off x="4680000" y="3717032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78" name="Obdélník 77"/>
          <p:cNvSpPr/>
          <p:nvPr/>
        </p:nvSpPr>
        <p:spPr>
          <a:xfrm>
            <a:off x="2808251" y="4077036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9" name="Obdélník 78"/>
          <p:cNvSpPr/>
          <p:nvPr/>
        </p:nvSpPr>
        <p:spPr>
          <a:xfrm>
            <a:off x="7848114" y="4077035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0" name="Obdélník 79"/>
          <p:cNvSpPr/>
          <p:nvPr/>
        </p:nvSpPr>
        <p:spPr>
          <a:xfrm>
            <a:off x="2292077" y="4077035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81" name="Group 41"/>
          <p:cNvGrpSpPr>
            <a:grpSpLocks/>
          </p:cNvGrpSpPr>
          <p:nvPr/>
        </p:nvGrpSpPr>
        <p:grpSpPr bwMode="auto">
          <a:xfrm>
            <a:off x="4679513" y="5017393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8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5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6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7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89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90" name="Group 41"/>
          <p:cNvGrpSpPr>
            <a:grpSpLocks/>
          </p:cNvGrpSpPr>
          <p:nvPr/>
        </p:nvGrpSpPr>
        <p:grpSpPr bwMode="auto">
          <a:xfrm>
            <a:off x="179512" y="5017393"/>
            <a:ext cx="4224146" cy="859883"/>
            <a:chOff x="407" y="2839"/>
            <a:chExt cx="2696" cy="228"/>
          </a:xfrm>
          <a:solidFill>
            <a:schemeClr val="bg1"/>
          </a:solidFill>
        </p:grpSpPr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2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4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5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6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7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98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2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2231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Nastavení řídících registrů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Bity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COM0A1</a:t>
            </a:r>
            <a:r>
              <a:rPr lang="cs-CZ" b="0" dirty="0">
                <a:latin typeface="Verdana" pitchFamily="34" charset="0"/>
              </a:rPr>
              <a:t> a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COM0A0</a:t>
            </a:r>
            <a:r>
              <a:rPr lang="cs-CZ" b="0" dirty="0">
                <a:latin typeface="Verdana" pitchFamily="34" charset="0"/>
              </a:rPr>
              <a:t> nastavíme do režimu </a:t>
            </a:r>
            <a:r>
              <a:rPr lang="cs-CZ" dirty="0">
                <a:latin typeface="Verdana" pitchFamily="34" charset="0"/>
              </a:rPr>
              <a:t>TOGGLE</a:t>
            </a:r>
            <a:r>
              <a:rPr lang="cs-CZ" b="0" dirty="0">
                <a:latin typeface="Verdana" pitchFamily="34" charset="0"/>
              </a:rPr>
              <a:t> (01)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Aby se generoval signál na výstupech musí dojít ke komparaci a proto nastavíme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  <a:r>
              <a:rPr lang="cs-CZ" b="0" dirty="0">
                <a:latin typeface="Verdana" pitchFamily="34" charset="0"/>
              </a:rPr>
              <a:t> na hodnotu </a:t>
            </a:r>
            <a:r>
              <a:rPr lang="cs-CZ" dirty="0">
                <a:latin typeface="Verdana" pitchFamily="34" charset="0"/>
              </a:rPr>
              <a:t>125</a:t>
            </a:r>
          </a:p>
        </p:txBody>
      </p:sp>
      <p:sp>
        <p:nvSpPr>
          <p:cNvPr id="5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použití výstupu OC0A,B</a:t>
            </a:r>
          </a:p>
        </p:txBody>
      </p:sp>
      <p:sp>
        <p:nvSpPr>
          <p:cNvPr id="54" name="TextovéPole 53">
            <a:extLst>
              <a:ext uri="{FF2B5EF4-FFF2-40B4-BE49-F238E27FC236}">
                <a16:creationId xmlns:a16="http://schemas.microsoft.com/office/drawing/2014/main" id="{A77359C5-D7C2-4E03-A71D-8CC2493255E0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06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78" grpId="0" animBg="1"/>
      <p:bldP spid="79" grpId="0" animBg="1"/>
      <p:bldP spid="80" grpId="0" animBg="1"/>
      <p:bldP spid="47" grpId="0" animBg="1"/>
      <p:bldP spid="4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Algoritmus</a:t>
            </a:r>
          </a:p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Hlavní program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směru portu B registr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DDRB 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 registr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PORTB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registrů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TCCR0A, TCCR0B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Nastavení registr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1800" b="0" dirty="0">
                <a:latin typeface="Verdana" pitchFamily="34" charset="0"/>
              </a:rPr>
              <a:t>Čekací smyčka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použití výstupu OC0A,B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E4EFA7D-4F5C-4682-917F-D03EB5E40C1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720000" y="720000"/>
            <a:ext cx="7740000" cy="353628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main(void)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DDR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=0b11111111;</a:t>
            </a:r>
            <a:endParaRPr lang="cs-CZ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PORTB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=0b11111111;</a:t>
            </a: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TCCR0B=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WGM02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CS02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CS01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CS00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TCCR0A=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COM0A1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COM0A0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|1&lt;&lt;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WGM01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sz="1600" dirty="0">
                <a:solidFill>
                  <a:srgbClr val="006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WGM00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OCR0A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=125;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while(1)</a:t>
            </a:r>
          </a:p>
          <a:p>
            <a:pPr eaLnBrk="1" hangingPunct="1">
              <a:tabLst>
                <a:tab pos="3600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eaLnBrk="1" hangingPunct="1">
              <a:tabLst>
                <a:tab pos="360000" algn="l"/>
              </a:tabLst>
            </a:pP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Periodický průběh - použití výstupu OC0A,B</a:t>
            </a:r>
          </a:p>
        </p:txBody>
      </p:sp>
    </p:spTree>
    <p:extLst>
      <p:ext uri="{BB962C8B-B14F-4D97-AF65-F5344CB8AC3E}">
        <p14:creationId xmlns:p14="http://schemas.microsoft.com/office/powerpoint/2010/main" val="428645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6810" cy="1508105"/>
          </a:xfrm>
        </p:spPr>
        <p:txBody>
          <a:bodyPr>
            <a:spAutoFit/>
          </a:bodyPr>
          <a:lstStyle/>
          <a:p>
            <a:pPr marL="504000" lvl="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cs-CZ" sz="2400" dirty="0">
                <a:latin typeface="Verdana" pitchFamily="34" charset="0"/>
              </a:rPr>
              <a:t>Nastavte </a:t>
            </a:r>
            <a:r>
              <a:rPr lang="cs-CZ" sz="2400" b="1" dirty="0">
                <a:latin typeface="Consolas" panose="020B0609020204030204" pitchFamily="49" charset="0"/>
              </a:rPr>
              <a:t>TIMER0</a:t>
            </a:r>
            <a:r>
              <a:rPr lang="cs-CZ" sz="2400" dirty="0">
                <a:latin typeface="Verdana" pitchFamily="34" charset="0"/>
              </a:rPr>
              <a:t> tak, aby generoval signál 1Hz</a:t>
            </a:r>
          </a:p>
          <a:p>
            <a:pPr marL="504000" lvl="0" indent="-504000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cs-CZ" sz="2400" dirty="0">
                <a:latin typeface="Verdana" pitchFamily="34" charset="0"/>
              </a:rPr>
              <a:t>Zvolte </a:t>
            </a:r>
            <a:r>
              <a:rPr lang="cs-CZ" sz="2400" b="1" dirty="0">
                <a:latin typeface="Consolas" panose="020B0609020204030204" pitchFamily="49" charset="0"/>
              </a:rPr>
              <a:t>TIMER0 </a:t>
            </a:r>
            <a:r>
              <a:rPr lang="cs-CZ" sz="2400" dirty="0">
                <a:latin typeface="Verdana" pitchFamily="34" charset="0"/>
              </a:rPr>
              <a:t>v </a:t>
            </a:r>
            <a:r>
              <a:rPr lang="cs-CZ" sz="2400" i="1" dirty="0">
                <a:latin typeface="Verdana" pitchFamily="34" charset="0"/>
              </a:rPr>
              <a:t>normálním</a:t>
            </a:r>
            <a:r>
              <a:rPr lang="cs-CZ" sz="2400" dirty="0">
                <a:latin typeface="Verdana" pitchFamily="34" charset="0"/>
              </a:rPr>
              <a:t> režimu</a:t>
            </a:r>
          </a:p>
          <a:p>
            <a:pPr marL="504000" lvl="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cs-CZ" sz="2400" dirty="0">
                <a:latin typeface="Verdana" pitchFamily="34" charset="0"/>
              </a:rPr>
              <a:t>Zdroj vnitřní impulzů </a:t>
            </a:r>
            <a:r>
              <a:rPr lang="cs-CZ" sz="2400" b="1" dirty="0" err="1">
                <a:latin typeface="Consolas" panose="020B0609020204030204" pitchFamily="49" charset="0"/>
              </a:rPr>
              <a:t>f</a:t>
            </a:r>
            <a:r>
              <a:rPr lang="cs-CZ" sz="2400" b="1" baseline="-25000" dirty="0" err="1">
                <a:latin typeface="Consolas" panose="020B0609020204030204" pitchFamily="49" charset="0"/>
              </a:rPr>
              <a:t>osc</a:t>
            </a:r>
            <a:r>
              <a:rPr lang="cs-CZ" sz="2400" b="1" dirty="0">
                <a:latin typeface="Consolas" panose="020B0609020204030204" pitchFamily="49" charset="0"/>
              </a:rPr>
              <a:t>=16MHz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836613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Dělička 1Hz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55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515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Řešení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Dělička 1Hz se vytvoří </a:t>
            </a:r>
            <a:r>
              <a:rPr lang="cs-CZ" sz="2800" dirty="0">
                <a:latin typeface="Verdana" pitchFamily="34" charset="0"/>
              </a:rPr>
              <a:t>vydělením</a:t>
            </a:r>
            <a:r>
              <a:rPr lang="cs-CZ" sz="2800" b="0" dirty="0">
                <a:latin typeface="Verdana" pitchFamily="34" charset="0"/>
              </a:rPr>
              <a:t> kmitočtu oscilátoru jeho frekvencí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Pro frekvenci krystalu </a:t>
            </a:r>
            <a:r>
              <a:rPr lang="cs-CZ" sz="2800" dirty="0">
                <a:latin typeface="Verdana" pitchFamily="34" charset="0"/>
              </a:rPr>
              <a:t>16 MHz </a:t>
            </a:r>
            <a:r>
              <a:rPr lang="cs-CZ" sz="2800" b="0" dirty="0">
                <a:latin typeface="Verdana" pitchFamily="34" charset="0"/>
              </a:rPr>
              <a:t>budeme dělit </a:t>
            </a:r>
            <a:r>
              <a:rPr lang="cs-CZ" sz="2800" dirty="0">
                <a:latin typeface="Verdana" pitchFamily="34" charset="0"/>
              </a:rPr>
              <a:t>16000000</a:t>
            </a:r>
            <a:r>
              <a:rPr lang="cs-CZ" sz="2800" b="0" dirty="0">
                <a:latin typeface="Verdana" pitchFamily="34" charset="0"/>
              </a:rPr>
              <a:t>.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K dispozici máme </a:t>
            </a:r>
            <a:r>
              <a:rPr lang="cs-CZ" sz="2800" dirty="0">
                <a:latin typeface="Verdana" pitchFamily="34" charset="0"/>
              </a:rPr>
              <a:t>HW děličky</a:t>
            </a:r>
            <a:r>
              <a:rPr lang="cs-CZ" sz="2800" b="0" dirty="0">
                <a:latin typeface="Verdana" pitchFamily="34" charset="0"/>
              </a:rPr>
              <a:t> (pevný dělící poměr) a </a:t>
            </a:r>
            <a:r>
              <a:rPr lang="cs-CZ" sz="2800" dirty="0">
                <a:latin typeface="Verdana" pitchFamily="34" charset="0"/>
              </a:rPr>
              <a:t>SW děličky</a:t>
            </a:r>
            <a:r>
              <a:rPr lang="cs-CZ" sz="2800" b="0" dirty="0">
                <a:latin typeface="Verdana" pitchFamily="34" charset="0"/>
              </a:rPr>
              <a:t> (variabilní dělící poměr)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Číslo, kterým budeme dělit vyjádříme jako </a:t>
            </a:r>
            <a:r>
              <a:rPr lang="cs-CZ" sz="2800" dirty="0">
                <a:latin typeface="Verdana" pitchFamily="34" charset="0"/>
              </a:rPr>
              <a:t>součin mocnin prvočísel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Dělička 1Hz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72280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524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Rozklad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16 000 000: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=8 000 000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8 000 000: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=4 000 000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4 000 000: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=2 000 000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2 000 000: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=1 000 000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1 000 000: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500 000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500 000: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250 000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250 000: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125 000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125 000: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62 500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62 500: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31 250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31 250: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15 625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15 625: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 3 125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 3 125: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   625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   625: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   125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   125: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    25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25: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     5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5: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=        1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Dělička 1Hz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ovéPole 9"/>
          <p:cNvSpPr txBox="1"/>
          <p:nvPr/>
        </p:nvSpPr>
        <p:spPr bwMode="auto">
          <a:xfrm>
            <a:off x="3491880" y="3153162"/>
            <a:ext cx="565212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16 000 000=2</a:t>
            </a:r>
            <a:r>
              <a:rPr lang="cs-CZ" sz="40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cs-CZ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.5</a:t>
            </a:r>
            <a:r>
              <a:rPr lang="cs-CZ" sz="40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9225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80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80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80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80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80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80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805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805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0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Skupina 24"/>
          <p:cNvGrpSpPr/>
          <p:nvPr/>
        </p:nvGrpSpPr>
        <p:grpSpPr>
          <a:xfrm>
            <a:off x="3437918" y="1800000"/>
            <a:ext cx="2114895" cy="719137"/>
            <a:chOff x="3437918" y="1800000"/>
            <a:chExt cx="2114895" cy="719137"/>
          </a:xfrm>
        </p:grpSpPr>
        <p:sp>
          <p:nvSpPr>
            <p:cNvPr id="5" name="Rectangle 26"/>
            <p:cNvSpPr>
              <a:spLocks noChangeArrowheads="1"/>
            </p:cNvSpPr>
            <p:nvPr/>
          </p:nvSpPr>
          <p:spPr bwMode="auto">
            <a:xfrm>
              <a:off x="4473313" y="1800000"/>
              <a:ext cx="1079500" cy="719137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TCNT0</a:t>
              </a:r>
              <a:endParaRPr lang="cs-CZ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8" name="AutoShape 28"/>
            <p:cNvCxnSpPr>
              <a:cxnSpLocks noChangeShapeType="1"/>
              <a:stCxn id="3" idx="3"/>
              <a:endCxn id="5" idx="1"/>
            </p:cNvCxnSpPr>
            <p:nvPr/>
          </p:nvCxnSpPr>
          <p:spPr bwMode="auto">
            <a:xfrm>
              <a:off x="3437918" y="2159569"/>
              <a:ext cx="1035395" cy="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</p:cxnSp>
      </p:grpSp>
      <p:grpSp>
        <p:nvGrpSpPr>
          <p:cNvPr id="26" name="Skupina 25"/>
          <p:cNvGrpSpPr/>
          <p:nvPr/>
        </p:nvGrpSpPr>
        <p:grpSpPr>
          <a:xfrm>
            <a:off x="5552813" y="1800000"/>
            <a:ext cx="3339187" cy="719137"/>
            <a:chOff x="5552813" y="1800000"/>
            <a:chExt cx="3339187" cy="719137"/>
          </a:xfrm>
        </p:grpSpPr>
        <p:sp>
          <p:nvSpPr>
            <p:cNvPr id="6" name="Rectangle 26"/>
            <p:cNvSpPr>
              <a:spLocks noChangeArrowheads="1"/>
            </p:cNvSpPr>
            <p:nvPr/>
          </p:nvSpPr>
          <p:spPr bwMode="auto">
            <a:xfrm>
              <a:off x="6620894" y="1800000"/>
              <a:ext cx="900000" cy="71913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cs-CZ" sz="1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CITAC1</a:t>
              </a:r>
            </a:p>
          </p:txBody>
        </p:sp>
        <p:cxnSp>
          <p:nvCxnSpPr>
            <p:cNvPr id="9" name="AutoShape 28"/>
            <p:cNvCxnSpPr>
              <a:cxnSpLocks noChangeShapeType="1"/>
              <a:stCxn id="5" idx="3"/>
              <a:endCxn id="6" idx="1"/>
            </p:cNvCxnSpPr>
            <p:nvPr/>
          </p:nvCxnSpPr>
          <p:spPr bwMode="auto">
            <a:xfrm>
              <a:off x="5552813" y="2159569"/>
              <a:ext cx="1068081" cy="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</p:cxn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7992000" y="1800000"/>
              <a:ext cx="900000" cy="71913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cs-CZ" sz="18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CITAC2</a:t>
              </a:r>
            </a:p>
          </p:txBody>
        </p:sp>
        <p:cxnSp>
          <p:nvCxnSpPr>
            <p:cNvPr id="35" name="AutoShape 28"/>
            <p:cNvCxnSpPr>
              <a:cxnSpLocks noChangeShapeType="1"/>
              <a:stCxn id="6" idx="3"/>
              <a:endCxn id="34" idx="1"/>
            </p:cNvCxnSpPr>
            <p:nvPr/>
          </p:nvCxnSpPr>
          <p:spPr bwMode="auto">
            <a:xfrm>
              <a:off x="7520894" y="2159569"/>
              <a:ext cx="471106" cy="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</p:cxnSp>
      </p:grpSp>
      <p:grpSp>
        <p:nvGrpSpPr>
          <p:cNvPr id="24" name="Skupina 23"/>
          <p:cNvGrpSpPr/>
          <p:nvPr/>
        </p:nvGrpSpPr>
        <p:grpSpPr>
          <a:xfrm>
            <a:off x="576000" y="1583505"/>
            <a:ext cx="3024336" cy="1152128"/>
            <a:chOff x="557582" y="1583505"/>
            <a:chExt cx="3024336" cy="1152128"/>
          </a:xfrm>
        </p:grpSpPr>
        <p:sp>
          <p:nvSpPr>
            <p:cNvPr id="2" name="Rectangle 3"/>
            <p:cNvSpPr>
              <a:spLocks noChangeArrowheads="1"/>
            </p:cNvSpPr>
            <p:nvPr/>
          </p:nvSpPr>
          <p:spPr bwMode="auto">
            <a:xfrm>
              <a:off x="720000" y="1800000"/>
              <a:ext cx="1079500" cy="7191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cs-CZ" sz="28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OSC</a:t>
              </a:r>
            </a:p>
          </p:txBody>
        </p:sp>
        <p:sp>
          <p:nvSpPr>
            <p:cNvPr id="3" name="Rectangle 26"/>
            <p:cNvSpPr>
              <a:spLocks noChangeArrowheads="1"/>
            </p:cNvSpPr>
            <p:nvPr/>
          </p:nvSpPr>
          <p:spPr bwMode="auto">
            <a:xfrm>
              <a:off x="2340000" y="1800000"/>
              <a:ext cx="1079500" cy="7191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cs-CZ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dělič</a:t>
              </a:r>
            </a:p>
          </p:txBody>
        </p:sp>
        <p:cxnSp>
          <p:nvCxnSpPr>
            <p:cNvPr id="4" name="AutoShape 28"/>
            <p:cNvCxnSpPr>
              <a:cxnSpLocks noChangeShapeType="1"/>
              <a:stCxn id="2" idx="3"/>
              <a:endCxn id="3" idx="1"/>
            </p:cNvCxnSpPr>
            <p:nvPr/>
          </p:nvCxnSpPr>
          <p:spPr bwMode="auto">
            <a:xfrm>
              <a:off x="1799500" y="2159569"/>
              <a:ext cx="540500" cy="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</p:cxnSp>
        <p:sp>
          <p:nvSpPr>
            <p:cNvPr id="10" name="Obdélník 9"/>
            <p:cNvSpPr/>
            <p:nvPr/>
          </p:nvSpPr>
          <p:spPr>
            <a:xfrm>
              <a:off x="557582" y="1583505"/>
              <a:ext cx="3024336" cy="1152128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15" name="TextovéPole 14"/>
          <p:cNvSpPr txBox="1"/>
          <p:nvPr/>
        </p:nvSpPr>
        <p:spPr bwMode="auto">
          <a:xfrm>
            <a:off x="576000" y="3240000"/>
            <a:ext cx="3024000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Vnitřní zdroj impulzů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16MHz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Dělící poměr 1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8=2</a:t>
            </a:r>
            <a:r>
              <a:rPr lang="cs-CZ" sz="16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64=2</a:t>
            </a:r>
            <a:r>
              <a:rPr lang="cs-CZ" sz="16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256=2</a:t>
            </a:r>
            <a:r>
              <a:rPr lang="cs-CZ" sz="16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1024=2</a:t>
            </a:r>
            <a:r>
              <a:rPr lang="cs-CZ" sz="16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3780000" y="3240000"/>
            <a:ext cx="2520000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Čítač 8bitů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Dělící poměr </a:t>
            </a:r>
            <a:r>
              <a:rPr lang="cs-CZ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256=2</a:t>
            </a:r>
            <a:r>
              <a:rPr lang="cs-CZ" sz="16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Čítání vpřed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Změna dělícího poměru od 1 do 255</a:t>
            </a:r>
            <a:endParaRPr lang="cs-CZ" sz="16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576000" y="1080000"/>
            <a:ext cx="3024336" cy="276999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Dělič HW-pevný DP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3780000" y="1080000"/>
            <a:ext cx="2520000" cy="277000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Dělič HW-nastavitelný DP</a:t>
            </a:r>
          </a:p>
        </p:txBody>
      </p:sp>
      <p:sp>
        <p:nvSpPr>
          <p:cNvPr id="19" name="TextovéPole 18"/>
          <p:cNvSpPr txBox="1"/>
          <p:nvPr/>
        </p:nvSpPr>
        <p:spPr bwMode="auto">
          <a:xfrm>
            <a:off x="6480000" y="1080000"/>
            <a:ext cx="2520000" cy="276999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Dělič SW-nastavitelný DP</a:t>
            </a:r>
          </a:p>
        </p:txBody>
      </p:sp>
      <p:sp>
        <p:nvSpPr>
          <p:cNvPr id="23" name="TextovéPole 22"/>
          <p:cNvSpPr txBox="1"/>
          <p:nvPr/>
        </p:nvSpPr>
        <p:spPr bwMode="auto">
          <a:xfrm>
            <a:off x="6480000" y="3240000"/>
            <a:ext cx="2520000" cy="127214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Čítač 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Libovolný počet stupňů 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Binární nebo BCD</a:t>
            </a:r>
          </a:p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cs-CZ" sz="16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9" name="TextovéPole 28"/>
          <p:cNvSpPr txBox="1"/>
          <p:nvPr/>
        </p:nvSpPr>
        <p:spPr bwMode="auto">
          <a:xfrm>
            <a:off x="576000" y="5220000"/>
            <a:ext cx="3024000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31" name="TextovéPole 30"/>
          <p:cNvSpPr txBox="1"/>
          <p:nvPr/>
        </p:nvSpPr>
        <p:spPr bwMode="auto">
          <a:xfrm>
            <a:off x="3780000" y="5220000"/>
            <a:ext cx="2520000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4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4000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endParaRPr lang="cs-CZ" sz="40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TextovéPole 31"/>
          <p:cNvSpPr txBox="1"/>
          <p:nvPr/>
        </p:nvSpPr>
        <p:spPr bwMode="auto">
          <a:xfrm>
            <a:off x="6480000" y="5220000"/>
            <a:ext cx="2520000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4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cs-CZ" sz="4000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endParaRPr lang="cs-CZ" sz="40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Dělička 1Hz</a:t>
            </a:r>
          </a:p>
        </p:txBody>
      </p:sp>
    </p:spTree>
    <p:extLst>
      <p:ext uri="{BB962C8B-B14F-4D97-AF65-F5344CB8AC3E}">
        <p14:creationId xmlns:p14="http://schemas.microsoft.com/office/powerpoint/2010/main" val="174033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3" grpId="0" animBg="1"/>
      <p:bldP spid="27" grpId="0" animBg="1"/>
      <p:bldP spid="28" grpId="0"/>
      <p:bldP spid="29" grpId="0" animBg="1"/>
      <p:bldP spid="31" grpId="0" animBg="1"/>
      <p:bldP spid="32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281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Řešení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dirty="0">
                <a:latin typeface="Verdana" pitchFamily="34" charset="0"/>
              </a:rPr>
              <a:t>stupeň</a:t>
            </a:r>
            <a:r>
              <a:rPr lang="cs-CZ" sz="2000" b="0" dirty="0">
                <a:latin typeface="Verdana" pitchFamily="34" charset="0"/>
              </a:rPr>
              <a:t> – volba dělícího poměru zdroje impulsů (</a:t>
            </a:r>
            <a:r>
              <a:rPr lang="cs-CZ" sz="2000" dirty="0">
                <a:latin typeface="Verdana" pitchFamily="34" charset="0"/>
              </a:rPr>
              <a:t>8</a:t>
            </a:r>
            <a:r>
              <a:rPr lang="cs-CZ" sz="2000" b="0" dirty="0">
                <a:latin typeface="Verdana" pitchFamily="34" charset="0"/>
              </a:rPr>
              <a:t>)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dirty="0">
                <a:latin typeface="Verdana" pitchFamily="34" charset="0"/>
              </a:rPr>
              <a:t>stupeň</a:t>
            </a:r>
            <a:r>
              <a:rPr lang="cs-CZ" sz="2000" b="0" dirty="0">
                <a:latin typeface="Verdana" pitchFamily="34" charset="0"/>
              </a:rPr>
              <a:t> – TIMER0 s přednastavení na 256-</a:t>
            </a:r>
            <a:r>
              <a:rPr lang="cs-CZ" sz="2000" dirty="0">
                <a:latin typeface="Verdana" pitchFamily="34" charset="0"/>
              </a:rPr>
              <a:t>128</a:t>
            </a:r>
            <a:r>
              <a:rPr lang="cs-CZ" sz="2000" b="0" dirty="0">
                <a:latin typeface="Verdana" pitchFamily="34" charset="0"/>
              </a:rPr>
              <a:t>. Čekáme na přetečení čítače a potom přednastavíme. 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dirty="0">
                <a:latin typeface="Verdana" pitchFamily="34" charset="0"/>
              </a:rPr>
              <a:t>stupeň</a:t>
            </a:r>
            <a:r>
              <a:rPr lang="cs-CZ" sz="2000" b="0" dirty="0">
                <a:latin typeface="Verdana" pitchFamily="34" charset="0"/>
              </a:rPr>
              <a:t> – proměnná CITAC1 bude přičítat 1 do </a:t>
            </a:r>
            <a:r>
              <a:rPr lang="cs-CZ" sz="2000" dirty="0">
                <a:latin typeface="Verdana" pitchFamily="34" charset="0"/>
              </a:rPr>
              <a:t>125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dirty="0">
                <a:latin typeface="Verdana" pitchFamily="34" charset="0"/>
              </a:rPr>
              <a:t>stupeň</a:t>
            </a:r>
            <a:r>
              <a:rPr lang="cs-CZ" sz="2000" b="0" dirty="0">
                <a:latin typeface="Verdana" pitchFamily="34" charset="0"/>
              </a:rPr>
              <a:t> – proměnná CITAC2 bude přičítat 1 do </a:t>
            </a:r>
            <a:r>
              <a:rPr lang="cs-CZ" sz="2000" dirty="0">
                <a:latin typeface="Verdana" pitchFamily="34" charset="0"/>
              </a:rPr>
              <a:t>125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Dělička 1Hz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3940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680005" y="1440003"/>
            <a:ext cx="4224146" cy="859883"/>
            <a:chOff x="407" y="2839"/>
            <a:chExt cx="2696" cy="228"/>
          </a:xfrm>
        </p:grpSpPr>
        <p:sp>
          <p:nvSpPr>
            <p:cNvPr id="2869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COM0A1</a:t>
              </a:r>
            </a:p>
          </p:txBody>
        </p:sp>
        <p:sp>
          <p:nvSpPr>
            <p:cNvPr id="2869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COM0A0</a:t>
              </a:r>
            </a:p>
          </p:txBody>
        </p:sp>
        <p:sp>
          <p:nvSpPr>
            <p:cNvPr id="2869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COM0B1</a:t>
              </a:r>
            </a:p>
          </p:txBody>
        </p:sp>
        <p:sp>
          <p:nvSpPr>
            <p:cNvPr id="2869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COM0B0</a:t>
              </a:r>
            </a:p>
          </p:txBody>
        </p:sp>
        <p:sp>
          <p:nvSpPr>
            <p:cNvPr id="2869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69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70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WGM01</a:t>
              </a:r>
            </a:p>
          </p:txBody>
        </p:sp>
        <p:sp>
          <p:nvSpPr>
            <p:cNvPr id="2870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WGM00</a:t>
              </a:r>
            </a:p>
          </p:txBody>
        </p:sp>
      </p:grp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180002" y="1440003"/>
            <a:ext cx="4224146" cy="859883"/>
            <a:chOff x="407" y="2839"/>
            <a:chExt cx="2696" cy="228"/>
          </a:xfrm>
        </p:grpSpPr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FOC0A</a:t>
              </a:r>
            </a:p>
          </p:txBody>
        </p:sp>
        <p:sp>
          <p:nvSpPr>
            <p:cNvPr id="2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FOC0B</a:t>
              </a: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WGM02</a:t>
              </a: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CS02</a:t>
              </a: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CS01</a:t>
              </a: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CS00</a:t>
              </a:r>
            </a:p>
          </p:txBody>
        </p:sp>
      </p:grp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1800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TCCR0B</a:t>
            </a:r>
          </a:p>
        </p:txBody>
      </p: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46800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TCCR0A</a:t>
            </a:r>
          </a:p>
        </p:txBody>
      </p:sp>
      <p:sp>
        <p:nvSpPr>
          <p:cNvPr id="4" name="Obdélník 3"/>
          <p:cNvSpPr/>
          <p:nvPr/>
        </p:nvSpPr>
        <p:spPr>
          <a:xfrm>
            <a:off x="2808251" y="1440003"/>
            <a:ext cx="1595900" cy="859884"/>
          </a:xfrm>
          <a:prstGeom prst="rect">
            <a:avLst/>
          </a:prstGeom>
          <a:noFill/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4" name="Obdélník 33"/>
          <p:cNvSpPr/>
          <p:nvPr/>
        </p:nvSpPr>
        <p:spPr>
          <a:xfrm>
            <a:off x="7848114" y="1440002"/>
            <a:ext cx="1067882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5" name="Obdélník 34"/>
          <p:cNvSpPr/>
          <p:nvPr/>
        </p:nvSpPr>
        <p:spPr>
          <a:xfrm>
            <a:off x="2292077" y="1440002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05" y="3429000"/>
            <a:ext cx="3576560" cy="2804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3925" name="Levá složená závorka 293924"/>
          <p:cNvSpPr/>
          <p:nvPr/>
        </p:nvSpPr>
        <p:spPr>
          <a:xfrm rot="16200000" flipV="1">
            <a:off x="8234233" y="2016007"/>
            <a:ext cx="283799" cy="963326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9" name="Levá složená závorka 78"/>
          <p:cNvSpPr/>
          <p:nvPr/>
        </p:nvSpPr>
        <p:spPr>
          <a:xfrm rot="5400000">
            <a:off x="5594142" y="2772007"/>
            <a:ext cx="283799" cy="963326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6" name="Levá složená závorka 85"/>
          <p:cNvSpPr/>
          <p:nvPr/>
        </p:nvSpPr>
        <p:spPr>
          <a:xfrm rot="16200000" flipV="1">
            <a:off x="3470224" y="1764005"/>
            <a:ext cx="283799" cy="1491344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8" name="Levá složená závorka 87"/>
          <p:cNvSpPr/>
          <p:nvPr/>
        </p:nvSpPr>
        <p:spPr>
          <a:xfrm rot="5400000">
            <a:off x="718727" y="2614248"/>
            <a:ext cx="290953" cy="1271694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293937" name="Pravoúhlá spojnice 293936"/>
          <p:cNvCxnSpPr>
            <a:stCxn id="28" idx="2"/>
          </p:cNvCxnSpPr>
          <p:nvPr/>
        </p:nvCxnSpPr>
        <p:spPr>
          <a:xfrm rot="16200000" flipH="1">
            <a:off x="3680024" y="1175941"/>
            <a:ext cx="804728" cy="3052612"/>
          </a:xfrm>
          <a:prstGeom prst="bentConnector2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Pravoúhlá spojnice 93"/>
          <p:cNvCxnSpPr/>
          <p:nvPr/>
        </p:nvCxnSpPr>
        <p:spPr>
          <a:xfrm rot="10800000" flipV="1">
            <a:off x="5868149" y="2801151"/>
            <a:ext cx="2513908" cy="303460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Pravoúhlá spojnice 99"/>
          <p:cNvCxnSpPr/>
          <p:nvPr/>
        </p:nvCxnSpPr>
        <p:spPr>
          <a:xfrm rot="10800000" flipV="1">
            <a:off x="1032952" y="2766301"/>
            <a:ext cx="2518259" cy="303460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71"/>
          <p:cNvSpPr txBox="1">
            <a:spLocks noChangeArrowheads="1"/>
          </p:cNvSpPr>
          <p:nvPr/>
        </p:nvSpPr>
        <p:spPr bwMode="auto">
          <a:xfrm>
            <a:off x="946201" y="2644667"/>
            <a:ext cx="1206113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cs-CZ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Výběr hodin</a:t>
            </a:r>
          </a:p>
        </p:txBody>
      </p:sp>
      <p:sp>
        <p:nvSpPr>
          <p:cNvPr id="39" name="Text Box 71"/>
          <p:cNvSpPr txBox="1">
            <a:spLocks noChangeArrowheads="1"/>
          </p:cNvSpPr>
          <p:nvPr/>
        </p:nvSpPr>
        <p:spPr bwMode="auto">
          <a:xfrm>
            <a:off x="5066307" y="2743007"/>
            <a:ext cx="1275651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Výběr režimu</a:t>
            </a:r>
          </a:p>
        </p:txBody>
      </p:sp>
      <p:sp>
        <p:nvSpPr>
          <p:cNvPr id="4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3" name="Tlačítko akce: Vlastní 42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4" name="Tlačítko akce: Vlastní 43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5" name="Tlačítko akce: Vlastní 44">
            <a:hlinkClick r:id="rId4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38" y="3429000"/>
            <a:ext cx="4224146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Dělička 1Hz</a:t>
            </a:r>
          </a:p>
        </p:txBody>
      </p:sp>
    </p:spTree>
    <p:extLst>
      <p:ext uri="{BB962C8B-B14F-4D97-AF65-F5344CB8AC3E}">
        <p14:creationId xmlns:p14="http://schemas.microsoft.com/office/powerpoint/2010/main" val="5771008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0"/>
            <a:ext cx="878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Programování Čítače 0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Dělička 1Hz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5039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85804" y="351546"/>
            <a:ext cx="8229600" cy="720000"/>
          </a:xfrm>
          <a:noFill/>
        </p:spPr>
        <p:txBody>
          <a:bodyPr>
            <a:normAutofit/>
          </a:bodyPr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6195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theme/theme1.xml><?xml version="1.0" encoding="utf-8"?>
<a:theme xmlns:a="http://schemas.openxmlformats.org/drawingml/2006/main" name="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algn="r" rtl="0" fontAlgn="base">
          <a:spcBef>
            <a:spcPct val="0"/>
          </a:spcBef>
          <a:spcAft>
            <a:spcPct val="0"/>
          </a:spcAft>
          <a:defRPr sz="2400" b="1" dirty="0">
            <a:solidFill>
              <a:srgbClr val="000000"/>
            </a:solidFill>
            <a:latin typeface="Arial"/>
            <a:ea typeface="+mn-ea"/>
            <a:cs typeface="+mn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48576</TotalTime>
  <Words>4631</Words>
  <Application>Microsoft Office PowerPoint</Application>
  <PresentationFormat>Předvádění na obrazovce (4:3)</PresentationFormat>
  <Paragraphs>1650</Paragraphs>
  <Slides>102</Slides>
  <Notes>102</Notes>
  <HiddenSlides>0</HiddenSlides>
  <MMClips>0</MMClips>
  <ScaleCrop>false</ScaleCrop>
  <HeadingPairs>
    <vt:vector size="8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2</vt:i4>
      </vt:variant>
      <vt:variant>
        <vt:lpstr>Nadpisy snímků</vt:lpstr>
      </vt:variant>
      <vt:variant>
        <vt:i4>102</vt:i4>
      </vt:variant>
    </vt:vector>
  </HeadingPairs>
  <TitlesOfParts>
    <vt:vector size="113" baseType="lpstr">
      <vt:lpstr>Arial</vt:lpstr>
      <vt:lpstr>Arial Black</vt:lpstr>
      <vt:lpstr>Calibri</vt:lpstr>
      <vt:lpstr>Consolas</vt:lpstr>
      <vt:lpstr>Times New Roman</vt:lpstr>
      <vt:lpstr>Verdana</vt:lpstr>
      <vt:lpstr>Wingdings</vt:lpstr>
      <vt:lpstr>Wingdings 3</vt:lpstr>
      <vt:lpstr>Pixel</vt:lpstr>
      <vt:lpstr>Rovnice</vt:lpstr>
      <vt:lpstr>Equation</vt:lpstr>
      <vt:lpstr>MIT AVR Timer</vt:lpstr>
      <vt:lpstr>Mikroprocesorová technika</vt:lpstr>
      <vt:lpstr>Index</vt:lpstr>
      <vt:lpstr>Zdroje</vt:lpstr>
      <vt:lpstr>AVR Časovač</vt:lpstr>
      <vt:lpstr>Čítač</vt:lpstr>
      <vt:lpstr>Čítač</vt:lpstr>
      <vt:lpstr>Čítač</vt:lpstr>
      <vt:lpstr>Čítač</vt:lpstr>
      <vt:lpstr>Čítač</vt:lpstr>
      <vt:lpstr>Prezentace aplikace PowerPoint</vt:lpstr>
      <vt:lpstr>Časová zařízení</vt:lpstr>
      <vt:lpstr>Časová zařízení</vt:lpstr>
      <vt:lpstr>Timer</vt:lpstr>
      <vt:lpstr>Timer</vt:lpstr>
      <vt:lpstr>I/O registry</vt:lpstr>
      <vt:lpstr>Prezentace aplikace PowerPoint</vt:lpstr>
      <vt:lpstr>Timer</vt:lpstr>
      <vt:lpstr>Použití časovače v aplikaci</vt:lpstr>
      <vt:lpstr>Popis TIMER0</vt:lpstr>
      <vt:lpstr>Schéma TIMER0</vt:lpstr>
      <vt:lpstr>Nastavení zdroje impulzů</vt:lpstr>
      <vt:lpstr>Nastavení režimů TIMER0</vt:lpstr>
      <vt:lpstr>Registr TIFR0</vt:lpstr>
      <vt:lpstr>Registr TIMSK0</vt:lpstr>
      <vt:lpstr>Kontrolní úkoly</vt:lpstr>
      <vt:lpstr>Normální režim TIMER0</vt:lpstr>
      <vt:lpstr>Normální režim Timer0</vt:lpstr>
      <vt:lpstr>Režim CTC TIMER0</vt:lpstr>
      <vt:lpstr>Režim CTC TIMER0</vt:lpstr>
      <vt:lpstr>Rychlý režim PWM TIMER0</vt:lpstr>
      <vt:lpstr>Režim PWM TIMER0</vt:lpstr>
      <vt:lpstr>Kontrolní úkoly</vt:lpstr>
      <vt:lpstr>Základní operace TIMER0</vt:lpstr>
      <vt:lpstr>Nastavení režimu 1 - C</vt:lpstr>
      <vt:lpstr>Nastavení režimu 1 - ASM</vt:lpstr>
      <vt:lpstr>Nastavení režimu 2 - C</vt:lpstr>
      <vt:lpstr>Nastavení režimu 2 - ASM</vt:lpstr>
      <vt:lpstr>Nastavení zdroje impulzů - C</vt:lpstr>
      <vt:lpstr>Nastavení zdroje impulzů - ASM</vt:lpstr>
      <vt:lpstr>Čtení obsahu čítače - C</vt:lpstr>
      <vt:lpstr>Čtení obsahu čítače - ASM</vt:lpstr>
      <vt:lpstr>Zastavení čítače - C</vt:lpstr>
      <vt:lpstr>Zastavení čítače - ASM</vt:lpstr>
      <vt:lpstr>Přednastavení čítače - C</vt:lpstr>
      <vt:lpstr>Přednastavení čítače - ASM</vt:lpstr>
      <vt:lpstr>Obslužný program přetečení - C</vt:lpstr>
      <vt:lpstr>Přerušení</vt:lpstr>
      <vt:lpstr>Testování přetečení čítače</vt:lpstr>
      <vt:lpstr>Nulování přetečení čítače</vt:lpstr>
      <vt:lpstr>Znázornění funkce čítače</vt:lpstr>
      <vt:lpstr>Přerušení – přetečení časovače 0</vt:lpstr>
      <vt:lpstr>Kontrolní úkoly</vt:lpstr>
      <vt:lpstr>Výpočet s časovačem</vt:lpstr>
      <vt:lpstr>Příklad 1</vt:lpstr>
      <vt:lpstr>Příklad 1</vt:lpstr>
      <vt:lpstr>Příklad 1</vt:lpstr>
      <vt:lpstr>Příklad 2</vt:lpstr>
      <vt:lpstr>Příklad 2</vt:lpstr>
      <vt:lpstr>Příklad 3</vt:lpstr>
      <vt:lpstr>Příklad 3</vt:lpstr>
      <vt:lpstr>Aplikace časovače </vt:lpstr>
      <vt:lpstr>Periodický průběh - normální režim</vt:lpstr>
      <vt:lpstr>Periodický průběh - normální režim</vt:lpstr>
      <vt:lpstr>Periodický průběh - normální režim</vt:lpstr>
      <vt:lpstr>Periodický průběh - normální režim</vt:lpstr>
      <vt:lpstr>Periodický průběh - normální režim</vt:lpstr>
      <vt:lpstr>Periodický průběh - normální režim</vt:lpstr>
      <vt:lpstr>Periodický průběh - normální režim</vt:lpstr>
      <vt:lpstr>Periodický průběh - normální režim</vt:lpstr>
      <vt:lpstr>Periodický průběh - normální režim</vt:lpstr>
      <vt:lpstr>Periodický průběh - normální režim</vt:lpstr>
      <vt:lpstr>Periodický průběh - CTC</vt:lpstr>
      <vt:lpstr>Periodický průběh - CTC</vt:lpstr>
      <vt:lpstr>Periodický průběh - normální režim</vt:lpstr>
      <vt:lpstr>Periodický průběh - normální režim</vt:lpstr>
      <vt:lpstr>Periodický průběh - CTC</vt:lpstr>
      <vt:lpstr>Periodický průběh - CTC</vt:lpstr>
      <vt:lpstr>Periodický průběh - CTC</vt:lpstr>
      <vt:lpstr>Periodický průběh - CTC</vt:lpstr>
      <vt:lpstr>Generátor 1Hz</vt:lpstr>
      <vt:lpstr>Generátor 1Hz</vt:lpstr>
      <vt:lpstr>Rekapitulace</vt:lpstr>
      <vt:lpstr>Generátor 1Hz</vt:lpstr>
      <vt:lpstr>Nastavení funkce výstupů OC0A,B</vt:lpstr>
      <vt:lpstr>Nastavení funkce výstupů OC0A,B</vt:lpstr>
      <vt:lpstr>Periodický průběh - použití výstupu OC0A,B</vt:lpstr>
      <vt:lpstr>Periodický průběh - použití výstupu OC0A,B</vt:lpstr>
      <vt:lpstr>Periodický signál – použití výstupu OC0A,B</vt:lpstr>
      <vt:lpstr>Periodický průběh - použití výstupu OC0A,B</vt:lpstr>
      <vt:lpstr>Periodický průběh - použití výstupu OC0A,B</vt:lpstr>
      <vt:lpstr>Periodický průběh - použití výstupu OC0A,B</vt:lpstr>
      <vt:lpstr>Periodický průběh - použití výstupu OC0A,B</vt:lpstr>
      <vt:lpstr>Periodický průběh - použití výstupu OC0A,B</vt:lpstr>
      <vt:lpstr>Dělička 1Hz</vt:lpstr>
      <vt:lpstr>Dělička 1Hz</vt:lpstr>
      <vt:lpstr>Dělička 1Hz</vt:lpstr>
      <vt:lpstr>Dělička 1Hz</vt:lpstr>
      <vt:lpstr>Dělička 1Hz</vt:lpstr>
      <vt:lpstr>Dělička 1Hz</vt:lpstr>
      <vt:lpstr>Dělička 1Hz</vt:lpstr>
      <vt:lpstr>Konec</vt:lpstr>
    </vt:vector>
  </TitlesOfParts>
  <Company>SPŠEI Frenštát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Timer0</dc:title>
  <dc:subject>MIT</dc:subject>
  <dc:creator>Juránek Leoš Ing.</dc:creator>
  <cp:lastModifiedBy>Petr Juránek</cp:lastModifiedBy>
  <cp:revision>1142</cp:revision>
  <cp:lastPrinted>2022-04-01T17:12:51Z</cp:lastPrinted>
  <dcterms:created xsi:type="dcterms:W3CDTF">2001-09-22T14:04:06Z</dcterms:created>
  <dcterms:modified xsi:type="dcterms:W3CDTF">2024-05-23T08:58:46Z</dcterms:modified>
</cp:coreProperties>
</file>